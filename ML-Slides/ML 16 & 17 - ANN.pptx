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ink/ink6.xml" ContentType="application/inkml+xml"/>
  <Override PartName="/ppt/ink/ink7.xml" ContentType="application/inkml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ink/ink8.xml" ContentType="application/inkml+xml"/>
  <Override PartName="/ppt/ink/ink9.xml" ContentType="application/inkml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ink/ink10.xml" ContentType="application/inkml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38"/>
  </p:notesMasterIdLst>
  <p:sldIdLst>
    <p:sldId id="460" r:id="rId5"/>
    <p:sldId id="461" r:id="rId6"/>
    <p:sldId id="462" r:id="rId7"/>
    <p:sldId id="463" r:id="rId8"/>
    <p:sldId id="464" r:id="rId9"/>
    <p:sldId id="465" r:id="rId10"/>
    <p:sldId id="466" r:id="rId11"/>
    <p:sldId id="468" r:id="rId12"/>
    <p:sldId id="469" r:id="rId13"/>
    <p:sldId id="470" r:id="rId14"/>
    <p:sldId id="471" r:id="rId15"/>
    <p:sldId id="474" r:id="rId16"/>
    <p:sldId id="475" r:id="rId17"/>
    <p:sldId id="476" r:id="rId18"/>
    <p:sldId id="477" r:id="rId19"/>
    <p:sldId id="478" r:id="rId20"/>
    <p:sldId id="438" r:id="rId21"/>
    <p:sldId id="484" r:id="rId22"/>
    <p:sldId id="486" r:id="rId23"/>
    <p:sldId id="487" r:id="rId24"/>
    <p:sldId id="488" r:id="rId25"/>
    <p:sldId id="489" r:id="rId26"/>
    <p:sldId id="492" r:id="rId27"/>
    <p:sldId id="493" r:id="rId28"/>
    <p:sldId id="494" r:id="rId29"/>
    <p:sldId id="495" r:id="rId30"/>
    <p:sldId id="496" r:id="rId31"/>
    <p:sldId id="497" r:id="rId32"/>
    <p:sldId id="498" r:id="rId33"/>
    <p:sldId id="499" r:id="rId34"/>
    <p:sldId id="500" r:id="rId35"/>
    <p:sldId id="501" r:id="rId36"/>
    <p:sldId id="502" r:id="rId37"/>
  </p:sldIdLst>
  <p:sldSz cx="9144000" cy="5143500" type="screen16x9"/>
  <p:notesSz cx="6858000" cy="9144000"/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1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  <a:srgbClr val="00FF00"/>
    <a:srgbClr val="00FFCC"/>
    <a:srgbClr val="FF0000"/>
    <a:srgbClr val="99FF66"/>
    <a:srgbClr val="993366"/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 autoAdjust="0"/>
    <p:restoredTop sz="58970" autoAdjust="0"/>
  </p:normalViewPr>
  <p:slideViewPr>
    <p:cSldViewPr>
      <p:cViewPr varScale="1">
        <p:scale>
          <a:sx n="114" d="100"/>
          <a:sy n="114" d="100"/>
        </p:scale>
        <p:origin x="390" y="78"/>
      </p:cViewPr>
      <p:guideLst>
        <p:guide orient="horz" pos="1620"/>
        <p:guide pos="13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gs" Target="tags/tag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0T04:52:15.2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6439 6643 149 0,'-1'1'65'0,"0"2"-30"16,2 5-20-16,-1-1-9 15,-1 2 2-15,0 0 3 16,-1 2 2-16,1-1 7 16,0 4 8-16,0-3 13 0,-1-1 6 15,-3 5 2-15,1-2-6 16,-1 2-11-16,0-3-7 16,-1 3-8-16,1-1-4 15,-1 0-4-15,-1 2-2 16,0-2-1-16,-3 2-1 15,2 4 0-15,0 1 1 16,2 0-2-16,1 2 0 0,-1-1-1 16,1 1 0-1,0 2-1-15,-1-1 1 0,1 3 11 16,-2 0 5-16,0-5 12 16,-1 4 4-16,-1-7 1 15,2 3-1-15,0-2-7 16,0 0-5-16,1 5-9 15,0-4-4-15,2 4-4 16,2 0-2-16,2 3-1 16,-2 0-1-16,0 0-1 15,-2 0 0-15,-1-1 0 16,0-2 0-16,3 1 0 16,-2-1 0-16,1-1 1 15,-3 3-1-15,-2-2 1 16,4 2-1-16,-3 0-1 15,2-2 1-15,2 2 0 16,-7-1 0-16,6 2 0 0,-5-1 0 16,1 2 0-16,3-1-1 15,-4-1 1-15,3 4 0 16,0-3 0-16,-5 1 0 16,2-2 0-16,-2 3 1 15,-3-3 1-15,3 5 0 16,-1 0 0-16,2-2 0 15,0 1 0-15,-1-2 0 0,1-3-1 16,-1 1 0-16,4-2 1 16,-2-1-1-16,-1 2 0 15,0 0 1-15,-1 0 2 16,1-1 1-16,2 3 2 16,-1 0 1-16,2 0-3 15,0 2-1-15,1 1-2 16,0-3-1-16,1-1-1 15,2 1 0-15,-1-5 0 16,1 1 0-16,-2 0 0 16,4-3 0-16,-4 2-1 15,3 0 0-15,1 4 1 16,-4-1-1-16,5 1 1 16,0 4-1-16,0-2 0 15,3 5 0-15,-3-1 0 16,1-5 0-16,3 2 0 15,-2-5 0-15,1-1 1 16,-3 1-1-16,4 3 0 16,-2-2 2-16,5 4 1 0,2 1 2 15,0-1-1-15,2 1-1 16,-1 0-1-16,4-2-2 16,0-2 1-16,1-3 0 15,1 0 0-15,2 1-1 16,3 1 1-16,1 2-1 0,4 0 0 15,0-1 1-15,-1 0-1 16,1 0 1-16,-4-2 0 16,-2 2 0-16,-3-5-1 15,2 2 1-15,2-1 0 16,1-3 0-16,2-2 1 16,-3-2 0-16,3-3 1 15,-1-1-1-15,4-1 1 16,2-1-1-16,-1 3-1 15,2-1 1-15,0 0-1 16,-3 0 0-16,1-1 1 16,-3 1 0-16,1-3-1 15,-1 2 2-15,1-3-1 16,2-1 1-16,-2-3 0 16,0-4 0-16,6 1-1 15,2 0-1-15,0-1 0 16,0 1 0-16,-4 3-1 0,-3-1 1 15,6 4-1-15,-1-2 1 16,3 0-1-16,-1-2 1 16,-4-4 0-16,2 1 0 15,-1-1 0-15,0-1 0 16,1 2-1-16,-1 1 1 16,-3 0 0-16,0-1 1 0,-2 0 0 15,1 0 0-15,6 0 1 16,2 0 0-16,2 1 0 15,2-1 0-15,0 0 0 16,-2 0 1-16,-2 0-1 16,2 0-1-16,-3 0 0 15,1-2 1-15,0-2 0 16,-4 0 1-16,1 1 6 16,3 2 0-16,-5 1 1 15,2 1-1-15,1 2-6 16,2 1 0-16,0-2-1 15,1 2-1-15,2-2 0 16,-2 1-1-16,0 1-1 16,1 1 1-16,2 3-1 15,-2 0 1-15,-3 4 0 0,1 1 0 16,-6 0 1 0,1 1-1-16,0-4 0 0,-1-1 1 15,1 0-1-15,-2-4 4 16,2 4 12-16,2 0 3 15,1 4 2-15,1 1-2 16,-5-1-11-16,1-1-3 16,-3-1-2-16,0-2 0 15,4 0-2-15,-1 0 0 16,2-3 0-16,2 4 1 0,2-1-1 16,-2-3 1-16,1 4-1 15,-3-2 0-15,0 0 0 16,2 0-1-16,-6-4 0 15,6 1 0-15,-2-3-1 16,-2 0 1-16,3 2-1 16,-1 0 1-16,0-1 0 15,0-1-1-15,-1-1 1 16,-7-2-1-16,2-1 2 16,-5-1 0-16,0-2 7 15,2 0 1-15,-4 0 1 16,5 2-2-16,0 0-6 15,2 3-2-15,2 1-1 16,1 3 1-16,4 2 0 16,-3-3 0-16,0-2 1 15,-1-1-1-15,-5-3 0 16,2 0 1-16,1-1-1 0,2 0 0 16,1 2 0-16,2 1 1 15,1 1-1-15,3 2 0 16,2 2 0-16,0-1 1 15,-4 2 4-15,-3-2 7 16,-3-1 14-16,-1 0 1 16,0-2 5-16,2 0 0 15,5-1-6-15,-2 1 4 0,4 0 0 16,3 2-6-16,-4 1 4 16,0 0-3-16,-6 0-8 15,2-2-2-15,-3 0-10 16,2 1-4-16,1 1-1 15,-3-1-1-15,2 2-10 16,-4-2-24-16,-1-2-92 16,-2 0-118-16</inkml:trace>
  <inkml:trace contextRef="#ctx0" brushRef="#br0" timeOffset="25747.42">13314 6497 58 0,'0'0'40'0,"0"0"-1"0,0-3-12 16,0 3-5-16,0 0-11 16,0 0-4-16,0 0-1 15,0 0-1-15,0 0 0 16,1-1-2-16,5 0 0 15,3-1-2-15,22-3 0 16,-24 2 0-16,1 2 6 16,1-2 12-16,-2 1 8 15,1 1 3-15,1-1 2 16,-3-2-6-16,2 0 1 16,0 1 2-16,0-2-4 15,3 4-1-15,1 0-6 16,1 0-1-16,-3-2-3 15,0-3-3-15,0 1-4 16,-1 1-1-16,3-2-1 16,1 4 0-16,-4-2 1 15,0 3 0-15,0 0 1 16,-1-2-1-16,1 1-1 0,-1-1-1 16,1 2 1-16,-2-1 0 15,1 0 1-15,0 2 0 16,2-2-2-16,0 0-1 15,2 1-1-15,-2 1 0 16,3 0-2-16,1 4 0 16,0 1 0-16,1 0 1 0,1 2-1 15,-2-2 1-15,0-2 0 16,-1-1 0-16,1-1 0 16,-2 0 0-16,2 2 0 15,0-1 0-15,-1-1 0 16,0-1-1-16,1 0 0 15,1 2 1-15,0-2-1 16,2 4 0-16,0-1 0 16,0 0 0-16,-1 2 0 15,1-3 1-15,-3 1-1 16,1 0 1-16,0-1-1 16,0-2 1-16,1 2-1 15,0-2 1-15,1 1-1 16,-2 1 1-16,0-2-1 15,2 0 0-15,-4 0 1 16,2 0-1-16,-1 2 0 0,-3-2 0 16,0 0 1-16,3 0-1 15,-3-1 1-15,1 1-1 16,-1-1 1-16,-1 1-1 16,2-1 0-16,0-1 0 15,1 2 0-15,1 0 0 16,0 0 0-16,0 1 0 15,1 1 1-15,-1-1-1 16,1 2 0-16,-1-3 0 0,2 1 0 16,-1 0 0-16,1 2 0 15,-2-1 1-15,2-1-1 16,3-1 1-16,-5 2-1 16,1-1 0-16,3-1 0 15,-5 1 0-15,0-1 0 16,4 3 0-16,-7-3 1 15,3 1-1-15,2-1 1 16,-3-2-1-16,1 0 0 16,2 4 0-16,-1-4 1 15,2 0-1-15,0-3 1 16,0-1 0-16,0 1 0 16,1 4-1-16,-1-1 1 15,0 0-1-15,0 1 0 16,-1-2 0-16,-1 1 1 15,1 2-1-15,-3-1 1 0,1-1 9 16,1 1 21-16,-1-1 3 16,-1 0 3-16,1 0-6 15,0-2-17-15,0-1-2 16,0 1 0-16,4 2-2 16,-4 1-5-16,2 1-1 15,2 0-1-15,-4-3 1 16,1 3 3-16,1-4 1 0,-1 2 2 15,2 2 0-15,3-2-1 16,-1 1-1-16,0 1-2 16,2 1-1-16,-3-1 3 15,-4-1 3-15,0 0 3 16,-5 0 1-16,1-1-4 16,-2 2-4-16,-4-2-3 15,0 2-1-15,-3 0 1 16,0 0 0-16,0 0 2 15,0 0 1-15,0-1-3 16,0 1-15-16,-1 0-111 16,0 0-98-16</inkml:trace>
  <inkml:trace contextRef="#ctx0" brushRef="#br0" timeOffset="26275.02">13321 6457 9 0</inkml:trace>
  <inkml:trace contextRef="#ctx0" brushRef="#br0" timeOffset="26630.91">13294 6483 143 0,'-3'-2'113'0,"1"1"17"16,-2-3-21-16,4 3-53 15,0 1-21-15,0 0-27 16,0 0-7-16,0 0-1 16,0 0 0-16,0 0 0 15,0 0 0-15,5 3 0 16,2 0 0-16,23 10 0 15,-21-14 0-15,2 0 1 16,-1-1-1-16,3 2 1 16,-3 0-1-16,5-1 0 15,1 2 1-15,-1-1 0 0,4 2 1 16,-1-3 7-16,2-1 8 16,2-1 11-16,-1-2 2 15,2 0-4-15,2 0-6 16,3-1-11-16,4 1-3 15,5 1-3-15,3 3-2 16,-2 3 0-16,3 4 0 16,0 6 0-16,-2-3 0 15,7 7-67-15</inkml:trace>
  <inkml:trace contextRef="#ctx0" brushRef="#br0" timeOffset="32429.97">5741 2351 131 0,'0'-2'84'0,"-1"-1"0"0,0 1-9 16,0 1-29-16,0 0-16 15,0 0-23-15,0 1-5 16,1 0-1-16,0 0 0 16,0 0 0-16,0 7-1 15,0 3 1-15,5 22 0 16,-5-19 1-16,1 2 0 16,-1 3 2-16,0 3 2 15,0 8 2-15,1 2 3 16,2 6-1-16,0 9 0 0,2-2-3 15,-5 5-2-15,2 3-2 16,0 3-1-16,0 10-1 16,0 2 0-16,1 4 1 15,0 1-1-15,-3 1 3 16,1 2 4-16,-1 2 14 16,-3-1 7-16,5 1 9 15,-3 4 0-15,3 2-12 16,0-1-8-16,-1 0-9 15,0-3-4-15,-3-4-2 16,0-1 1-16,2-5-1 16,4-2 0-16,0-10 0 15,0-1 0-15,-2-10 0 16,0-3-1-16,-1-9 0 0,5-3-1 16,-3-7-7-1,-1-6-21-15,-2-10-91 0</inkml:trace>
  <inkml:trace contextRef="#ctx0" brushRef="#br0" timeOffset="33415.78">5561 2395 109 0,'0'4'49'0,"2"0"-10"15,7 2-39-15,3 0 0 16,3-1 0-16,5-2 0 16,5-2 1-16,3 0 0 15,8-1 1-15,3 2 0 0,4-1 4 16,-2 1 4-16,3 1 5 16,1-1 2-16,11 6-3 15,9 1-3-15,9 1-5 16,4 0-1-16,0-4-1 15,1-2 0-15,6-2-2 16,1 2 0-16,3 0-1 16,5 1 1-16,0-2 0 15,-1-3 0-15,6-2-1 16,-1-3 1-16,2 1-1 16,1 4 0-16,0 0 0 15,0 0 1-15,-1-1 2 16,-1-4 6-16,9 0 10 15,-5 0 2-15,4-3-2 16,5 0-4-16,-5-2-10 16,5-2-2-16,3 1-2 15,-1 3 0-15,-6 4 7 0,-3-2 30 16,2 3 11-16,-4-1 5 16,5 1-6-16,3 1-29 15,-1 0-11-15,1 1-3 16,-1 0-3-16,0-2-2 15,-2 1 2-15,-2-3-2 16,4 2 1-16,-9-1 0 0,3 5-1 16,-1 3 0-16,-3 0 0 15,1 3 1-15,-4-1 1 16,1 0-1-16,-5 4 2 16,0 0 11-16,-4 2 22 15,-1 4 8-15,-2 4 6 16,-3-1-11-16,2 4-21 15,-6-4-9-15,-1-1-6 16,-1-1-1-16,-14-4-1 16,-3-2 1-16,-13-4-1 15,-7-2 0-15,-3-3-1 16,-2-1 0-16,-3-2-65 16,-3-2-95-16</inkml:trace>
  <inkml:trace contextRef="#ctx0" brushRef="#br0" timeOffset="33945.87">11669 2313 549 0,'-1'7'126'16,"-2"4"-196"-16,3 3-76 0,0 1 2 0,-3 4 58 15,1 1 50-15,-3-4 113 16,-3 1 39-16,2 1 25 15,-5 0-13-15,0 8-59 16,-2 3-24-16,1 11-25 16,2 2-7-16,-2 11-8 15,6 5 0-15,-4 5 1 16,-1 7 1-16,0 4-1 16,-2 1-1-16,2 14 1 15,1 9 3-15,-4 15 9 16,2 3 3-16,0 13 1 15,1 3-3-15,2 4-11 0,1 0-1 16,3-12 17-16,1-7 8 16,3-9 3-16,1-6 3 15,1-13 4-15,1-5 0 16,3-20 6-16,1-4-3 16,3-6-24-16,2-5-34 15,1-7-169-15,-4-4-52 16</inkml:trace>
  <inkml:trace contextRef="#ctx0" brushRef="#br0" timeOffset="34496.96">5960 4593 159 0,'-13'-1'64'0,"-14"-1"-65"16,4 2-42-16</inkml:trace>
  <inkml:trace contextRef="#ctx0" brushRef="#br0" timeOffset="35079.51">5760 4551 95 0,'-3'-5'77'0,"-1"-2"5"0,-2-2-20 16,10 4-37-16,6 0-15 15,8 2-10-15,8-1 0 16,7 2 1-16,3-2-1 16,14 4 1-16,3 1-1 15,21 5 0-15,2 2 0 16,10-1 0-16,3 1 1 0,4-5-1 16,5 2 0-16,4-1 0 15,4 0 1-15,3 7-1 16,1 2 0-16,7 5 0 15,-2-1 0-15,-3-1 1 16,2-2 0-16,-1-3 1 16,1-2-1-16,2-3 3 15,5-3 4-15,-2-3 10 16,2-4 5-16,8-4 1 16,-1-1-5-16,11-1-8 15,1-1-6-15,-4 5-3 16,0 2 0-16,-9 3 0 15,-6-1 11-15,-4-5 24 16,-6-1 4-16,-6-3 0 16,0 0-10-16,-6-2-22 15,0 3-2-15,0 1-1 0,1 1-1 16,-3 6 8-16,-3 1 0 16,-3-1 1-16,-5 1 0 15,-3 0-1-15,-1 1 2 16,-7 1 10-16,-2 0 8 15,-4 3 7-15,-5-3-2 16,0-1-7-16,-4 3-7 16,-2-5-14-16,2 1-2 0,-2-5-4 15,3-2-1 1,-6-4-2-16,1 1 1 0,-8 1 0 16,-3-1 0-16,-2-1-1 15,-3 3-1-15,-2-2-52 16,-1 3-75-16</inkml:trace>
  <inkml:trace contextRef="#ctx0" brushRef="#br0" timeOffset="35273.21">11513 4433 754 0,'-7'0'334'0</inkml:trace>
  <inkml:trace contextRef="#ctx0" brushRef="#br0" timeOffset="36129.01">9091 1693 447 0,'-1'1'176'15,"-2"1"-99"-15,3 7-71 16,4 2-6-16,4 6-2 16,-2-1 0-16,7 0-2 15,-4-1 1-15,5-3 0 16,4-1 2-16,2-4 1 16,3-3 3-16,3-4 1 15,0-1 0-15,4-3 1 16,0 0-1-16,0 4-1 15,0 0-1-15,-3 4-1 0,-2 2 0 16,-5 0-1-16,-2 1 1 16,-9 0-1-16,0 1 0 15,-8 0 3-15,-1 1 7 16,-4 1 12-16,-6 0 2 16,-1 2 0-16,-4 0-6 15,-5 0-9-15,-2 1-3 16,-3-2-3-16,1 1-2 0,-1-6-8 15,0-2-13-15,1-2-24 16,1-3-9-16,2-2-30 16,0-6-38-16</inkml:trace>
  <inkml:trace contextRef="#ctx0" brushRef="#br0" timeOffset="36345.44">9088 1747 106 0,'-1'-2'60'0,"1"-4"13"16,-3-3 14-16,9 0 18 16,2-2 4-16,2-3-17 15,2-1-17-15,1-2-33 16,5-1-12-16,5 2-18 16,2-3-7-16,2 0-4 0,1 0-1 15,3 2-35 1,3 2-28-16,1 5-68 15,-1 3-34-15,-2 7 2 0</inkml:trace>
  <inkml:trace contextRef="#ctx0" brushRef="#br0" timeOffset="36712.44">9711 1586 209 0,'0'-1'142'15,"0"1"-3"-15,0 2-53 16,0-2-25-16,0 0-24 16,0 0-9-16,0 2-17 15,2 11-5-15,-1 25-3 16,-2-20-1-16,-1 4 0 16,1 1-1-16,2 2 0 15,1 1 0-15,6-3 0 16,3-3 0-16,0-6 2 15,-1-5-1-15,1-5 4 16,1-4 1-16,-2-7 2 16,4-4 1-16,2-8-2 15,-1-2-1-15,0-4 1 16,-1 0 8-16,-5 2 24 0,-3-2 12 16,-1 4 19-16,-4 3-3 15,-3 4-20-15,-6 4-14 16,-7 5-54-16,-10 3-58 15,-17 7-154-15</inkml:trace>
  <inkml:trace contextRef="#ctx0" brushRef="#br0" timeOffset="37296.87">4883 3440 217 0,'-2'1'37'16</inkml:trace>
  <inkml:trace contextRef="#ctx0" brushRef="#br0" timeOffset="37565.9">4882 3477 134 0,'0'1'88'16,"0"4"1"-16,2-2-47 16,-2-3-11-16,0 0 2 0,0 0 3 15,1 3-2-15,5 3-4 16,26 24-15-16,-18-21-5 16,-1-1-5-16,0 4-2 15,-3-1 1-15,0 5-1 16,-6 2 1-16,-4 1 1 15,-3 5 6-15,-6-1 11 0,-5 2 25 16,-2-2 9 0,-1-1 8-16,-2-4-9 0,3-2-25 15,1 0-11-15,0-4-14 16,2-3-10-16,0-4-65 16,2-3-41-16,2-7-107 15</inkml:trace>
  <inkml:trace contextRef="#ctx0" brushRef="#br0" timeOffset="37764.85">4804 3527 206 0,'2'-2'129'0,"1"-3"-8"15,2-2-21-15,2-2-40 16,2-5-16-16,4-5-23 15,2-4-5-15,4-4-6 0,2-4-1 16,4-2-3-16,2 1-1 16,3-6-3-16,2 6-2 15,-3 6-159-15</inkml:trace>
  <inkml:trace contextRef="#ctx0" brushRef="#br0" timeOffset="38213.55">5349 3304 635 0,'-5'0'238'15,"-5"1"-168"-15,7 11-65 16,2 5-7-16,-1 7-25 16,-2 5-9-16,-2-1-3 15,-1-2 1-15,0 0 24 16,0-1 10-16,3-2 5 16,-3-2 4-16,7-2 2 15,0-1 1-15,2-3-2 16,6 2-1-16,1-6 0 15,-1-2 1-15,5-9 3 16,0-3 2-16,4-10-1 0,6-3 0 16,-1-11-5-16,4-2-1 15,-5-4-3-15,-4 0 0 16,-4 0 1-16,-7 0 0 16,-5 7 3-16,-3-1 24 15,-5 8 22-15,-2 3 5 0,-3 7-1 16,-2 3-26-16,-6 9-28 15,-1 8-44-15</inkml:trace>
  <inkml:trace contextRef="#ctx0" brushRef="#br0" timeOffset="51661.71">19772 6461 65 0,'0'0'39'0,"-2"-1"-2"16,1-1-3-16,1 1-1 15,-1 0 4-15,0 0 5 16,0 1 11-16,0-1 2 16,0 0 1-16,0 0-6 0,0 0-9 15,1 0-1-15,-1 0 3 16,0 1 1-1,0-1-3-15,0 0-4 0,0 0-5 16,0 0-4-16,1 0-7 16,-1 0-3-16,0 1-8 15,0-1-2-15,0 0-1 16,0 1-1-16,0 0 0 16,1-1 0-16,0 1-2 15,0 0-1-15,0 0 0 16,0 0 0-16,0 0 2 15,0 0 1-15,0 0 6 16,8 1 2-16,-1 0 6 16,22 2 2-16,-18-3 2 15,-3 2-2-15,1 0-6 16,0 2-3-16,-1-1-5 16,-1 0-2-16,0 0 0 0,4-3 0 15,-3 2-2-15,4 0 1 16,-1-1 0-16,-2-1-1 15,4 1 0-15,-2 2 0 16,2-2-1-16,1 2-1 16,-2-2 0-16,0-1 0 15,-2 1-1-15,0-1 1 0,2-2-1 16,-2 2 0-16,1 0 0 16,0 0 0-16,-1 0-1 15,2 3 1-15,-2-2 0 16,0 0 0-16,0 0-1 15,-2-1 0-15,3 0 0 16,0 3 1-16,-1-3-1 16,1 0 0-16,1 0 0 15,0-2 0-15,2 5 0 16,0-2 0-16,0 0 1 16,0-1-1-16,1-2 0 15,-2 0 0-15,0 0 0 16,1 1 0-16,-1 1 1 15,2 0-1-15,-2 0 1 16,0 2-1-16,1-1 1 16,-4-2-1-16,4 1 0 15,1-1 0-15,0 1 0 16,3 1 0-16,0-2 0 16,-1 0 0-16,1-3 0 0,-1 2 0 15,0 2 1-15,-1-1-1 16,2 0 0-16,-1-1 0 15,2 1 0-15,-1-2 0 16,1 1 0-16,1-2 1 16,-1 0-1-16,-1 2 0 15,-5-3 0-15,0 3 1 0,1-2-1 16,0-2 0-16,3 5 0 16,0 0 0-16,-1-1 0 15,1 0 0-15,1-3 1 16,0 1-1-16,-2 3 0 15,0-3 0-15,-2 3 0 16,-1-4 0-16,2 4-1 16,0 2 1-16,-2 2-1 15,0 0 1-15,-2-2 0 16,1-2 0-16,-2 1 0 16,4-2 0-16,-2 3 0 15,-1 0-2-15,-1 0-1 16,-3 0 0-16,1-2 0 15,-1 1 0-15,0 0 2 16,0 5 1-16,0-3-1 16,-4-3-4-16,3 3-22 15,-4-5-12-15,0 3-42 0,3 2-30 16,-5-2-133-16</inkml:trace>
  <inkml:trace contextRef="#ctx0" brushRef="#br0" timeOffset="54731.04">20981 4762 197 0,'4'-5'118'16,"3"-3"-20"-16,-1-3-39 15,1 0-11-15,0 0 0 16,2 0 10-16,-3-2 24 16,1 3 9-16,0 0-2 15,1 1-10-15,-1 2-25 16,-4 0-12-16,0 3-17 15,-1-2-3-15,-2 2 11 16,1-1 7-16,-3 3 11 16,1 2 1-16,0 0-14 15,0 0-11-15,0 0-15 16,1 0-6-16,-1 0-3 0,0 0-1 16,-8 3 1-16,-24 27 0 15,20-18 1-15,-2 1-1 16,-3 5-1-16,0 2 0 15,1 6-1-15,1 1 0 16,1 3-1-16,-1 2 1 16,1 0-1-16,0-1 1 15,0 2 0-15,2-2-1 16,0-2 0-16,1 0 1 0,3-2-1 16,0 2 0-16,4-2 1 15,-1 1-1-15,4 1 0 16,0-5 0-16,1-2 0 15,2-2 0-15,2-4 0 16,1 2 1-16,3-6-1 16,2-1 0-16,2-1 0 15,1-4 1-15,5-2 1 16,0-1 1-16,4-5 0 16,0 0-1-16,3-5 1 15,-1-1 0-15,2-2-1 16,-1-1 1-16,0-1-1 15,-1 1 0-15,-2-1 0 16,0-1-1-16,-4 1 2 16,1 1-1-16,-5-1 0 15,-3 0 0-15,-2 0 1 0,-4 1 1 16,-2 3 2-16,-2-2 2 16,-1 4 7-16,-1-1 1 15,-3 0 2-15,-2 2-1 16,-4-1-5-16,0-2 1 15,1 2-3-15,-1 2-2 16,2 0-2-16,0 3-2 16,0 1-1-16,1-1 0 0,1 1-2 15,0 1 1 1,3 0-2-16,1 0 1 16,-1-1 1-16,3 0-1 0,0 0 3 15,0 0 1-15,0 0 1 16,1-1 2-16,0 0-2 15,0 0 0-15,0 0-3 16,0 0-2-16,8-2-1 16,24-27 1-16,-21 23-1 15,6 1 0-15,-3-1 0 16,2 3 0-16,0 1 0 16,0 2 0-16,1 3-1 15,1 1-1-15,-2 4 0 16,1 1 1-16,-1 4-1 15,-2 2 1-15,-1 1 0 16,-4 1 0-16,0 1 0 16,-1 1 0-16,-3 0-1 0,2 2 0 15,-5-7 1-15,1-4 0 16,-1-6 2-16,-2-6 0 16,-1-3-3-16,-1-4-2 15,2-4-2-15,0 1 1 16,1-2 4-16,-1-1 1 15,0 1 0-15,0 0 1 16,0 4-1-16,2 4-1 16,0 4-4-16,3 1-1 0,-1 2 1 15,2 0 0-15,3 2 1 16,-1 4 1-16,3 1 0 16,2 1 1-16,-3 3 1 15,0 0 0-15,-3 0 0 16,-1 0 1-16,0-2 0 15,-3-3 1-15,-3-4 3 16,-3-2 1-16,-6-3 0 16,-1-4 1-16,4-1-2 15,-1-6-1-15,2-1-4 16,2 0-6-16,-2 1-4 16,7 0-1-16,0 0 4 15,3 3 2-15,1 2 1 16,-2 3-1-16,2 5-1 15,3 1 0-15,3 3 2 16,2 0 2-16,1 1 1 0,-7-3 1 16,3-1 1-16,-1 0 0 15,2-2 1-15,5 1 0 16,-2-4 1-16,2-2 0 16,-2-3-1-16,-1-2 1 15,0 1 1-15,0-2 1 16,-7 3 7-16,-2 4 6 15,-4 2 7-15,-2 4 0 0,-3 4-9 16,-4 2-6-16,-5 6-9 16,1-1 0-16,-3 5 0 15,0 2 0-15,5 1 0 16,0 0 0-16,6 0 0 16,1-2 0-16,3-1 0 15,2-3 0-15,2-3-1 16,0-3-1-16,3-5 1 15,1-2-1-15,4-5 0 16,0-4 0-16,3-4 0 16,-2 1 1-16,-1-1 1 15,-2 3 2-15,-3 2-1 16,0 0-1-16,1 3 0 16,-1 3-1-16,1 2-2 15,0 2 1-15,-1 3 0 16,0 0 0-16,1 4 1 0,-1 0-1 15,1 5 1 1,1 0 1-16,1-1-1 0,1-1-14 16,1-5-70-16,2 0-28 15,1-8-7-15,1-4 14 16,1-10 71-16,1-5 28 16,-2-1 8-16,-2 1 2 15,2 2 0-15,-3 1 4 16,-5 2 19-16,-1 5 18 15,-5 3 33-15,-2 3 13 0,0 3-6 16,-3 1-17 0,2 0-34-16,0 0-16 0,-6 14-3 15,-15 29 9-15,15-16 15 16,-3 3 3-16,2 8-2 16,3 2-9-16,-3 5-16 15,0-3-4-15,3 2-6 16,-1 2 0-16,-1 3-2 15,3 8-12-15,-8 1-57 16,0-2-68-16,-1-2-219 16</inkml:trace>
  <inkml:trace contextRef="#ctx0" brushRef="#br0" timeOffset="55276.88">22323 4533 778 0,'1'-2'310'0,"-1"-2"-206"0,0 3-16 0,-1 1-29 16,0-1-6-16,0 0-12 15,-9-1-11-15,-23-2-12 16,21 5-2-16,0 5-4 16,-1 2-4-16,-3 8-6 15,0 5-2-15,-2 6 0 16,3 4 0-16,3 2 0 15,4 2 0-15,2-1-1 16,2 0 0-16,6 0-1 16,4-3 0-16,5-1 1 15,2 0-1-15,0-3 1 16,0-2-1-16,3 1 1 16,-3-1 0-16,-2-4 1 0,-1 0 0 15,-5-3 0-15,-1-1 1 16,-4 0 0-16,-5 0 0 15,-5 1 0-15,-4 2 0 16,-5 2-1-16,-1 0-3 16,-4-1-33-16,-1-2-33 15,-3-4-117-15,-2-5-80 16</inkml:trace>
  <inkml:trace contextRef="#ctx0" brushRef="#br0" timeOffset="56743.84">22338 4911 427 0,'9'-3'195'15,"3"-11"-87"-15,1 4-46 16,1 4-18-16,-2 1-12 15,-1 3 8-15,0 1 9 16,-1-5 9-16,-1-4 22 0,0 0 0 16,-1-1-10-1,-1 1-6-15,-3 0-7 0,-2 3-2 16,1 2-7-16,-4 0-4 16,0 5-18-16,-1 0-9 15,1 0-13-15,0 0-4 16,-12 11 0-16,-24 29 1 15,20-17-1-15,-1-2 0 16,0 6 0-16,2 2 0 16,2 0 0-16,3 1 0 15,2-4 0-15,2-2-2 0,5-4-2 16,3-1-2-16,6-7-3 16,6-1-3-16,8-9-6 15,5-2-9-15,9-5-13 16,3-6 0-16,5-6 6 15,1-6 11-15,1-2 17 16,-2 1 5-16,1-2 1 16,-5 0 0-16,0 4 1 15,-1 0-1-15,-9 1 2 16,-1 4 0-16,-12-2 3 16,-5 2 8-16,-5 4 22 15,-9-2 8-15,-2 5 8 16,-2 2-5-16,-4 3-21 15,1 5-8-15,-8 3-10 16,-2 4-3-16,-3 5-1 16,-1 4 0-16,1 7-2 0,-2 1 1 15,2 6-1-15,1 1-1 16,4-5 0-16,3 0 0 16,6-9-2-16,4-2-1 15,5-8-2-15,1-4-1 16,6-6 1-16,3-4 1 15,6-6 3-15,1-3 0 0,3-2 1 16,-3-1-1-16,0 2 1 16,2-1 0-1,-4 7-2-15,1 2-1 0,-4 7-3 16,-3 2-2-16,-3 6-1 16,1 2 1-16,1 6-2 15,-1-1-4-15,1 0-3 16,-1 2-1-16,-1-5 3 15,2-1 6-15,0-3 4 16,-1-2 0-16,4-5-1 16,-2-2-6-16,4-3-18 15,4-2-12-15,0-5-16 16,4-1-20-16,4-5-24 16,-2-5-2-16,4-3 13 15,-1 0 24-15,-2-9 48 16,0 2 18-16,-8-5 22 15,-3-2 15-15,-7 5 30 16,-6 1 10-16,-5 3 9 0,0 4-3 16,-4 6-19-16,-4 2-8 15,0 17-25-15,-2 3-12 16,0 9-15-16,0 5-3 16,1 2-1-16,0 4 0 15,5 3-1-15,4 3 1 16,3 2-2-16,3 2 2 15,5 5-1-15,1 0-10 0,6 3-42 16,1-5-30-16,2-12-53 16,7 0-12-16,3-15 0 15,2-5 23-15,6-4 53 16,-1-10 23-16,2-3 46 16,2 0 6-16,-4-6 15 15,-1-2 8-15,-5-1 26 16,-3-1 14-16,-7 2 20 15,-5-1 11-15,-7 4 6 16,-4 1 2-16,-5 4-5 16,-5 5-15-16,-6 8-35 15,-1 5-17-15,-4 9-30 16,-2 5-2-16,-3 6 0 16,0 2 0-16,5 4 0 15,1 2 0-15,11 1-1 16,0-3-1-16,5-7-2 15,3 0-2-15,6-9-3 16,9 1 0-16,10-5 2 0,1-8 1 16,9-5 6-16,-1-6 1 15,8-5 2-15,1-1 1 16,5-6 5-16,0-2 2 16,-7-4 2-16,-2 2-2 15,-7 1-5-15,-6 0-3 0,-4 5-2 16,-7 3 0-16,-8 2-14 15,-3 3-26-15,-7 3-71 16,0 2-39-16,-6 4-79 16</inkml:trace>
  <inkml:trace contextRef="#ctx0" brushRef="#br0" timeOffset="58925.36">19480 7315 195 0,'-5'1'124'0,"-4"0"12"16,1 0-10-16,0-1-27 15,2 0-20-15,-1-1-41 16,0 0-12-16,1 1-11 15,-1-1-2-15,2 1 4 16,-1-1 4-16,1 1 6 16,2 0 0-16,1 0-9 0,2 0-7 15,-1 0-10-15,0-1-1 16,0 1-2-16,0 0 4 16,1 0 9-16,0 0 3 15,0 0 5-15,0 0-1 16,0 0-3-16,4 1-2 15,9 2-3-15,23 4-1 16,-18-6 0-16,2 1-1 16,4-1-2-16,1 0-2 0,4 1-2 15,-2-2-1-15,2 1 1 16,-1-1 0-16,0-1 0 16,4 0 2-16,-2-1-2 15,2 2 0-15,-4 0-1 16,2 0 1-16,0 0-1 15,-2 0 2-15,3-2 3 16,-4 0 5-16,-1-1 5 16,-1-2 2-16,-2 0-2 15,1-1-4-15,-2 1-3 16,0 3-1-16,-5-3-1 16,1 4 1-16,-3-3 3 15,-3 3 0-15,0 1-1 16,-2 1-1-16,-1 1-4 15,0-1-2-15,0-1 1 0,-2 0 3 16,1 0 8-16,-1 0 3 16,-1 0 0-16,1-1-4 15,1 1-6-15,-1 0-2 16,1 0-3-16,-1 0-1 16,1 2 2-16,-2-2 8 15,1 2 12-15,-2-1 4 16,-1 0 2-16,5 1-5 15,-4-2-9-15,4 2-2 0,-3 0-1 16,0-2-1-16,1 1 0 16,-3-1 1-16,0 1 1 15,-3-1 0-15,-1 0-1 16,0-1-2-16,0 1-2 16,0 0-1-16,0 0-1 15,4 0-1-15,1 1 1 16,-2-1-2-16,-3 0-1 15,1 0-1-15,1 0-1 16,-1 0-1-16,-1 0 0 16,0 0 0-16,0 0-1 15,0 0 0-15,0 0-2 16,4 1-1-16,-4-1-35 16,0 0-35-16,2 0-141 0,0 1-129 15</inkml:trace>
  <inkml:trace contextRef="#ctx0" brushRef="#br0" timeOffset="64025.75">17309 7386 495 0,'-2'0'223'0,"0"-2"-81"16,2 0-116-16,-1 2-16 0,1-1-10 15,0 0 1-15,0 0 0 16,0 0 2-16,0 0 6 15,3-1 5-15,2-3 8 16,3 1 2-16,24-12 1 16,-21 13-4-16,4 1-5 15,0 0-5-15,4 2-5 16,0 1-2-16,8 3-1 16,3 1-2-16,0-1 0 15,4 2 0-15,1-3-1 16,0-3 1-16,4 3 0 15,-2-3 0-15,0 3 0 16,-1 0 0-16,-4 0 0 16,1-1 0-16,0 0 1 0,-1 1-1 15,3-3 0-15,0 0 0 16,2-1 0-16,-1-1 0 16,-4 2-1-16,0 0 1 15,-10 0 0-15,0 0 0 16,-4 0-1-16,-1 0 1 15,4 0 0-15,0-2 0 16,-2 0 0-16,1 2 0 16,-1 0-1-16,-1 0 1 0,-1 1-1 15,-1 1 0 1,-1-1 1-16,0 1-1 0,-1-2 2 16,2 0 4-16,2-2 7 15,0 0 1-15,3-1-1 16,0 1-3-16,-5-3-8 15,0 2-1-15,-6 0 0 16,-1 0 0-16,0 2-1 16,3-2 0-16,-2 0 0 15,2-1-16-15,-2 0-102 16,-1 0-139-16</inkml:trace>
  <inkml:trace contextRef="#ctx0" brushRef="#br0" timeOffset="86456.9">19437 8527 20 0,'0'0'8'16,"-1"0"-3"-16,1 0-1 0,0 0-2 15,0-1 0 1,0 0 1-16,0 1-1 0,0-1 0 15,0 0-2-15,0 0 0 16,0 0 0-16,0 0 0 16,0 0 1-16,0 1-1 15,0-1 1-15,0 0-1 16,0 0 1-16,0-1 0 16,2-2 0-16,-1 1 12 15,0 1 6-15,0-1 7 16,0 1 4-16,0-2-9 15,1 1-5-15,0-2-6 16,0 2-4-16,-2 0-1 16,2 0 3-16,0-2 11 15,1 0 6-15,0-1 9 16,16-21 0-16,-15 19-9 16,2-1-7-16,0 0-8 15,3 2-3-15,0-1 0 0,-1-1 3 16,2 1 3-1,-1 0 1-15,0-1 2 0,0 1-2 16,-2 1-3-16,-1-2 0 16,2 3-3-16,1-3 0 15,0 1 1-15,-1-3 1 16,1 2 2-16,1 2 0 0,1-2-5 16,1 0-1-16,0-2-4 15,-1 0 0-15,0-2-1 16,3 2 0-16,-1-3 0 15,-2-2 0-15,3 3 1 16,-1 0-1-16,-2 2 0 16,2 3 0-16,-2 1-1 15,-1-1 1-15,2 2-1 16,1 0 1-16,-3 0 0 16,-1 0-1-16,2-1 0 15,-2 0 1-15,3 2 0 16,0-2 2-16,3-1 0 15,1 0 2-15,-1 0 2 16,0 0 2-16,-1 1 2 16,-3-1 1-16,1 2-1 15,-3 0-1-15,-2 1 1 0,0 0 1 16,-4 1-2-16,5 2-2 16,-4 2-4-1,-1 1-3-15,-1-1-1 0,-2 0-1 16,0 0-71-16</inkml:trace>
  <inkml:trace contextRef="#ctx0" brushRef="#br0" timeOffset="87589.4">20353 7771 186 0,'-3'0'93'0,"-1"2"-27"15,-3 0-21-15,2 1-21 16,2 2-2-16,-1-1 9 16,2 1 7-16,1 0 9 15,-3-1 1-15,-2 1-15 16,4-1-8-16,-1 2-14 15,0 1-5-15,3 2-5 16,-4 0 0-16,4 1-1 16,1 3 1-16,1 1-1 0,2 2 1 15,-2 1 1-15,2-3-2 16,0-1 1-16,1-2 0 16,2-2 0-16,-5-1 0 15,4-1 1-15,3 2 0 16,-5-3 1-16,5 0 0 15,-1-1 0-15,0-2 1 16,3 2 2-16,1-4 0 0,-4 0 3 16,3-2 2-16,1-4 5 15,1 1 3-15,0-4 6 16,-1 2 3-16,-2-2 6 16,1-1 4-16,-3 1 3 15,-1-4-1-15,-1 0-6 16,0-3-3-16,0-1-3 15,-2-2 0-15,0-2-3 16,-2 0-3-16,0 0-8 16,-2 2-1-16,-1 1-3 15,-1 2 0-15,-3-1 0 16,-2 1 0-16,0 2 1 16,-2 2 0-16,1 3 1 15,-1-1-2-15,-1 1-2 16,-1 1-3-16,0 0-3 15,1 4 0-15,-3 0-2 0,0 2 0 16,2 1-1-16,-2 1 0 16,0 2 1-16,0-1-1 15,-4 2 1-15,2 0 0 16,-3 1 0-16,0 0-1 16,2-2 0-16,-2 2-1 15,3 1-12-15,0 0-12 16,2 4-42-16,4-1-33 0,2 2-107 15</inkml:trace>
  <inkml:trace contextRef="#ctx0" brushRef="#br0" timeOffset="88089.04">20698 7805 437 0,'0'0'202'0,"-3"2"-78"0,-2-2-29 15,4 0-29-15,1 0-9 16,-1-1-6-16,0 0 2 16,0 0 17-16,0 0 9 15,0 1-8-15,1-3-7 16,2-6-30-16,9-22-12 0,-2 21-16 15,2-2-3-15,5-2-2 16,6 2-1-16,5-5 0 16,3 3 0-16,4-3 1 15,-1-1 0-15,3 4 0 16,0 0 1-16,-4 4-1 16,-2 1 0-16,-9 3-1 15,-5 3 0-15,-6 2 0 16,0 2-14-16,-4 2-105 15,-2 2-92-15</inkml:trace>
  <inkml:trace contextRef="#ctx0" brushRef="#br0" timeOffset="88808.02">21231 7444 369 0,'-6'-3'215'0,"-3"-1"-34"16,0-1-43-16,3 2-61 15,3 0-16-15,1-3-13 16,2 2-2-16,0 0 2 16,0-4 1-16,5 0-1 15,3-1-4-15,2-4-13 16,4 0-8-16,4 3-14 15,1 2-5-15,4 6-4 16,-2 3 0-16,-1 3-1 16,-3 2 1-16,-4 3 0 15,0 0 0-15,-6 1 1 16,0 2 0-16,0 3 1 0,-4 3 0 16,0 3 1-16,-3 1-1 15,-3-1 0-15,1 0 1 16,-5-2-1-16,4 0 1 15,0-1-1-15,-1-2 0 16,2 1 0-16,-2-3-1 16,0 3 0-16,4 0 0 15,-2-2 0-15,0 0-1 0,0-3 1 16,0-2-1-16,1-1 0 16,0-3 1-16,4 0-1 15,2 1 0-15,-1-4 0 16,3 0 0-16,1-2 2 15,0-1 1-15,3-5 1 16,1-4 1-16,2 0-1 16,1-3 0-16,1-1 0 15,1 2-1-15,1-5-1 16,1 2 0-16,-1-1-1 16,-1 0 0-16,-1 0-18 15,-2 2-39-15,-1-2-264 16</inkml:trace>
  <inkml:trace contextRef="#ctx0" brushRef="#br0" timeOffset="89343.28">21711 7317 473 0,'-6'2'205'0,"-3"4"-95"0,2 0-73 15,0-2-17-15,4 0-11 16,0 0-3-16,2 0 0 16,2 0 4-16,3-1 17 15,1 1 8-15,7 1 2 16,0-2-3-16,4 0-15 16,4 1-8-16,-3-2-7 15,2 0 0-15,-3 0-2 16,-2-1 0-16,2 3-1 15,-4 0 1-15,0 1-1 16,-2 2 0-16,0-1 0 16,-1 2 0-16,0 0 1 0,-1 3 0 15,-6 1 2-15,2 2 0 16,-5-1 3-16,-4 0 0 16,-1-1-1-16,-3-2 0 15,0 1-3-15,-2-2-2 16,0 2-33-16,1 0-51 15</inkml:trace>
  <inkml:trace contextRef="#ctx0" brushRef="#br0" timeOffset="89640.05">21646 7229 544 0,'0'-2'260'0,"1"-6"-112"0,2 0-41 0,3-2-55 16,4-2-9-16,2-2-4 0,1 0-5 15,3-2-13-15,-4-6-7 16,5 4-8-16,-1 4-4 16,-1 1-2-16,2 8-29 15,-1 2-134-15</inkml:trace>
  <inkml:trace contextRef="#ctx0" brushRef="#br0" timeOffset="90204.62">22039 7171 348 0,'-3'2'170'0,"-6"4"-56"15,1 2-32-15,1 1-36 16,0 4-10-16,-1-2-12 16,2 2-5-16,0-3 0 15,2-1 4-15,3-2 4 16,2 1 1-16,6-4-1 0,1 1-4 15,4-1-6-15,1 0-3 16,3 2-6-16,2 0-3 16,0 0-1-16,3 1-1 15,-2 0-2-15,0 1 0 16,-2-1 1-16,-5 2-1 16,1 0 0-16,0-1 1 0,-5 0 0 15,0-1 1-15,-3-3 7 16,-1 2 7-16,1-1 10 15,-1 0 5-15,-3-1 5 16,-1 2-4-16,-4 1-7 16,0 0-5-16,-3 3-10 15,-4-1-4-15,0 2-2 16,2 1-1-16,-7-2-3 16,3 3 0-16,-2-4-13 15,-2 3-24-15,0-5-90 16,-4-2-84-16</inkml:trace>
  <inkml:trace contextRef="#ctx0" brushRef="#br0" timeOffset="90572.82">22048 7103 447 0,'-3'-1'174'0,"-1"1"-121"0,0-1-31 16,4 1-18-16,-1 0-2 0,0 0 65 16,0 0 29-16,0 0 41 15,0 0 11-15,1 0-55 16,0 0-29-16,0-1-38 15,6-15-10-15,35-29-9 16,-21 24-2-16,1-4-1 16,0 5-2-16,-4 1-1 15,0 4 1-15,-5 5-1 16,-4 2 0-16,-3 3-1 16,-1 2-1-16,1 2-9 15,0 1-20-15,1 3-64 16,-2 3-68-16</inkml:trace>
  <inkml:trace contextRef="#ctx0" brushRef="#br0" timeOffset="92938.81">20331 7793 48 0,'0'-1'27'15,"0"0"0"-15,0-4 4 0,-1 4 14 16,1 0 14-16,0 1 14 15,0-3-10-15,0-5-20 16,0 0-14-16,2-24-20 16,1 21-6-16,-1 3-2 15,1 0-1-15,0 2 0 16,3 2 0-16,-2-1 0 16,-1 1 0-16,0 1 1 15,-2-2-1-15,2 1 1 16,-3-1 0-16,5-1 0 15,-3 1 1-15,0 0 10 16,2 1 4-16,-4 0 6 16,0 2 7-16,0 2 15 0,0 0 7 15,0 0 1-15,0 0-4 16,0 0-23-16,0 0-8 16,0 0-5-16,0 0-1 15,0 0 0-15,-1 0-1 16,0 4-2-16,-2 5-1 15,-2 25-2-15,2-19-1 16,0 2-1-16,0 2-1 16,1 3 0-16,-1-2-1 15,1 5 0-15,2-1-1 0,0-2 0 16,0 2 1-16,-1-6-1 16,-1-1 0-16,2-3-8 15,-1-3-20-15,5 1-135 16</inkml:trace>
  <inkml:trace contextRef="#ctx0" brushRef="#br0" timeOffset="96755.5">22327 7196 296 0,'-1'-2'162'0,"-1"1"-26"0,2 0-24 16,-1 1-25-16,0 0-14 15,0-1-24-15,0 0-10 16,1 1-19-16,0-1-9 16,0 1-14-16,0-1-47 15</inkml:trace>
  <inkml:trace contextRef="#ctx0" brushRef="#br0" timeOffset="97804.58">20522 8045 202 0,'-1'-1'129'0,"0"1"-5"16,-3-1-16-16,4 1-26 16,-1 0-8-16,0 0-10 15,0 0-8-15,0 0-19 16,1 0-8-16,0 0-16 15,0 0-6-15,0 0-7 0,0 0-1 16,0 0 1 0,0 0 0-16,0 0 0 0,0 0 0 15,1 0 0-15,2 1 0 16,1 1 0-16,3 2 0 16,23 17 1-16,-20-19-63 15</inkml:trace>
  <inkml:trace contextRef="#ctx0" brushRef="#br0" timeOffset="99487.709">20625 8071 203 0,'-2'0'84'0,"-2"0"-36"0,3 1-44 15,1-1-3-15,-1 0-1 16,0 0 1-16,0 0 7 16,0 0 9-16,0 0 19 15,0 0 4-15,1 0-6 16,-1 0-8-16,1 0-18 16,0 0-3-16,0 0-2 15,6 1 0-15,11 1 1 16,21 21-1-16,-21-22 2 15,2 1-1-15,0 0-1 16,2-1 0-16,2-1 0 16,-3 0-2-16,2 0 1 15,1 0-1-15,-3 0-1 16,4 1 2-16,2-2-1 0,0-4 1 16,5 0 0-16,-1-1-1 15,-3 1 0-15,3 0-1 16,-5 0 0-16,1 0 1 15,0 2-1-15,-2 0 0 16,2 0 0-16,0 1 0 16,1 0-11-16,0-1-16 0,1 2-14 15,-3-4-2-15,0 0 11 16,-3-1 15-16,0 0 16 16,-1-1 1-16,0 0 0 15,1 0 0-15,2-2 0 16,-1-1 0-16,-1 1 0 15,-2-2 0-15,-1-2 0 16,0 1 1-16,-2-2 0 16,-1-3 15-16,-3 3 5 15,0 1 3-15,0 3 4 16,0 3-13-16,-1-2 0 16,0-3-1-16,-2-1-2 15,2 0 0-15,-1-1-4 16,1 0-2-16,-1 0-1 15,-1 1-1-15,-1 2 3 16,-4 1 14-16,-2 2 18 16,1 1 9-16,-3 0 8 0,1 2-9 15,4 0-13 1,-6 3-5-16,0 0-10 0,0 2-4 16,-1-1-6-16,1 0-4 15,0 1-3-15,0-1 0 16,0 0 0-16,0 0 5 15,-1 0 10-15,1 0 4 16,0 0 9-16,0 0 1 16,0 1-2-16,0-1 0 15,0 0 0-15,0 0 0 0,0 0-1 16,-1 0-3-16,0 0-6 16,0 1-4-16,0-1-5 15,0 1-2-15,1 0-1 16,-2 0-2-16,-7 2-1 15,-25 10 1-15,24-6 1 16,3 1 0-16,-3 1 1 16,-3 0-1-16,0 2-2 15,-4-1-1-15,1 3-1 16,1 1-1-16,0 0 0 16,0-2 0-16,2-2-1 15,0 0 1-15,4-3-1 16,-1 0 0-16,4 2-14 15,-2-2-21-15,2-2-46 16,1-1-19-16,2-1-28 0,0-2-14 16</inkml:trace>
  <inkml:trace contextRef="#ctx0" brushRef="#br0" timeOffset="99936.56">21749 7685 90 0,'0'1'69'0,"-1"0"18"0,-1 1-11 0,2-2-2 15,-1 0 8-15,0 0 18 16,0 0 7-16,1 0-11 16,-1 0-13-16,0 0-36 15,0 0-15-15,0 0-20 16,0 0-6-16,-1 4-6 16,0-2 0-16,0 4 0 15,2 1 0-15,7 24 0 16,5-18 0-16,1 3 0 15,-3-1 0-15,3 2 1 16,-2-4 1-16,2 1 2 0,1-2 0 16,-6-3 0-16,2 0 1 15,-9-5-1-15,1-1 1 16,-2-3 2-16,0 0 0 16,0 0 0-16,-1 0-1 15,1 0-74-15,-1 0-74 16</inkml:trace>
  <inkml:trace contextRef="#ctx0" brushRef="#br0" timeOffset="100488.78">20633 8082 143 0,'0'1'70'0,"-2"1"-11"0,2 1-62 16,0-3-45-16</inkml:trace>
  <inkml:trace contextRef="#ctx0" brushRef="#br0" timeOffset="122683.77">17438 12133 481 0,'-1'2'195'0,"-3"-2"-111"15,3 1-59-15,0-1-21 16,1 0 8-16,-1 0 46 16,0 0 21-16,0 0 31 15,0 0-2-15,0 0-37 16,0 0-22-16,0 0-33 15,1 0-9-15,-3 0-6 16,-1 0-1-16,-2 1 1 0,3 0 0 16,-3 2-1-16,-22 15 0 15,22-13 0-15,-2-1-1 16,-2 1 1-16,1 3-1 16,-1-3 1-16,0-1 0 15,-2-2 1-15,-1-2 2 16,-1-2-1-16,-2-2 0 15,2 0 1-15,1-2-1 16,1-1 1-16,4 3-1 16,1-4-2-16,1-1 0 0,2 0-2 15,2-2-2-15,2 1 1 16,3 0 0-16,4-2 2 16,1-1 0-16,0 3 0 15,1-1-1-15,2 3-1 16,1 2 0-16,2 2-1 15,2 2-2-15,-1 5 1 16,1 2-1-16,-1 3 1 16,-2 3 2-16,0 2 1 15,0 1 1-15,1 5 0 16,-3 4 0-16,-3 2 1 16,-3 0 0-16,-5 4 0 15,2 0 1-15,-6 4-1 16,-5 0 1-16,-4 0 0 15,-3 0 0-15,-3-2 0 16,0-1-1-16,-2-4 0 0,-1-3 1 16,0-2-1-16,-1 0 1 15,0-6-1-15,1 0 1 16,-1-6 0-16,1-3 1 16,3-5 1-16,1-2 2 15,5-5 2-15,1-2 0 16,3-3-1-16,3-2 1 15,4 1-1-15,5 2-2 0,4-4-1 16,2 0-1-16,4 1-1 16,1 0 1-16,5 1 0 15,1 3 0-15,2 0-1 16,1 0-1-16,-1 3 1 16,2-1-1-16,-1 1 0 15,0 3-1-15,0 1-1 16,-1 2 0-16,-1 4-1 15,-5 0-1-15,3 7-2 16,-3-1-1-16,0 2-5 16,-3 2-5-16,-4 0-20 15,-4-1-12-15,-1 0-27 16,2-1-16-16,-5-4-46 16,2 3-73-16</inkml:trace>
  <inkml:trace contextRef="#ctx0" brushRef="#br0" timeOffset="123268.4">17629 12197 744 0,'-4'-2'362'0,"-1"-1"-118"16,0 0-145-16,-1 0-92 15,3 1-6-15,0 0-2 16,0 0-2-16,2 1-1 16,0 1 1-16,1 0-3 15,0 0-2-15,0 0 0 16,0 0 0-16,0 0 3 0,0 0 1 16,3 6 1-1,8 4-1-15,25 25-7 0,-23-22-6 16,4 1-24-1,1 1-12-15,2 2-6 0,0 0-11 16,0 3-4-16,-4-1 2 16,-5-4-7-16,-1 3 11 15,-1-3 27-15,-3-2 13 16,-3-2 21-16,-1-6 7 16,-4 1 5-16,2 1 5 15,-2-3 5-15,-1 0 0 0,-7 1-4 16,-1-1-4-16,-3 0-7 15,-2 2-2-15,-4-2-6 16,1 0-6-16,-2 2-17 16,0-1-22-16,1 0-93 15</inkml:trace>
  <inkml:trace contextRef="#ctx0" brushRef="#br0" timeOffset="123667.77">17571 12153 225 0,'0'-3'119'0,"0"-5"-16"0,0 1-78 16,1 0-26-16,4 1 1 0,-2 1 40 16,1 1 37-16,-2-3 64 15,0 1 22-15,0 1-16 16,1 0-34-16,3 1-64 15,-2-1-23-15,2 1-21 16,2-2-3-16,1 0-1 16,2 1 0-16,1-1-1 15,3 4 0-15,1-5-2 16,2 1-10-16,2 1-47 16,1-1-44-16,-2 2-186 15</inkml:trace>
  <inkml:trace contextRef="#ctx0" brushRef="#br0" timeOffset="125034.62">17930 12160 753 0,'-2'-1'343'15,"-4"-4"-108"-15,5 2-198 16,-1 2-25-16,1 0-13 16,0 0-4-16,0 0-3 15,1 1-1-15,0 0 2 16,-1 0 2-16,0 0 2 16,0 0 1-16,-1 5-3 15,0 3-10-15,-7 27-19 16,7-25-8-16,1 3-8 15,-3 0 7-15,4 1 18 16,-2 1 7-16,1-1 11 0,1 2 3 16,1 0-16-16,-1-3-12 15,5 1-15-15,-2-2-4 16,1-2 16-16,0 0 13 16,0-7 16-16,2 2 6 15,0-2 3-15,2-3 2 16,3-1 2-16,0-5 1 15,3 0-1-15,0 0-1 16,0-1-2-16,-1-2 2 16,-3 0 17-16,-1-2 12 15,-1 2 14-15,0 0 2 0,-2-1-15 16,0 1-10-16,0-1-13 16,-1 1-6-16,-2 0-3 15,-2-1 1-15,-1 1 13 16,-1 0 8-16,-1 2 10 15,1 0 1-15,-3-1-11 16,-1 3-7-16,-2-1-12 16,-2 1-3-16,2 2-4 15,-2-2-1-15,-1 2-1 16,-1-1-1-16,-3 0 0 16,1 1 1-16,-1 2 0 15,0 1 0-15,3 0-1 0,4 0-1 31,4 0-1-31,-1 0-2 0,-7 1-6 0,1-1-3 16,4-1-2-16,4 1-1 16,0 0 5-16,2 0 2 15,0 0 6-15,0 0 2 16,0-1 4-16,8 0 1 16,7-2 0-16,23-4-1 15,-18 5-2-15,0 2-1 16,-1 0 0-16,0 1 0 15,-1 2 1-15,-2 1 0 16,-2 3 1-16,0 0 0 0,-1 1 0 16,-6-1 0-16,3 2 0 15,0 2 0-15,-5 0 0 16,2 0-1-16,-7-1 0 16,0 0 1-16,3 1-2 15,-3 0-1-15,3 0-8 16,0 1-3-16,-2 1-4 15,2-1 1-15,-1-1 7 16,-1-2 4-16,1-3 4 16,-1-3 1-16,1-1 0 15,3-2 0-15,-5-1 0 16,0 1 1-16,8-3 1 16,22-9 0-16,-22 1 2 15,4 0 1-15,-3-3 1 16,0-2 3-16,0 0 6 0,-2-1 3 15,-1 1 8-15,0 0 1 16,-2 2-2-16,-3-1-2 16,-1 0 0-16,-1 1 1 15,-2 1 3-15,-1 2 1 16,-3 1-1-16,1 2-1 16,-6-2-3-16,0 2-1 0,-1 0-6 15,-2 1-4-15,0 3-7 16,0 0-1-16,0 3-2 15,-2 0 1-15,4 3 0 16,-3 0-1-16,3 0-3 16,0 1-3-16,2 3-20 15,-1 0-16-15,1 5-36 16,4 2-18-16,1-2-71 16</inkml:trace>
  <inkml:trace contextRef="#ctx0" brushRef="#br0" timeOffset="125700.43">18487 12131 765 0,'-2'-3'316'16,"-3"-2"-152"-16,4 5-148 0,-2-3-16 16,3 3-22-16,0 0-8 15,0 0 0-15,0 0 3 16,0 0 20-16,2 1 7 15,5 9 4-15,24 24 1 16,-23-22-1-16,4 2-1 16,0-1-2-16,1-1-1 15,3 2 0-15,0-2-1 16,1 1-1-16,-3 0-1 0,-3-2-9 16,-2 3-14-16,0 0-43 15,1-1-25-15,-4-3-67 16,0-2-56-16</inkml:trace>
  <inkml:trace contextRef="#ctx0" brushRef="#br0" timeOffset="126083.72">18628 12085 800 0,'0'-1'316'16,"0"1"-201"-16,-1-1-83 15,1 1-57-15,0 0-11 16,-1 0-1-16,0 0 4 15,1 0 33-15,-1 0 15 16,0 0 9-16,-9 1 0 16,-23 12-11-16,20-3-7 15,1 1-8-15,1 0-3 16,-4 4-2-16,1 1 1 0,-1 4 1 16,-1 3-12-16,7 7-48 15,-3 0-39-15,2 3-104 16,4 3-69-16</inkml:trace>
  <inkml:trace contextRef="#ctx0" brushRef="#br0" timeOffset="126901.05">18973 12072 661 0,'0'0'245'0,"-3"-1"-163"0,3 1-98 16,0 0-3-16,-1 0-2 15,0 0 4-15,-1 2 8 16,-2 8 5-16,-35 22 6 16,22-19 2-16,-4-2 2 15,-1-2-2-15,0-1-2 16,1-3 0-16,0 0-7 15,0-5-1-15,7-6 3 16,2 0 2-16,3-7 7 16,5 4 1-16,1-4 4 15,2 1 2-15,4-1 9 16,-1-1 2-16,9 5 3 16,-1-4 0-16,5 3-3 15,4 2-3-15,0 0-8 16,1 4-3-16,0 3-8 0,0-1-1 15,-3 2-1-15,3 3-2 16,-4 2-2-16,-1 6 0 16,0 6 0-16,-6 4 0 15,-2 8 0-15,-1 4-2 16,-8 4-12-16,0 2-23 16,-8 3-37-16,-3-1-11 15,-1-2 6-15,-1-4 23 16,-2-10 38-16,-2-3 14 0,1-7-12 15,-1-4-15-15,2-5-10 16,1-4 5-16,0-6 55 16,3-1 37-16,3-5 42 15,2-5 8-15,4-3-24 16,2 0-14-16,5-1-31 16,6 2-11-16,4 1-14 15,3-1-3-15,2 3 0 16,2 4-1-16,1 5 1 15,0 3-2-15,1 3-3 16,-2-1 0-16,3 5-3 16,-2-3-4-16,-1 5-26 15,0 2-19-15,-3-1-51 16,-4 1-48-16</inkml:trace>
  <inkml:trace contextRef="#ctx0" brushRef="#br0" timeOffset="127333.89">19200 12094 1164 0,'0'0'397'0,"1"2"-379"16,1 1-53-16,-2-3-52 15,0 0-12-15,0 0 15 16,4 3 18-16,5 3 54 16,19 21 16-16,-21-22 7 15,4 2-1-15,-6 3-4 16,5 1-3-16,-3 2-2 15,-1-1-1-15,3 0 1 16,-4 1-1-16,-3 0 0 16,-1 2 0-16,-3 5 0 15,-1 3-1-15,0 2-5 16,0 3-7-16,-7-5-15 16,-2-3-5-16,-1 1-8 0,-3-6-6 15,7-2-21-15,-1-2-17 16,-2-8-47-16,1-1-60 15</inkml:trace>
  <inkml:trace contextRef="#ctx0" brushRef="#br0" timeOffset="127568.209">19114 12056 639 0,'0'-5'398'16,"2"0"4"-16,-1-9-262 16,3 3-57-16,5 0-57 15,1-4-18-15,5 3-18 16,1-3-5-16,0 0-12 16,4-2-11-16,0 6-36 15,-2 1-34-15,3 2-124 16</inkml:trace>
  <inkml:trace contextRef="#ctx0" brushRef="#br0" timeOffset="128618.02">19523 12108 884 0,'0'-1'394'0,"-3"-1"-123"16,2 2-297-16,0-1-67 0,0 0-93 15,0 1-4-15,0 0 50 16,0 0 70-16,0 0 134 16,-5 2 28-16,-4 9 9 15,-20 23-22-15,21-18-47 16,-1 0-17-16,2 1-14 15,0 0 0-15,4-1-1 16,1 0 0-16,3-2 0 16,0-1 0-16,1-2 0 15,0-3-2-15,2 1-10 16,2-2-5-16,3-2-7 16,0-2 2-16,3-3 15 15,1-2 7-15,2-4 12 16,3-3-1-16,1-3-9 15,1-2-3-15,-5-1-5 16,3 1 1-16,-5 0 5 16,2 1 5-16,-3 4 18 0,-2-3 10 15,-3 3 8-15,-5-1-1 16,0 2-17-16,-4 0-9 16,1 1-12-16,-2 0-2 15,-3 0-6-15,-1 0-2 16,-9 0-2-16,2 1 1 15,-3 1 6-15,-2 2 1 16,4 2 2-16,-2-3 0 16,7 4 0-16,1-1 1 0,4-1-1 15,2 2-3-15,1-1-28 16,2 1-15-16,1-1-20 16,0 0-1-16,0 1 30 15,14-7 18-15,25-15 28 16,-20 18 7-16,0-5 0 15,0 0-2-15,3 7-8 16,0-4-3-16,-2 6-4 16,-1 0-2-16,-4 1-1 15,-1 1-1-15,-2 3 0 16,0 2-2-16,-4 3-4 16,-1 2-3-16,-2 2-10 15,-2 0-7-15,-4-1-9 16,-1 3 0-16,0 0 9 15,-2-3 6-15,1 5 13 16,0-3 3-16,2-1 3 0,1 1-1 16,0-4-18-16,1-1-14 15,2-1-6-15,2-1 3 16,2-3 19-16,1-2 16 16,1-3 6-16,1-3 1 15,1-6 1-15,1-1 1 16,0-2 13-16,1 0 16 15,-1-3 42-15,-1 2 15 0,-2-2 17 16,-1 1-4 0,-3 1-14-16,-1-1-6 0,-4 1-8 15,0 1-4-15,-2 1-5 16,-1-1-1-16,-3-1-4 16,0 0-5-16,-2 2-13 15,-1 0-8-15,-2 4-16 16,-2 0-5-16,-5 1-15 15,-1 0-12-15,-1 6-23 16,-3 1-15-16,-1 3-60 16,2 5-71-16</inkml:trace>
  <inkml:trace contextRef="#ctx0" brushRef="#br0" timeOffset="136283">21110 11706 521 0,'-1'-4'261'16,"0"-2"-53"-16,2 3-147 15,0-1-17-15,-1 2 4 16,0 1 17-16,0 0 29 15,-1 0 10-15,0 0-1 16,0 0-18-16,0 0-40 16,0 1-16-16,1 0-22 0,0-1-3 15,0 1-4 1,-1 0 0-16,1 0-2 0,-1 0-1 16,0 0 0-16,0 0-1 15,0 0 1-15,-3 7 1 16,-27 29 0-16,25-22 0 15,0 3 1-15,1 3 0 16,-4 2 0-16,-4 1 1 16,1 2 0-16,0 2 0 15,2 2 1-15,3 1-1 16,-2 1 0-16,2-4 1 16,-2-2-1-16,1-2 0 15,0-6 1-15,3 1-1 0,3-3 1 16,-2-2-1-16,4 2 0 15,2-3 0-15,2-3 0 16,1 1-1-16,2-4 1 16,3 0 0-16,1-2 0 15,2-2 0-15,1-2 1 16,4-1 0-16,-6-5 1 16,0-3 0-16,0-2-1 15,-3-2 1-15,2 0-1 16,2 2 1-16,-3 0 0 15,-3 0 0-15,0 1 3 16,-2 2 1-16,-2 1 4 16,1 3 3-16,-4-1 7 0,-1 0 1 15,-1-1-2-15,-1 0-2 16,-3 3-7-16,0-2-1 16,0-1-3-16,0 3-1 15,-3-2-2-15,1 3-2 16,-4 0-1-16,0-1-2 15,1 1-1-15,-1 4-1 16,1 1-5-16,-3 0-6 16,2 4-19-16,-2 0-14 15,6 2-26-15,2-3-17 0,2 0-54 16,3-4-35-16,3-2-167 16</inkml:trace>
  <inkml:trace contextRef="#ctx0" brushRef="#br0" timeOffset="137082.1">21324 11773 432 0,'-2'-2'260'0,"-1"-1"-25"15,-1 0-126-15,3 0-35 16,-2 1-41-16,2 1-4 15,0 0 7-15,0 1 4 16,1-1-6-16,-1 0-9 16,0 1-22-16,0 0-4 0,0 0-3 15,0 3 1-15,1 14 0 16,2 22 2-16,-2-16 0 16,1 2 1-16,-1 4 0 15,2 0 0-15,-2-3 0 16,-1-4 0-16,0-4 0 15,-1-2 1-15,1-3-1 16,1-1 0-16,0-7 0 16,0-1 1-16,-1-4 4 15,1 0 3-15,0-1 4 16,0 0 3-16,-1 0 16 16,-1-13 10-16,-1-26 20 15,3 22 5-15,1-2-6 16,2-4-8-16,-1 2-22 0,-1 0-8 15,2 2-15-15,-1 3-5 16,2 2-2-16,0 1 0 16,0 2 0-16,-1 0 0 15,2 4 0-15,1 1 0 16,0-2-1-16,1 4 0 16,-3 0-1-16,-1 0-2 15,3 3-2-15,-1 1 0 16,2 1-3-16,0 0 0 0,3 5 1 15,0 1 0-15,1 4-2 16,-4 1-3-16,2-1-11 16,-2 2-7-16,1 0-23 15,3 2-11-15,-5-3-29 16,0 0-15-16,-2-3-15 16,1-2-6-16,2-6-21 15,1-1-23-15</inkml:trace>
  <inkml:trace contextRef="#ctx0" brushRef="#br0" timeOffset="137799.5">21575 11768 215 0,'2'-7'151'0,"1"-8"30"16,0 2-4-16,-3-1-9 16,1 2-7-16,-2 3-30 15,0 1-18-15,1 7-39 16,-3-2-16-16,3 3-27 0,0 0-11 15,-1 0-15-15,0 0-4 16,1 0-2-16,-1 0 0 16,0 0-1-16,-4 3 1 15,0 11-1-15,-24 20 1 16,23-15 0-16,0-1 1 16,0 4-1-16,-1 1 0 0,-1 3 1 15,-1-2 0-15,0 3 0 16,3 1-1-16,0-6 1 15,1 1 0-15,-1-6 0 16,2-3 0-16,-2-6 0 16,1-3 0-16,5-2 2 15,-5-3 0-15,5-2 1 16,-1 1 0-16,0 1-2 16,0-1 0-16,1-11-1 15,4-28 1-15,2 19 0 16,-5-4 0-16,5 1-1 15,2-1-2-15,3 1-2 16,2 0-2-16,-1 2 0 16,1 2 2-16,-2 3 3 15,1 3 1-15,-3 2 3 16,-3 0 1-16,0 5 7 16,-2-1 2-16,-1 6-1 15,-2 1-2-15,1 1-9 0,-2-1-2 16,0 1-4-16,0 0-1 15,0 0 3-15,0 0 0 16,1 6 2-16,2 10 0 16,4 21 1-16,-4-18-1 15,-1 3 1-15,0-2-1 16,3 5 1-16,-1 2 0 16,0 3 0-16,0-2 0 0,-4-3 1 15,4 1 1-15,-3-5 0 16,0-3 0-16,-1-4 2 15,-1-4 2-15,0-1 4 16,-1 1 2-16,3-1 1 16,-1-2-1-16,-1-4-5 15,1 2-2-15,-2-3-3 16,2-2-5-16,0 0-55 16,0 0-88-16</inkml:trace>
  <inkml:trace contextRef="#ctx0" brushRef="#br0" timeOffset="141266.74">17175 12736 196 0,'0'-1'102'0,"-4"1"-28"0,2-1-28 16,1 0-27-16,0 0 1 16,0 0 23-16,0 0 16 15,0 0 32-15,0 1 3 16,0-1-18-16,1-1-16 15,-2-2-35-15,1-1-10 16,0 2-14-16,0 2-1 16,0-1-2-16,1 1 0 0,0 1 1 15,0-1 1 1,0 0 0-16,0 0-1 0,7-4 1 16,25-13 0-16,-21 14 0 15,0-2 0-15,0 3 0 16,4 0 0-16,1-1 0 15,2 0 0-15,3 0 0 16,0-1 0-16,3 0 0 16,2 2 0-16,4-1 0 15,-4 2-1-15,1 1 1 16,-2 0-1-16,0 5 0 16,2 1 0-16,-1-1 1 15,0 1 0-15,0 0 0 16,0-3 1-16,3 3-1 15,2-1 0-15,1-1 0 0,2 2 0 16,-2-4-1-16,2 2 1 16,-4-3 0-16,-1-2 0 15,-1 0 1-15,-2-3 0 16,1 1 0-16,3 2-1 16,2 1 0-16,3 1 0 15,-1 2 0-15,-2 1-3 16,2 4-6-16,-2 0-5 15,0 2-12-15,1-1-4 16,-2-1 0-16,3-1 4 0,-1-3 10 16,-1 2 5-16,0-2 6 15,-1 0 3-15,-5-5 2 16,3 2 0-16,-4 0 0 16,1 1 1-16,1 4 0 15,-2-4 0-15,2 1 0 16,-3-2 0-16,6 2-1 15,1-1 1-15,2-1 0 16,3 0 0-16,-4-2-1 16,-1-2 2-16,-2-4 0 15,1-3 1-15,1-3 5 16,2-1 6-16,-2-4 9 16,3 3 4-16,-1 0 1 15,1 0-5-15,1 3-7 16,0 0-5-16,-1 4-3 0,-1-3-2 15,-2 1-1 1,1-2 1-16,1 1 1 0,-2 0 0 16,2 1 3-16,0 1 1 15,-1 0 0-15,0-3-2 16,2 4-4-16,-1-1-1 16,-3-2 6-16,-1 0 5 15,-4-3 14-15,-3 0 6 16,0 4 4-16,-1-2-3 0,1 0-16 15,0 3-6-15,0-3-12 16,0 7-2-16,-1-1-8 16,-3-4-24-16,-2 4-73 15,-1 1-56-15</inkml:trace>
  <inkml:trace contextRef="#ctx0" brushRef="#br0" timeOffset="143032.04">18771 12858 413 0,'-3'0'159'0,"-2"-2"-103"0,-1-2-9 0,2 3-6 15,-2-2 6-15,2 2 1 0,1 2 3 16,-3-1 7-16,1 0-7 16,1 2-16-1,-1-2-11-15,0 0-16 0,1-1-4 16,1 1-3-16,-1 0 0 15,1 0 3-15,3 3 2 16,-1-2 0-16,0-1 0 16,0 0-3-16,0 0-3 15,0 0 1-15,0 0 1 16,0 2 8-16,-3 3 11 0,-5-2 23 16,-25 22 11-16,21-23 14 15,1 1-7-15,-2 0-19 16,2 0-10-16,0 0-18 15,-3-2-5-15,6 1-5 16,-2 1 0-16,1-3 0 16,3 1 1-16,-1-1-1 15,-1-4 0-15,3 1-2 16,1 2 0-16,-1-3-1 16,3 3 0-16,-1 0 1 15,-2-4 2-15,0 3 4 16,4-1 2-16,-3 0-1 15,5 1-1-15,0-2-7 16,0 1-2-16,0 2-2 16,0 0-2-16,-1 0-1 0,0 0 1 15,1 1 0-15,0-1 1 16,0 0 2 0,2-3 1-16,4-5 0 0,29-21 0 15,-21 19 0-15,-5 0 0 16,1 2 0-16,-1 0 0 15,0 4 0-15,2 0-1 16,0 0-1-16,2 3 0 0,-3 1-1 16,1 2 0-16,-1-1 0 15,-1 2 0-15,3 5 1 16,-2-2 0 0,-1 4 1-16,1 0 0 0,-3-3 1 15,1 1 0-15,-1 6 0 16,-1-1 0-16,0 1-1 15,-3 2 1-15,1 2 0 16,-1 0 0-16,-3 2 1 16,0 3 0-16,-3-3 0 15,-1 3 1-15,-1 1-1 16,-2 0 1-16,-2 0-1 16,2-3 1-16,-1 0 0 15,-1-3 0-15,0-1 0 16,-1 1 0-16,-1-4-1 15,1 4 0-15,0-5 0 16,0 1 0-16,-2 0 1 16,2-2 0-16,0-1 1 0,-2-2 0 15,2-2 0 1,1-3 1-16,-4 1 2 0,-1-4 0 16,5 1-1-16,0-1 1 15,2 0-1-15,1 2 0 16,-5-6 0-16,3 1 1 15,-6-4 0-15,3-3 0 0,3 2-1 16,-3-1-1-16,6-2-2 16,-1 3-1-16,2-3-1 15,-1 0-2-15,5 2-2 16,-1-2 0-16,2 4-1 16,2 0-1-16,3-2 2 15,0-2 1-15,1 0 0 16,3 0 2-16,-1 2-1 15,1 2 1-15,3-2-1 16,0 2-1-16,-2 0 1 16,3 1-2-16,-5 1 1 15,1 1-1-15,3 0 2 16,-4 3 1-16,1 1 0 16,-2 0 0-16,1 2 1 15,1 0-1-15,-1 1 0 16,2 0 1-16,-2 0 0 15,-1 1 0-15,1-1 0 16,-1 2 0-16,1 0-1 0,0 2 1 16,-1-1 0-16,0 1 0 15,-2 0 0-15,-2-1 0 16,1 1 0-16,-1-1 0 16,3 0 0-16,-1 1 0 15,1 1 1-15,2 1-1 16,-1-1 0-16,2 1 0 15,-2-5 0-15,1 3 0 0,0-3 0 16,1 3 0-16,1-5 0 16,2 4 0-16,-1 2 0 15,-3-4 0-15,5 4 1 16,-2-5-17-16,1-1-123 16</inkml:trace>
  <inkml:trace contextRef="#ctx0" brushRef="#br0" timeOffset="147684.34">14477 12454 434 0,'-3'0'188'0,"-3"-2"-96"16,3 2-26-16,-2-4-33 16,0-2-8-16,4 3-15 15,-3-1-3-15,2 3 0 16,4 1 4-16,-3 1 7 0,1-1 1 15,-1 0-4-15,0 0-5 16,1 0-8-16,-1 0-2 16,0 1 0-16,-4 8 0 15,-12 25 0-15,14-24 0 16,-2 5 0-16,2-1 0 16,1 6 0-16,1 2 0 15,-1 2-1-15,2 1 1 16,-1 1 0-16,1 0 0 15,2-3 0-15,0 2 0 0,3-5 1 16,-2-1-1-16,2-4 0 16,2-2 0-16,0-2 0 15,5-3-1 1,2-2 0-16,0-1 1 0,3-6 0 16,-3 1 1-16,1-7 1 15,3-3 0-15,-3-2 0 16,-1-4 0-16,-1-6 1 15,-1-3-1-15,-2-4 0 16,-1-3 0-16,-1 0 0 16,-3-1 0-16,0 3 0 15,-2 2 0-15,-3 2 10 16,-3 3 13-16,-2 3 30 16,-2 1 18-16,-2 5 22 15,2 3 0-15,-3-1-8 0,3 5-9 16,-5-1-20-16,-2-2-9 15,0 6-17-15,0 0-8 16,1 2-13-16,-2 0-6 16,5 5-8-16,-2 2-4 15,3 8-15-15,3 3-9 16,-4 2-27-16,2 6-17 16,2 0-33-16,-1 3-20 15,8 2-52-15,0-1-44 16</inkml:trace>
  <inkml:trace contextRef="#ctx0" brushRef="#br0" timeOffset="148097.75">14850 12218 556 0,'-5'0'253'0,"-2"0"-110"16,0 2-82-16,3 2-53 0,1 3-7 15,-1 6-2 1,2 0-2-16,1 5 2 0,-3 3 1 15,2 3 0-15,-2 3 0 16,2 5 0-16,2 0 0 16,0 6 0-16,0 2 0 15,1 2 0-15,2 2 0 16,1-1 1-16,3-1-1 0,7-4 0 16,2-3 0-16,4-8-28 15,3-1-13-15,-2-11-27 16,5-1-18-16,2-7-47 15,3-4-70-15</inkml:trace>
  <inkml:trace contextRef="#ctx0" brushRef="#br0" timeOffset="148764.84">15044 12394 853 0,'-2'-1'332'0,"-3"-4"-206"16,5 2-118-16,4 0-7 0,5-2-4 0,-2-1 0 15,3-4 2-15,1 1 1 0,-3 2-1 16,1 4 0-16,1 3-1 16,1 2 1-16,-1 4-1 15,1 0 1-15,-1 4 1 16,-2 1-1-16,-1 1 1 15,-1-2 0-15,-1 2 1 16,0-2-1-16,4 1 0 16,-2 4-2-16,-2-2-13 15,1 5-6-15,-4-7-5 16,-2 0 1-16,0-6 14 16,0-1 8-16,0-4 14 15,-2-1 7-15,2 0 3 16,-1 0-2-16,2-18-9 15,6-32-5-15,1 18-3 16,5-1-2-16,-3 1 0 0,2 7 0 16,-3 4-2-1,-1 5 1-15,-1 6 0 0,2 2 0 16,-6 6-2-16,0 2 1 16,0 4 0-16,0 0 1 15,-3-3 1-15,0 0 1 16,2 3 0-16,5 10 0 15,15 25-1-15,-15-21 0 16,2 1 0-16,-2-1-2 16,0-1-25-16,0-1-23 0,1-3-92 15,2 1-119-15</inkml:trace>
  <inkml:trace contextRef="#ctx0" brushRef="#br0" timeOffset="149280.84">15297 12105 716 0,'-2'-1'263'0,"-1"-2"-204"15,2 2-53-15,1 0-11 0,0 0-1 16,0 0 3-16,5-1 2 16,3-2 1-16,21-15 2 15,-23 13 10-15,-3 0 3 16,2-1 3-16,1 7-2 15,2 0-10-15,1-1-5 0,1 5-1 16,3 1 0 0,-1 3-7-16,1 4-10 0,0-1-37 15,-2 1-16-15,-1 4-19 16,-2 1-2-16,-1 3 23 16,-4-1 15-16,-1 1 27 15,-1 0 11-15,-3-1 14 16,1-1 8-16,0-2 21 15,-2-4 8-15,3-3 7 16,0-4-6-16,1-3-14 16,6-3-5-16,5-8-8 15,1-5-1-15,7-6-47 16,2 0-51-16</inkml:trace>
  <inkml:trace contextRef="#ctx0" brushRef="#br0" timeOffset="149648.31">15355 12630 475 0,'0'-1'218'0,"1"-2"-81"0,1-1-57 0,-2 3-24 15,0 0-1-15,1 1-10 16,9-3-10-16,25-28-12 15,-21 21-4-15,4 0-6 16,3-1-3-16,4-1-6 16,4-3-2-16,4 0-15 15,4 1-35-15,-8-1-153 16</inkml:trace>
  <inkml:trace contextRef="#ctx0" brushRef="#br0" timeOffset="150198.31">15463 12751 598 0,'0'0'232'15,"0"0"-133"-15,4-1-96 16,-4 1 1-16,0-1 3 16,1 0 1-16,9-1 3 15,23-10 5-15,-21 9 7 16,1 0 4-16,0-2 0 15,-1 3-6-15,-1 0-9 16,4 1-4-16,-5 3-5 16,1 0 0-16,-3 3-2 15,0 3 0-15,0 1 0 16,-1 1 0-16,-2 3-1 0,-2-2-1 16,1 3-10-16,0 2-3 15,-3 1-2-15,-1-1 1 16,-3 0 9-16,0 0 4 15,1-3 2-15,-2 2 2 16,3-2 0-16,-3-2-1 16,3-3 0-16,0-4 0 15,2-2 2-15,5-1 4 0,0-3 4 16,5 0 1-16,2-7-2 16,1-5-4-16,9-4-5 15,3-5-2-15,4-4-58 16,4 0-74-16</inkml:trace>
  <inkml:trace contextRef="#ctx0" brushRef="#br0" timeOffset="150581.07">15706 12060 876 0,'-5'1'384'0,"-7"-4"-216"0,3 2-42 15,7 1-99-15,-2-6-15 16,5 3-16-16,4 0-3 15,8 1-1-15,5 3 2 16,8 5 3-16,0-1 1 16,8 6 0-16,3 2 1 0,2 2 0 15,3 5 1-15,-5 4 0 16,1 2 0-16,-2 5 0 16,-2 4-13-16,0 11-52 15,-6 4-37-15,-5 11-103 16,-5 1-69-16</inkml:trace>
  <inkml:trace contextRef="#ctx0" brushRef="#br0" timeOffset="154630.94">20989 12256 621 0,'-7'2'242'16,"-5"2"-161"-16,0 3-57 16,4-2-24-16,0 0-2 15,1-1 2-15,1-1 23 0,-2-1 47 16,1 1 15-16,1 0 13 16,0 0-22-16,2 0-44 15,-1-1-16-15,3-1-13 31,0-1-2-31,1 0-1 0,0 0 0 0,1 0-1 16,-1 0-1-16,0 5-1 16,1 1 0-16,3 5 1 15,18 17 1-15,-2-23 1 16,4 2 7-16,2-7 15 16,4 0 5-16,0-1 2 15,3-2-7-15,1 1-12 16,1 0-6-16,4-2-3 15,-3-1-2-15,-4-2-29 16,-2 1-18-16,-6 1-53 16,-3 1-41-16,-6 4-141 0</inkml:trace>
  <inkml:trace contextRef="#ctx0" brushRef="#br0" timeOffset="155113.99">20931 12532 1207 0,'-3'-1'450'0,"0"-2"-345"0,2 1-68 0,1 1-42 16,0 0-11-16,0 1-3 16,12-4 2-16,25-2 6 15,-21 6 5-15,-4 4 4 16,2 0 0-16,-2 1 0 16,-5 0 0-16,5 1 0 15,-3 1-1-15,2 2-3 16,1 4-7-16,-5 2-14 15,-1 1-9-15,-4 3-21 16,3 1-11-16,-4 1-25 16,-4 2-12-16,1 2-7 0,-5-2 11 15,4 1 39-15,0-3 21 16,0-5 33-16,-1-2 6 16,3-8 2-16,0-2 1 15,6-2 20-15,3-4 35 16,9-6 32-16,4-3 8 15,8-6-18-15,7 2-33 0,1-5-45 16,3-1-38-16</inkml:trace>
  <inkml:trace contextRef="#ctx0" brushRef="#br0" timeOffset="155531.51">21783 12244 1080 0,'0'0'430'15,"0"-1"-268"-15,4-3-124 0,-4 3-15 16,0 0-21-16,0 1-2 15,0-1 0-15,7-4 1 0,-1 1 1 16,24-18 0-16,-18 14-2 16,1-2 0-16,2 0-42 15,2 1-29-15,-2 2-113 16,-2 1-78-16</inkml:trace>
  <inkml:trace contextRef="#ctx0" brushRef="#br0" timeOffset="155746.34">21742 12461 1097 0,'1'-4'403'0,"8"-6"-320"0,4-2-51 15,12-1-50-15,8-5-32 16,3 1-73-16,-1 0-57 16</inkml:trace>
  <inkml:trace contextRef="#ctx0" brushRef="#br0" timeOffset="156413.14">22204 11955 918 0,'2'-1'386'0,"-2"-4"-212"16,2 2-104-16,-2 2-66 15,0 0-5-15,0 0-6 16,0 1 1-16,1-1 5 16,3-1 1-16,-2 0 5 15,1 1 3-15,2 0 1 0,2 0 1 16,24 1-5-16,-20 1-1 15,2 3-3-15,0 0-1 16,0 5-2-16,-1 0-1 16,-5 3-27-16,-4 2-6 15,-3 2-1-15,-1 2 0 16,-7 2 29-16,-3-2 7 16,-4 1 3-16,-2-3 1 15,4-2-1-15,4 1-2 0,3-5 0 16,5 0-3-16,1-4-10 15,4-2-4-15,5-1-2 16,-1-1 1-16,5-2 11 16,0 0 6-16,-1 0 1 15,-1 0 2-15,-3 1-1 16,0 3-1-16,-2 3-1 16,0 2-1-16,-1 5-1 15,-4 1 0-15,-1 2-7 16,0 0 0-16,-5 1 2 15,-2 1 3-15,0 0 8 16,-5-1 2-16,-2 0-1 0,0-2-1 16,-4-4-3-1,3 3-1-15,-1-3-7 16,0-4-17-16,2 0-80 16,-1-5-60-16</inkml:trace>
  <inkml:trace contextRef="#ctx0" brushRef="#br0" timeOffset="156782.31">22733 11941 859 0,'-3'3'286'0,"-4"2"-364"16,3 5-103-16</inkml:trace>
  <inkml:trace contextRef="#ctx0" brushRef="#br0" timeOffset="157265.34">22689 12007 338 0,'0'3'196'0,"-1"2"-22"15,0 1-107-15,-2 0-28 16,2 5-17-16,0 3 7 16,1 0 21-16,-2-1 8 0,2 5 1 15,0 0-12 1,-1 7-25-16,1 2-10 0,-2-1-8 16,0 3-2-16,-2-1 0 15,-1 2 0-15,1-3 0 16,-4-2 1-16,3-6 1 15,0-4 2-15,2-9 5 16,1-2 9-16,1-4 26 16,0-5 1-16,1 5 3 15,0-1-8-15,4-23-27 16,5-29-3-16,0 16-7 16,0-2-1-16,0 3 3 15,-1 2 3-15,-2 8 27 16,0-2 18-16,-2 5 31 15,-1 0 10-15,0 3-20 0,0 6-18 16,1 2-36-16,-1 6-15 16,0 5-8-16,0 1-3 15,-1 2-2-15,-2-2 0 16,0 0 0-16,0 0 1 16,0 0 1-16,3 7 1 15,4 5-8-15,15 21-6 16,-16-24-1-16,-1 2 0 15,0 0-3-15,-2 0-1 0,1 1-26 16,3 1-18 0,0-2-37-16,-2-2-32 15,1-3-102-15,2-3-82 0</inkml:trace>
  <inkml:trace contextRef="#ctx0" brushRef="#br0" timeOffset="157929.1">22918 12045 499 0,'4'-4'278'0,"3"-4"-49"16,-2 4-42-16,-4 1-65 16,-1 0-25-16,1 3-28 15,-2-1-16-15,0 0-22 16,1 1-12-16,-1 0-20 16,0 0-2-16,0 0 1 15,1 0 0-15,-1 0 2 0,-6 11 0 16,-15 24-1-1,18-18 1-15,-6 4-1 16,2 2 1-16,-3 3-1 0,0 0 1 16,-1 0 0-16,-4-1 0 15,2-3 2-15,-1-3-1 16,3-3 1-16,3-2-1 16,2-6-1-16,2-1 1 15,4-4 4-15,0-3 3 16,1-5 4-16,0 4 10 0,0 1 0 15,5-19-2-15,11-28-5 16,-5 17-9-16,5-4-8 16,3 0-5-16,-5 0-4 15,1-2 2-15,-1 1 3 16,1 5 4-16,0-4 2 16,0 5 1-16,2 5-2 15,0-2-3-15,1 11-3 16,-2 4-1-16,-4 6 1 15,-3 1 1-15,-4 4 2 16,1 0 1-16,-2 3-1 16,0 1 3-16,1 7 1 15,1 1 2-15,-1 7 1 16,-3 6-3-16,-2 1-1 16,1 4-1-16,-2 3 2 15,-2-7 0-15,1 6 3 16,-2-5 3-16,1 4 2 0,2 2 2 15,-4-1-2-15,3 0-2 16,-3-6-3-16,2-1 0 16,3-9-1-16,-1 0-1 15,0-8 1-15,1-1-1 16,-2-4-6-16,1-3-11 16,1-1-50-16,-1 0-58 15</inkml:trace>
  <inkml:trace contextRef="#ctx0" brushRef="#br0" timeOffset="188359.43">6514 6532 126 0,'-1'1'55'0,"1"4"-19"16,-1-4-9-16,0-1-1 16,1 0 0-16,-1 0-6 15,0 0 7-15,0 0 12 0,0 0 2 16,1 0 2-16,0-1-6 15,0 1 0-15,-1-1 16 16,0 0 6-16,0-3 0 16,0 0-5-16,1 2-6 15,0 1 4-15,0 0 8 16,0 0 4-16,0 0-2 16,0 0-8-16,0 0-23 15,-1 0-10-15,0 1-16 16,0-1-2-16,1 1 0 15,-11 1 3-15,-19 11 5 16,19-7 2-16,1 1 3 16,4 2-1-16,-2 0 4 15,1 2 1-15,1 3 1 16,-1 0-3-16,2 3-6 16,0 1-4-16,-1-1-4 15,-1 2 0-15,0 4-3 16,-1-4 2-16,0 0-1 15,0-1 2-15,0-2 5 16,2 3 0-16,2-2 0 0,0 0-2 16,-1-4-4-16,1 1-2 15,0 1 0-15,3-2 0 16,0 5 0-16,0-1 0 16,0 1-1-16,-1-1 0 15,1 3 0-15,-2 1 0 16,1 2 1-16,1 2-1 0,0 2 1 15,1-1-1-15,-2 1 0 16,-1-2 1-16,1-3-1 16,0 2 1-16,0-1-1 15,2 0 1-15,0 3-1 16,-2-2 0-16,-1 2 1 16,1 1-1-16,-2 1 0 15,1 3 0-15,1-2 1 16,-2 0-1-16,0 2 0 15,2-1 0-15,1 0 1 16,0 1-1-16,-2-1 1 16,0 0-1-16,0 0 1 15,-5-1-1-15,6-1 0 16,-3 4 0-16,2 1 1 16,-1 1-1-16,-2 3 0 0,4 3 0 15,-6-1 1-15,3-1-1 16,-4-2 1-16,-2-3 0 15,3 1 0-15,0-1 0 16,0 2-1-16,1 0 0 16,0 1 0-16,-1-1 0 15,3-1 0-15,-2 2 0 16,-1-6 0-16,1 1 0 16,-6 2 0-16,2-2 1 0,-2 7-1 15,-1-2 0 1,1-1 1-16,0-2-1 0,1-4 0 15,4 3 1-15,-1-1-1 16,1-4 0-16,0 0 1 16,-1-1-1-16,-1-4 1 15,0 2 0-15,0-3 0 16,0 0-1-16,1 0 0 16,-2-1 1-16,4 2-1 15,0-1 0-15,3-1-1 16,2 2 0-16,1-4 1 15,0-1-1-15,1 2 1 16,0-3 0-16,2 3 0 16,-2-1 0-16,2-1-1 15,2 2 1-15,-2-3 0 16,4 4 0-16,1 2 0 0,0-1-1 16,1 1 1-16,-3-2 0 15,2 1 0-15,0 4 1 16,-1-1-1-16,2 2 1 15,-2 0-1-15,2-2 1 16,1 1 0-16,1-3 2 16,1-2 2-16,-1 2 1 15,1-3 2-15,-1 1 0 0,2 0-2 16,1 0 0-16,1 0-1 16,1 1-1-16,2 1-1 15,-2 0-1-15,1 0-1 16,0 0 1-16,-2 3-1 15,4-1 0-15,0-1 0 16,0 1-1-16,2-2 0 16,-1 1 1-16,1 1 0 15,-1-4-1-15,1-1 0 16,3-1 1-16,0-3-1 16,3 0 1-16,1 0 0 15,1-1-1-15,1 1 0 16,-5-3 0-16,4 2 0 15,-5-1 1-15,3 2-1 16,6-2 1-16,-5-1 0 16,2-1 0-16,3-1-1 0,-1 0 1 15,4-1 0-15,1 2 0 16,0-3 0-16,-3 0 0 16,-2-2 0-16,1 1-1 15,1 1 1-15,2 0 0 16,1-1 0-16,0 0 0 15,3-1-1-15,0 3 0 16,2 0 0-16,0-1 1 0,-1-2-1 16,-1 1 1-16,-1-1-1 15,0-2 1-15,2 2-1 16,5-2 0-16,2 0 0 16,-2 2 0-16,-3-1 0 15,-4 1 0-15,-1 1 0 16,1 0 0-16,3 3 0 15,1-1 0-15,0 1-1 16,4 2 1-16,-6-2 0 16,4 4 0-16,-6-2 0 15,-6-5 0-15,3 1 1 16,-4-1-1-16,2 2 1 16,2 3-1-16,1-2 0 15,1 2 1-15,-4-4-1 16,1 3 0-16,-5-2 0 15,0-1 1-15,0 1-1 16,1-1 1-16,0 1-1 0,2-1 1 16,1 1-1-16,0 0 1 15,6 2-1-15,-5-2 1 16,0-2-1-16,-3 0 1 16,-4-2 0-16,2 1 0 15,2-1 1-15,5-1-1 16,-1-2 0-16,4-1 0 15,1 0 0-15,-5-4 0 16,4 4 0-16,0-3 0 16,-2 0 1-16,4 3 0 15,-1-4 3-15,0 2 1 0,4 0 0 16,1-3-1-16,4 0-2 16,-3-2-2-16,-1 0 0 15,-2 0 0-15,-1 2 1 16,2 1 0-16,4 4 1 15,-1 0 0-15,2 0 1 16,-2 3 3-16,-1 1 9 16,2 1 3-16,-1 2-1 15,4 1-3-15,2-4-9 16,1 3-1-16,-5-3 22 16,0-1 8-16,-1-3 12 15,0-1 1-15,4-2-16 16,0-1-6-16,0 2-10 15,-5 0-3-15,1 4-6 0,-2 1-3 16,-2 4-14-16,1-2-28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2T10:34:38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 6353,'0'-2'2025,"-2"0"-2569,6 0-593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12T10:34:39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19 114 3793,'-6'-8'1352,"-4"-10"-1152,8-3-136,2 0-48,4 3-48,1 0-112,10 8-616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2T05:12:09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13719 6698 94 0,'-3'0'57'0,"0"-2"-4"0,-2 0-15 16,4 1-3-16,0 0 8 15,1 1 3-15,-1-1 0 16,0 0-2-16,0 0-10 0,-2 0-6 15,-1-1-4 1,0 0 1-16,1 0 8 0,-1 0 0 16,1 1-2-16,0 0-3 0,1 0-8 15,1 0 1 1,-1 0 3 0,1 0 0-16,0 0-2 0,0 1-5 15,0-1-8-15,0 0-3 16,0 0-5-16,1 0-1 15,-1 0 0-15,0 0 0 16,0 0 0-16,1 1 0 16,0-1 0-16,0 0 0 0,9-3 0 15,24-7 0-15,-18 8 1 16,-1-1 0-16,-1-1 0 16,2 2-1-16,-1-1 0 15,0 0 0-15,2 0 0 16,-2 1 0-16,0 0 0 15,1 1 1-15,0-2-1 16,0 1 1-16,2-2-1 16,1 2 1-16,0 0-1 15,-1 1 0-15,-1 0 0 16,2 1 1-16,-2 0-1 16,-1 1 1-16,1 0-1 15,1 0 0-15,-2 2 0 0,0 0 0 16,-1 0-1-1,0-1 1-15,1 2 0 0,1-1 0 16,-5-2 0-16,2 2 0 16,-2 0 0-16,-3-1 0 15,3 1 0-15,-2-1 0 16,2 0 0-16,1 1 0 16,1-1 1-16,0 1-1 0,2 1 0 15,1-1 0 1,-1 0 0-16,-1 0 0 0,1-1 0 15,-1 1 0 1,3 0 0-16,0 1 1 16,1 0-1-16,1 0 0 0,0 0 1 15,1 0-1-15,-2 0 1 16,1 0-1-16,-2-1 0 16,1 3 0-16,-3-2 0 15,0 2 0-15,2-1 1 16,-2-1-1-16,3 2 0 15,-1-2 1-15,2 1-1 16,0 0 1-16,2-2-1 0,0 0 1 16,1 1-1-16,-1-2 1 15,3 2 0-15,-3 0-1 16,0 0 0 0,-2 1 0-16,0 2 0 0,-2-3 0 15,-4 2 0 1,3 1 0-16,-3-2 0 0,1 1 0 15,2 0 0 1,1-2 1-16,0-1-1 0,2 2 1 16,1-1 0-16,0 3 0 0,1-1-1 15,-2 3 0 1,0-2 1-16,2 0-1 0,0 1 1 16,1 0 0-1,0 0 0-15,-1-1 0 0,-1 1-1 16,-1-2 1-1,-1 0-1-15,1-1 0 0,1 0 1 16,1 1-1-16,0 0 0 16,2-1 1-16,-3 0 0 15,0-1-1-15,1-1 1 16,-1-1-1-16,2 3 0 16,-2-1 0-16,2 1 0 15,1 2 0-15,-2-3 0 16,3 3 0-16,-1-3 1 15,-2-2-1-15,3 1 1 16,-4-1 0-16,2 3 0 16,0-1-1-16,0 1 0 15,-2-2 0-15,1 1 0 16,-1 0 0-16,-1 1 0 16,2 0 0-16,2 1 0 0,-3-1 0 15,4 0 0-15,-1-1 0 16,-1-1 0-16,1 1 0 15,-2-1 0-15,1-1 1 16,0 0-1-16,-1 0 0 0,0 1 1 16,-2-2-1-16,0 0 0 15,2 1 0-15,-2-1 0 16,1 1 0-16,3-1 1 16,-3 1-1-16,5 1 1 15,0-2 0-15,1 2 0 16,1 0 0-16,-3-1 0 15,0 3 0-15,-1-3 1 16,-1-1-1-16,1 0 0 16,0 0 1-16,1 0 2 15,-4 0 3-15,-3-2 18 32,-9 1 5-32,0 0 2 0,23-3-2 0,-1-1-16 15,0 0-4-15,-10 2-4 16,1-1-1-16,-4 0-1 15,0-1 0-15,-2-1-1 16,0 1 1-16,-1-1 0 16,-1 0 1-16,1 0 0 0,-1-3 1 15,2 0 0-15,-2 1-1 16,0 1 0-16,1-1 0 16,-4-2-1-16,0 1 0 0,0-2-1 15,-3 1 1 1,0-2 0-16,-2-1 0 0,-2-2 0 15,2 1-1 1,-1-2-1-16,2 0 0 0,0 0 0 16,0 0-1-16,-1-1-1 15,0 2 1-15,0 0-1 16,-1 0 1-16,-1 1 0 16,1-2 1-16,-1 1-1 15,-1 0 0-15,1 0 0 16,0-1 0-16,-1 0-1 15,2 1 1-15,-2-2 0 16,0 2 0-16,1 0 11 16,-3 0 5-16,0 1 2 15,1 0 0-15,0 0-9 16,1-2-4-16,1 1-2 16,0-1-2-16,1-3 0 0,1 1-1 15,-4-5 1 1,1-1-1-16,-1 2 0 0,0-1 0 15,0 2 0 1,0 3 1-16,0-1-1 16,-1 2 1-16,1 0 1 0,3-1 1 0,-4-1 0 15,0 2 0 1,-2-2-1 0,1 1-1-16,1 0 0 15,0 0-1-15,0-5 0 0,0 1 0 16,-1-3 0-16,-1-1 0 15,2 0 0-15,-1-2 0 16,1 3-1-16,-3 1 1 16,1 1 0-16,1 2-1 0,1-1 1 15,2 0-1-15,-1-2 1 16,-1 1-1-16,0-2 1 16,-3-2 0-16,4-1 0 15,-1 0 1-15,0-3-1 16,1 0 0-16,-1 1 0 15,0 2 0-15,1-1-1 16,2 1 1-16,-2 4-1 16,0-1 1-16,-2 1 3 15,-1-1 2-15,-1-1 2 16,1-2 0-16,2-2-2 16,0 0-3-16,-1-1-2 15,2-1 0-15,-1 3-1 0,1 0 0 16,1 4 0-1,0-1 1-15,1 4 0 0,1 1 0 16,-3-3-1-16,-1 1 0 16,1-3 0-16,-1-2 1 15,4 1-1-15,0 0 0 16,0-3 0-16,2 0 0 16,-1 2 0-16,2 1 0 0,-6 1 0 31,1 1 0-31,2-1 0 0,-1 2 0 0,2-3 1 15,0 0-1 1,-1-3 0-16,0-2 0 0,3-4 0 16,0 0 0-16,1-1 0 15,-5 1 0-15,2 6 0 16,-1-1 0-16,0 0 0 16,7 3 0-16,-3-6 0 15,0-1 0-15,0-7 0 16,-3-4 0-16,2 1 0 15,1 2 0-15,3 4 0 16,0 6 0-16,0 2 0 0,-2 0 0 16,-2 1 0-1,1-2 0-15,0-3 0 0,-1-3 0 16,3-1 0 0,-1 2 0-16,2 6 0 0,1 3-1 15,0 3 0 1,1 4 0-16,0 0 1 15,2 0-1-15,-3 2 1 16,2 3 0-16,1-1-1 0,-4 1-1 16,4 2 1-16,-2 0 0 15,2 0-1-15,1 1 1 16,-2-4-1-16,4 1-1 0,-1 2 1 16,1-1 0-1,2 5-1-15,-2-1 1 16,2 2-1-16,1 3 1 15,0-1 0-15,2 1 0 16,2 3 0-16,2 2 0 16,2 1 1-16,-2 0-1 0,-2 0 1 15,1 0-1-15,-2 2 1 16,-1 1 1-16,5 0-2 16,-2 0 1-16,1 1-1 15,2 0 0-15,0 2 1 16,2 0 0-16,1 0 1 15,4 2 0-15,0-1-1 16,-1 0 1-16,-1 1 0 16,0 0 0-16,-1 0 0 15,3-1 0-15,2 3 0 16,-1-1 0-16,0 1 0 16,0 0-1-16,-2-1 1 15,1 0-1-15,0 2 1 0,-1-3-1 16,4 2 0-1,-2-1 1-15,3-1-1 0,0 4 1 16,1-1 0-16,2 0 0 0,-2 0 0 16,-2 0 0-16,1-2 0 15,0 2 0 1,2 1 0-16,2 0 0 0,0 1 0 16,-1-1 0-1,1 3-1-15,-3-1 0 16,-2 4 0-16,1-1 0 0,-1 3 1 15,3 0-1 1,2 1 1-16,-1 0-1 0,0 1 1 16,0-2 0-16,-5-1 0 15,-2-3 0-15,0 0 0 16,2-2 0-16,1 0 0 16,4 2 0-16,-2-3 0 15,0 0 0-15,-3 1 0 16,1 2 0-16,-6-2 0 15,-2 0-1-15,0 4 1 16,-3 1-1-16,1 3-1 0,0 4 0 0,-4 1 1 16,-1 2 0-1,0-2 1-15,0 0 0 16,2-4 0-16,0-1 0 16,-3 0 1-16,-4-4-1 15,0 1 0 1,1 1 0-16,-2-1 0 15,2 2 0-15,-2 0-1 0,0 1 1 16,1 3 0-16,0 1 0 16,-1 3 0-16,2-1 0 0,-4 3 0 15,0-3 0 1,0-2 0-16,-1 1 0 0,1-3 0 16,-1 0 0-16,1 0 0 15,-1 0 0-15,-3 1 0 16,2 2 0-16,-4 3 0 15,2 2 0-15,1 4 0 16,-3 0 1-16,3-1-1 16,-6-3 1-16,1-4 0 15,3 1 0-15,-2-4-1 16,0-1 1-16,3 1-1 16,-4 0 1-16,2 4-1 15,2 3 1-15,-3 2-1 16,0 3 0-16,-2 0 0 15,-2-2 0-15,-1-2 1 16,2-5 0-16,0-3 0 16,1-1 0-16,-1-2 0 15,-1 0 0-15,0 0-1 16,0 1 0-16,0 2 0 0,0 2 0 16,-1 3 0-16,-2-1 0 15,-1-1 0-15,2 1 0 16,-3-3 0-16,-1-2 0 15,-1 2 1-15,-2-1-1 16,1 1 1-16,-1 1 0 0,0 1 0 16,0 1-1-1,-2 2 1-15,0 3-1 16,-1 4 0-16,1 5 1 0,-2-6 0 16,-3-2 0-16,2-4 0 15,-2-5 0-15,0 1 0 16,0 1-1-16,0 0 1 15,-1 2 0-15,0 3 0 16,2 1 0-16,-1 2 0 16,0-2 0-16,4-2 1 15,-5-4 0-15,2-2-1 16,-1-2 1-16,-2-3-1 16,-1 0 1-16,-1-2-1 15,0 1 0-15,-5 0 1 16,3 2-2-16,-3 1 1 15,2 3-1-15,0 1 0 0,-2-1 1 16,-2-2 0-16,-1-1 1 16,1-2 0-16,2-3 0 15,1-3 0-15,2-1 0 16,0-4 1-16,-4-1-1 16,2 0 1-16,-3-2-1 0,-3-1-1 15,0 2 1 1,-1-2-1-16,-2-1 1 0,1 1-1 15,1-1 1 1,1-1-1-16,-1 1 1 0,1-1-1 16,-1-1 0-16,2-2 0 15,2 2 0-15,-1-2 0 16,2-1 1-16,-3 2 0 16,1-1 0-16,-2-1-1 15,0-2 1-15,0 0-1 16,-1 0 1-16,0 0-1 15,-1 0 0-15,0 0-1 16,0-1 1-16,0 1-1 0,-1 1 0 16,-1 0 0-1,-2 0 0-15,-2-1 1 16,-2-1-1-16,1 0 0 16,-1 1 1-16,0 0-1 0,3 1 1 15,1-1-1 1,-1 0 0-16,1-1 0 15,1 0 1-15,-2-2-1 16,3 1 1-16,-1 0 0 16,2 0-1-16,-1 0 0 15,0 3 0-15,1 0 0 16,-2 0 0-16,1 1 0 16,0-4 0-16,1 1 1 0,2 0-1 15,-1-2 0-15,-1-1 0 16,-1 2 0-16,-1-2 0 15,-1 2 1-15,2 3-1 16,-1-1 0-16,-1 2 0 16,2 0 0-16,-1 1-1 15,2 0 1-15,3 1 0 0,-1-1 0 16,1-1 0-16,-1 1 0 16,1-1 0-16,-1-1 0 15,1 1 0-15,1 1 0 16,-1-1 0-16,1 3 0 15,1-1 0-15,0-1 0 16,1-1 0-16,3 1 0 16,0-1 1-16,0 0-1 15,0 0 0-15,1 1 0 16,1-1 0-16,0 2 0 16,-3-2 0-16,0 3 0 15,0-2 0-15,-1 3 0 0,0-1 0 16,1-2 0-1,-2 4 0-15,0-1 0 0,0-2 0 16,-1 2 0 0,2 0 0-16,2 0 0 0,0 1 0 15,-2 0 0-15,3-1 0 16,-2 0 0-16,-2-3 0 16,3 3 0-16,-2-2 0 15,0 0 0-15,0 1 0 16,1-2 0-16,1 1 0 0,1 2 0 15,3-2-1 1,-2 3 1-16,2-1 0 0,0 1-1 16,0 1 1-16,1 0-1 15,1-1 1-15,0 1 0 16,-2-1 0-16,0 0 0 16,4-1 0-16,-3 2-1 15,5-1 1-15,-1 1 0 16,-2 1 0-16,2 0 0 15,-3-1 0-15,-1 0 0 16,0-1 1-16,-3-2-1 16,-1 2 0-16,-1-2 0 15,-2 1 0-15,3 3 0 0,-1-1 0 16,-2 1 0 0,1 0 1-16,1 0-1 0,1 1 0 15,0-2 0 1,2 1 0-16,-1-2 0 0,-1-1 0 15,1 3 0 1,1-1 0-16,-1 1 0 16,2-1 0-16,0-1 0 0,-1-2 0 0,2 2 0 15,0 2 0 1,-3 0 0-16,-1-2 0 0,2 3 0 16,-1-2 0-1,-1-1 0-15,3 1 0 0,-1-2 0 16,2 2 0-1,-1 0 0-15,2 3 0 0,0-3 0 16,0 0 0-16,2 0 0 16,-1-3 0-16,2 3-1 15,-2 0 1-15,2 0 0 16,-1 0-1-16,3 1 0 16,2-1 0-16,1 2 0 15,-3 0 0-15,4 1 1 16,1-2 0-16,-5 0 0 0,8 0 0 15,-6 1 0 1,-1 0-1-16,5 0 0 16,-1 2 0-16,3 0 0 0,0-1 0 15,-2 0 1 1,0 0-1-16,1 0 0 0,1 1 1 0,-1 2-1 31,1 0 1-31,1 1-1 16,3 1 1-16,0 0-1 0,0-1 0 15,-2-1 1-15,0 2 0 16,0 0-1-16,1 0 1 16,-2-1 0-16,1-3 0 15,-1-1 0-15,-1 1 0 16,6 3 1-16,-4 3-1 16,3-2 0-16,1 4 0 15,-2-1 0-15,-2 0 0 0,0 3 0 16,1-1 0-16,-1 1 0 15,4 0 0 1,-1-2 0-16,-2 2 0 0,1 0 1 16,-1 0-1-16,-1 5 0 15,1 1 1-15,-1 0-1 16,0 2 0-16,0-2 0 16,2 0 0-16,-2 0 0 15,0-3 1-15,-1 4-1 16,-1 0 0-16,1 0 0 15,-1-1 0-15,3 4 0 16,-3-2 1-16,2 1-1 0,2-1 0 16,-3-8 0-16,3 0 1 15,-2-3-1-15,-1 0 0 16,2-1 0-16,-1 0 0 16,1 1 0-16,0 1 0 0,-1 4 0 15,1 1 1 1,-1 1-1-16,0-1 0 0,0 4 0 15,0-2 0 1,-1-1 1-16,0 0-1 0,0-1 1 16,0-1 0-16,-1-1 0 15,2 0-1-15,-2-3 0 16,0-1 0-16,2 1 0 16,1-2 0-16,-1 1 0 15,0 2 0-15,-1-1 0 16,-1 2 1-16,0-3-1 15,0 1 1-15,0 1 0 16,-1-1-1-16,1 3 0 0,0-2 0 16,0 2 0-1,-1 0 0-15,0 3 1 16,-3-1-1-16,1 1 0 16,-1-2 1-16,1-1-1 15,-1-1 0-15,1-1 1 16,1 0-1-16,0 0 1 0,1 0-1 15,-2 0 1 1,0-1 0-16,-2-1-1 16,1 2 0-16,0 3 0 0,-2 0 1 0,3-1-1 15,-1 0 1 1,1 1 0-16,3 0-1 0,-4 1 0 16,-1-2 1-1,2-2-1-15,-4-3 1 0,4-1 0 16,-2-1 0-1,-1 0 0-15,4 0 1 0,-4-1-1 16,2 0 2-16,-1-1-1 16,-1-1 2-1,0-2 1-15,2 3 1 0,-2-5 3 16,1 3-1-16,-4-2-1 16,1 0-1-16,0 1-2 15,-1 0 1-15,2 0-2 16,0 0 0-16,-4 0 0 15,0-1-1-15,-2-1 1 16,0-1 0-16,0 0 0 16,1-1 1-16,-1 0-2 0,-2 1 0 15,2-1-1 1,-2 2 0-16,0 0 0 16,0-2 0-16,-1 0-1 15,-1 1 1-15,0 0-1 16,-2 0 0-16,2 3 1 15,0-1-1-15,0 0 1 16,2-2-1-16,-3-1 0 0,1 0 0 16,0 0 0-16,-1 3 1 15,0-1-1-15,0 0 0 16,-3-2 0-16,0 1 0 16,-1-3 1-16,-1 0-1 15,2 2 1-15,-1-2 0 16,3 0 0-16,0 1 0 15,0-2-1-15,0 2 0 16,2 0 0-16,-1-1 0 16,1 1 0-16,2-1 0 0,-1-1 0 15,3 1 0-15,-5-1 0 16,0 1 1-16,-3-1 0 16,0-2 0-16,-1 2 0 15,0 0-1-15,2 0 1 16,0 2-1-16,5-3 0 31,8 0 1-31,0 0-1 0,-19 1 0 0,-3 1 0 16,-2-2 1-16,13 0-1 15,0 1 1-15,0-1 0 16,3 2-1-16,-3-3 1 16,-4 2 0-16,-1-2-1 0,-1 1 2 15,-1 0-1 1,0 1 1-16,2-1 0 0,-1-1 6 15,-1 3 6 1,3-1 2-16,-2-1 3 0,0 2-5 16,4 0-5-16,-1-1-2 15,5 1-4-15,2-1-1 16,-5-1-1-16,1 2 1 16,-2-2-1-16,0 0 0 15,-1 0 1-15,-1 0-1 0,1-1 2 16,-1-1-1-1,2 0-1-15,0 1 1 16,-1 0-2-16,1 1 1 16,-1-1 0-16,1-2 0 0,1 0 0 15,1 0 0-15,1 1-1 16,-1 0 0-16,-3 1 1 16,-3 0 0-16,-2-1 0 15,-1 2-1-15,1-1 0 16,2 0 1-16,-3 0-1 15,0-3 1-15,2 0 0 16,-3-1 0-16,3 0 1 16,3-1 0-16,-3 0 0 0,4 2 0 15,2 1-1 1,-3 0 0-16,-3 0-1 16,1 1 1-16,-5-2-1 15,0 0 1-15,3 0-1 0,-1 0 1 16,0-2 0-1,2 1 0-15,1-1 0 0,3 0 1 16,1-1 0-16,1 0 2 0,0-1 1 16,-5 1 1-1,3 0 1-15,1-2 0 0,-3 1-2 16,4 1 0 0,-2 0 0-16,-1 1-1 15,0-2 1-15,1-1 0 16,1-1-2-16,-3 1 0 0,2-2-1 15,-1 1 0 1,1-3-1-16,2-1 1 0,-1 0-2 16,-2 0 1-16,2 1 1 15,1 1-1-15,-2 1 0 16,1-1 1-16,-4 2-1 16,0-2 0-16,2-2 0 15,3-1 1-15,-1-2 1 0,3 1 1 16,2-1 1-1,0 2 0-15,3 0-1 16,-1 1-2-16,2-2 0 0,0-1 0 0,2 2 0 16,1-2 0-1,1 0 0-15,1 3-1 0,0-5 0 16,-3-1 0 0,5 0 0-1,-4-2 0-15,1-3 0 16,0 4 0-16,1-2 0 0,2 0 0 0,1 2 2 15,-1 1-1 1,1 0 2-16,2 1-1 16,-5 0 0-16,4 1 1 15,-6-2-2-15,1 1 0 16,5 0 0-16,-4-1 0 0,5 3 0 16,-3-3 0-1,-1-4 0-15,-4 0 0 16,4-2 0-16,0-2-1 15,0 1 0-15,0 0 0 16,0 1-1-16,-2 2 1 0,1-1 0 16,1-1-1-16,-4 0 0 15,0-1 1-15,1 0-1 16,1 0 0-16,-1-2 0 16,2-2 0-16,0-3 1 15,3-1-1-15,0-1 0 16,0-2 0-16,0 3 0 15,1 0 0-15,1 0 0 16,-1 1 0-16,1-1 0 0,0-2-1 16,1-2 1-16,0 0 0 15,1-5-1-15,4 1 0 16,-4 2 0-16,2 4 1 16,0 3-1-16,0 3 1 15,0 2 0-15,0 1 0 16,1 0-1-16,0 1 0 15,1-3 0-15,0 0-1 16,2 2 2-16,-2-3 0 0,3 3 0 16,-3-3-1-16,2 3 1 15,1 2 0-15,-2 1 0 16,2 3 0-16,-7-1 0 16,0 0 0-16,-1 2 0 15,0-2 0-15,4 0 0 16,-1-3-1-16,3-2 0 15,1-1 0-15,-3 1 1 16,2 4 0-16,2 0-1 16,-4 0 1-16,5 2-1 0,-1-2 1 15,-3 1-1 1,5 1 0-16,-5-1 1 16,1 1-1-16,-1 1 1 15,-1 1 0-15,0-2 0 0,-1 1 0 16,3-3 0-1,0-1 0-15,-1-2 0 0,2 1 0 16,-3 2-1 0,0 3 0-16,2 5 0 15,-2 2 0-15,0 5-1 0,0-1 1 0,-1 1 0 16,3 0 0 0,-1-2 1-16,1 3 0 0,0-2 0 15,0 0 0 1,1 1-1-16,-2-2 1 0,1 1-1 15,-1 3 0 1,0-3 0-16,1 0 0 0,2 1 0 16,-2-1 0-16,2 3-1 15,0 2 0-15,0 0 1 16,1 0 0-16,2-3 0 16,1-1 1-16,1-1 0 15,1 2 0-15,1-2 0 16,1 1-1-16,-2 1 1 15,-1-5-1-15,0 5 0 16,0 1-1-16,-2-1 0 16,-4 4 0-16,0 0 1 15,2 0 0-15,-1 0 1 16,0-1 0-16,0-2 0 16,-4 0 0-16,-1-1 1 15,2 3-1-15,0 2 0 16,-2 2-1-16,1 0-18 15,-2 0-39-15,-2 0-356 16</inkml:trace>
  <inkml:trace contextRef="#ctx0" brushRef="#br0" timeOffset="38849.68">11093 2479 41 0,'0'-2'23'0,"0"0"0"0,0 0-3 0,0 2-6 0,0 0-2 0,0 0-8 15,-1 0-2-15,0 0 2 16,0 0-1-16,0 0 0 0,0 0 2 16,0 0 15-1,1 0 12-15,-1 0 29 0,0 0 8 16,0 0 1 0,0 2-6-16,0 4-18 0,0-2-5 15,0 5-6 1,-6 18-2-16,7-16-8 0,0 2-3 15,0 1-8 1,0 1-3-16,1 1-4 0,2 0-1 16,1 0-3-16,-1 0 0 0,0 0-1 15,0-1 1 1,0 1-1-16,1-4 0 16,1 2-1-16,-1-2 0 15,-1-1 1-15,2 0-1 0,0-2 0 16,1 0 0-1,1 0 0-15,-1-1 1 0,0 0-1 16,1 1 1-16,0 1-1 16,-1-2 1-16,4 4-1 15,-1-3 1-15,1 1-1 16,-1 0 1-16,-3-1-1 16,3 1 0-16,0 0 1 0,1 0 4 15,1 1 11 1,2-1 2-16,-5-1 2 15,3-2-3-15,-1 1-5 16,-1 0-1-16,4-2 1 16,1 1-1-16,-2-2-2 15,1-3 0-15,2 2-2 16,-2-2 1-16,3-1 2 16,0 1 7-16,1-5 2 15,0 1 0-15,1-3-4 16,-1-1-7-16,1 5-4 15,0-4-1-15,0-1-1 0,-1 1 0 16,0-1 0-16,0-2 1 16,-2 1-1-16,0-3 0 15,-3-1 1-15,1 0-1 0,0-3 0 16,3 1 1 0,-2-1 0-16,1-3 1 0,-1 2 3 15,-2-1 0 1,0 1 4-16,-2 1-1 0,2-2 1 15,-2-2-2 1,1 0-2-16,-2 1 1 0,0-2-1 16,0-3 0-16,-1-2-2 15,3-5-1-15,-2-1-2 16,0 1-1-16,-1-1 0 16,0 4 0-16,-1 6 0 15,-3-1 1-15,0 4 1 16,2 3 2-16,-1 1 2 15,-1 2 4-15,0 3 6 0,-2-1 2 16,-2 2 3 0,0 1-1-16,1 0-5 15,0 3-3-15,-1 2-5 0,1-2-3 0,-2 2-3 32,1 1 0-32,-1 0-4 0,1 0 0 0,0 0-3 15,-1 0 0 1,0 0 0-1,0 0 0-15,1 0 2 16,-1 0 0-16,-1 6 0 0,-3 6 0 16,-13 23 1-16,8-22 0 15,3 7 0-15,2 2 1 16,-3 4 0-16,0 5 0 0,-3 6 0 16,-2-1-8-1,-4 6-55-15,-3-1-48 0</inkml:trace>
  <inkml:trace contextRef="#ctx0" brushRef="#br0" timeOffset="39466.57">11032 2530 200 0,'-1'-3'105'0,"1"-4"-31"0,2 3-8 0,1 0-25 0,0 0-6 16,2-1-6 0,0-1-1-16,1 1-2 0,-1 1-4 15,1 0-10-15,2 2-4 0,-1 4-8 16,1 2 0 0,1 11-2-16,-1 3-2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06:02.0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19513 3065 100 0,'0'-1'85'0,"0"-1"8"0,0-3-8 0,0 5-5 0,0-1-13 16,0 0-7-16,0 0-9 16,0 0-1-16,-1 0 3 15,0 0 2-15,0 0-2 0,0 1-5 16,0-1-5-1,0 0 1-15,1 0 4 0,-1 0-1 16,0 0-7-16,0 0-7 16,0 1-16-16,0-1-6 15,0 0-2-15,0 0 0 16,1 0 1-16,-1 0 1 16,0 0-4-16,0 1-1 0,0 0-3 15,0 0-1-15,0 0-1 16,1 1 0-16,-1 7 0 15,1 2 0-15,1 22 0 16,-1-22 0-16,2-1-1 16,0-1 0-16,1 3 0 15,2 2 0-15,-2-2 0 16,3-1 0-16,-1-2 0 16,-1-1 0-16,2-1 0 15,0-1 0-15,1-1 0 16,-1-1 0-16,1 0 0 15,0-1 0-15,0-2-1 16,-1-2 1-16,1-1 0 16,0-2 1-16,1-3 0 15,9-1 0-15,-4-4 0 16,-2 0 0-16,2-2 0 16,-5 1 0-16,0 0 0 0,3 0 1 15,-4 1-2-15,-2-1 1 16,-1 1 0-16,2 5 0 15,-2 2 0-15,0 1-1 16,-1 1 1-16,-2 0 0 16,-1 3-1-16,0 0 2 15,0 1 1-15,-1-1 0 16,1 0 0-16,0 1-1 0,0 0-1 16,0 0-1-1,0 0 1-15,0 0-1 0,0 0 0 16,0 1 0-16,0 8-1 15,2 20 1-15,0-20 0 16,0 1 0-16,1-1 0 16,2 4 0-16,-2-3-1 15,-2 2 1-15,2 0 0 16,-1 1 0-16,0 2 0 16,3 1 0-16,-1 1 0 15,-1 0 0-15,1 1 0 16,-1 1 0-16,-1 1 0 15,1-1 0-15,-2-2 0 16,1-1 0-16,2 3 0 16,-2-3 0-16,2 0 0 15,-1 0 0-15,1-5 1 16,-2 1-1-16,0 0 1 16,-2 1 0-16,-2 1 0 0,0 1 0 15,-1 1 0-15,0-2 1 16,1 0-1-16,-2-3 0 15,0 0-1-15,0-2 1 16,0 1 0-16,0-2 1 16,0 0-1-16,-1 1 0 15,1-4 1-15,-1 0 0 16,1-1-1-16,-1 0 2 0,0-1-1 16,0 0 1-16,-2-1 0 15,-1-1-1-15,0 0 0 16,1-1 1-16,-1 0-2 15,-2 0 1-15,1-1-1 16,-6-1 0-16,5-1 0 16,0 1 0-16,-1-2 1 15,2-2-1-15,1-3 0 16,1-3-1-16,-1-2 0 16,4-4-1-16,2-2-1 15,1-1-6-15,6 0-62 16,1 0-64-16</inkml:trace>
  <inkml:trace contextRef="#ctx0" brushRef="#br0" timeOffset="666.829">19955 3211 124 0,'-1'0'80'0,"1"1"-7"0,2-1 7 0,-2 0-2 0,0 0 9 0,0-1 2 0,-1 0-2 0,0 1-4 0,1-1-18 15,-1 0-11 1,1 0-25-16,0 0-6 0,0 0-11 16,0 0-4-16,3-4-4 15,3 1-2-15,23-23 0 16,-22 20-1-16,0 1 0 15,1 1 1-15,1 0-1 16,0-1-18-16,3 2-102 16,-4-1-106-16</inkml:trace>
  <inkml:trace contextRef="#ctx0" brushRef="#br0" timeOffset="1082.83">19903 3407 288 0,'1'-2'103'15,"-1"0"-76"-15,3-1 16 16,-3 2 17-16,0 0 31 16,0 0 11-16,0 0-10 15,0 0-10-15,2-1-23 16,5-3-14-16,20-25-24 15,-16 24-5-15,-2-1-9 16,-2-1-3-16,4 1-2 16,-2-2 0-16,5 0 0 15,0-1 0-15,-1-2-59 16,1 0-86-16</inkml:trace>
  <inkml:trace contextRef="#ctx0" brushRef="#br0" timeOffset="1749.879">20255 3077 137 0,'1'-1'69'0,"-1"1"-7"0,0-1 12 0,0 0 0 0,0 1 1 0,0 0 7 0,0-1 3 0,0 0 5 16,-1 0-2-16,1 0-15 16,-1 1-12-16,1-1-9 0,-1 0-7 15,0 0-19 1,1 0-9-16,0 0-14 0,0 0-2 15,0 1 0-15,0 0 1 16,0 0 1-16,1 4 0 16,3 12-1-16,12 27 1 15,-9-21-2-15,-4 1 0 0,6 1 0 16,-4 1 0 0,3-1 0-16,0 0-1 0,-3-3 0 15,4-2 0-15,0-2 1 16,-5-1-1-16,2-2 1 15,0-2 0-15,-3-4 1 16,3-1 0-16,-4-4 0 16,-2 0 0-16,1-1 0 15,-1-2-1-15,0 0 1 16,0 0 0-16,0 0 2 16,0-1 1-16,0 0 0 15,0 1-1-15,0-1-15 16,0 0-28-16,0 0-154 15</inkml:trace>
  <inkml:trace contextRef="#ctx0" brushRef="#br1" timeOffset="9248.92">15588 2987 282 0,'-4'-4'130'16,"0"-2"-64"-16,-1-1-11 0,1-2-25 0,4 3-14 0,-5-2 20 0,0-1 12 15,3 5 19-15,-2-1 6 16,1 1-24 0,3 4-11-16,-1 0-22 0,0-1-7 15,0 1-8-15,1 0-1 16,0 0 0-16,0 0 2 15,0 0 2-15,3 6 0 0,2 6-1 16,29 27 0-16,-21-24-1 16,-3 0-1-16,2 2 0 15,-2-4 1-15,1-1-1 16,0-2 0-16,0-3 0 16,1-1 0-16,0-5 0 15,1-1-1-15,1-8-3 16,0-4-6-16,3-6-11 15,0-3-3-15,-2-4-1 16,2 0 5-16,-4-1 10 16,-2 1 3-16,-2 6 1 15,-4 3-1-15,-2 8-1 16,-2 2-1-16,-2 6-2 16,0 2 1-16,-5 4 1 15,1 2 2-15,0 2 6 16,-2 2 0-16,1 1 4 15,3 2 2-15,-1 0 2 0,3 2 2 16,1-3 0-16,4 3-2 16,1 0-2-16,1-1-1 15,3 1-1-15,1 1 0 16,1-1-1-16,2 3 0 16,-1-1-2-16,-1-1 1 15,2 2-1-15,1 0 1 16,-1 0 0-16,4 2 1 0,-5 0 2 15,-4-1 0-15,-1 3 2 16,-1 1 1-16,-1 0 9 16,-4-1 6-16,1-3 8 15,-2-2 4-15,-2-1 1 16,2 2-1-16,-1-2 2 16,-3-1 1-16,-1-2 0 15,-1-1 2-15,-1-1-2 16,-2-1 2-16,-3-2 1 15,0-1-1-15,-3-5-3 16,2 1-4-16,1-5-7 16,-2 0-4-16,2-2-6 15,0-4-2-15,-1-5-7 16,1-3-1-16,3-5-5 16,-1-2-1-16,7-4-4 15,1-4-28-15,7-1-98 16,1-2-69-16</inkml:trace>
  <inkml:trace contextRef="#ctx0" brushRef="#br1" timeOffset="9649.02">16083 3059 331 0,'0'0'120'0,"-1"0"-94"0,1 0-19 0,0 0 14 0,0-1 14 0,0 0 23 0,0 1 7 0,0-1-4 16,0 0-9-16,4-6-20 16,3-6-8-16,23-23-13 0,-19 24-4 15,1-8-4-15,1 3 0 16,2-3-1-1,1 0-28-15,-1 5-128 0</inkml:trace>
  <inkml:trace contextRef="#ctx0" brushRef="#br1" timeOffset="9982.44">16119 3295 318 0,'-4'4'142'0,"-4"1"-41"16,0 1-37-16,4-5 8 15,-1-1 10-15,3 0-8 16,0-5-12-16,1-1-27 16,2-2-10-16,4-5-16 15,1-4-1-15,4 2-1 0,-1-3-2 16,4 3-2-16,-1 0 0 16,4 1-1-16,1-2-20 15,2-1-134-15</inkml:trace>
  <inkml:trace contextRef="#ctx0" brushRef="#br1" timeOffset="10848.03">16462 2833 330 0,'-2'0'140'0,"2"4"-64"0,-3 0-54 0,2 3-1 0,-1 0 7 0,1-3 18 15,1 1 4-15,0-2 4 0,-2 2-5 16,1 0-18 0,0 2-10-16,0 0-15 0,2 3-3 15,0-1-2-15,0 0-1 16,1 3 1-16,-1-2 0 15,2 1 0-15,0 2 0 16,1 0-1-16,0 0 0 16,0-1 0-16,2 0 0 0,1-2 0 15,-1-4 0 1,2 1 0-16,0-3 1 0,1-1-1 16,0 2 1-16,1-4 0 15,-1 0 0-15,2-3 1 16,0-2 0-16,1-2 0 15,0-3 0-15,2 2 1 16,1 0-1-16,-2-3 0 16,1 1 0-16,-3-4 1 15,0-2 0-15,-1 1-1 16,-1 0 0-16,-1 0 0 16,-1 2 0-16,-3-1 0 15,2 3 1-15,-3 1 2 16,0-1 0-16,-2 5 34 15,-3-1 12-15,2 2 18 0,-2 2 5 16,-1-3-22-16,2 3-10 16,-2-3-13-16,-2 1-1 15,1 1 1-15,-5-2 4 16,0 4 2-16,1-3 1 16,-1 3-7-16,3 1-4 15,-4 0-5-15,0 0-3 16,-4 0-2-16,-2 0-1 15,2 1 0-15,-2 0-1 16,4 2-3-16,0-1 0 0,-1 3-3 16,1-1-2-16,0 1-3 15,0 1-1 1,3 1-1-16,-2 0-12 0,4 2-98 16,0 1-109-16</inkml:trace>
  <inkml:trace contextRef="#ctx0" brushRef="#br1" timeOffset="12697.63">20364 7320 376 0,'-1'1'177'16,"-6"-1"-72"-16,1 0-39 0,1 0-4 0,-2-3-12 0,1 2 3 0,3-4-2 15,-1 1 2-15,0-1 8 0,2-1-1 16,-2 1-3-16,-1 1-1 16,2 3-9-16,-1 1-7 15,2 0-18-15,2 0-9 16,0 0-12-16,0 0-2 15,2 8 1-15,2 8 0 16,8 26 1-16,-8-23 0 16,1 1-1-16,1-2 0 15,-1-2 0-15,4-2 0 0,-2-4-2 16,2-2-3-16,2-8-4 16,-3-2-1-1,1-7 2-15,-1-4 2 0,0-5 5 16,2-3 0-16,-2 0 1 15,0-3 0-15,0 6 0 16,0 4 0-16,-4 6 0 31,-2 4 0-31,1 1 1 0,2-6 0 0,-3 1 1 16,-1 3 1-16,-1 5-1 16,-2 0-1-16,2 0-2 15,0 0-3-15,0 0 0 16,0 10 1-16,5 27 1 15,-1-18 0-15,2 2 2 16,0 0-1-16,0 4 1 0,0-1 0 16,1 2 0-1,1-2-1-15,-1 1 1 0,1-2 0 16,-2 0 0-16,1 1 0 16,-1 0 1-16,0 1 0 15,1 2-1-15,-1 0 1 16,-3-4 0-16,-2 1 0 15,-1-2 1-15,-1-1-1 16,-2-1 2 0,-2-2 0-16,-1-3 10 0,-1-1 3 0,-2 0 7 15,-1-3 6 1,-3 1 2-16,0 0 0 0,1-5-5 16,-2 1-3-16,0-3-6 15,-1-5-2-15,2 0-3 16,1 0-1-16,3-3-6 15,1 1-1-15,1-3-3 16,1 0-1-16,3-6-5 16,0-3 0-16,4-9-39 15,1-3-26-15,4-9-133 16,6 0-156-16</inkml:trace>
  <inkml:trace contextRef="#ctx0" brushRef="#br1" timeOffset="13133.25">20721 7457 443 0,'0'-1'201'0,"-2"-1"-65"0,2-3-112 0,-1 4 0 0,1 0 4 0,0 0 11 16,0 1 28-16,0-3 0 0,2-4 9 16,0 0-7-16,17-21-30 15,-11 21-9-15,-3 0-19 16,3 0-5-16,-1-3-4 16,0 2 0-16,5 0-1 15,-2 1 1-15,2 2 0 16,2 2-16-16,-2 3-109 15,1 0-107-15</inkml:trace>
  <inkml:trace contextRef="#ctx0" brushRef="#br1" timeOffset="13448.84">20790 7646 465 0,'-2'3'179'0,"-3"2"-118"16,3-1-43-16,-1-2-2 16,3-2 12-16,0-1 42 15,0 0 22-15,0 0 20 16,0 0-8-16,2-5-36 15,4-7-22-15,16-25-29 16,-14 25-7-16,5-2-5 16,0 2-2-16,2-4-6 15,1-1-37-15,2 0-169 16</inkml:trace>
  <inkml:trace contextRef="#ctx0" brushRef="#br1" timeOffset="14315.08">21149 7307 154 0,'-3'3'140'15,"-1"2"22"-15,-2-1-16 16,2 1-11-16,-2-2-21 16,-1 0-12-16,3 0-19 15,-1 0-11-15,3-1-21 16,-5-1-12-16,4 1-22 15,1 1-7-15,1 3-9 16,1 2-1-16,0 2 0 16,1 0 0-16,-1 0 0 15,1 1 0-15,0 2 0 16,1 0 0-16,2 1 0 16,2 3 0-16,-1-3 0 15,-3-3 0-15,2-1 1 0,-2-3-1 16,4 2 0-16,0-2 0 15,-1-1 0-15,1 1-1 16,-2-3 1-16,2 0-1 16,2-2 1-16,1 0-1 15,-1-3 1-15,1 1 1 16,0-6 2-16,1 2 2 0,2-5 1 16,-1 2 1-16,1-4-1 15,-1-2 0-15,-1 3-1 16,0-3 2-16,-2 3 21 15,-2 0 5-15,0-2 10 16,-2-1 2-16,0-1-17 16,1-1-4-16,-1-1-10 15,1 2-5-15,-2 3-3 16,1 0 0-16,-2 3-1 16,-1 1 1-16,-1 2 2 15,0 0 0-15,-2 1 16 16,-1-1 3-16,-1-1 3 15,1 0 1-15,-4 0-15 16,0 0-2-16,1 1-5 16,0 2-2-16,-2 0 0 15,3 1 2-15,-4 0 6 16,-1-3 3-16,2 4 3 0,-2 0-2 16,3 1-7-16,-2 1-4 15,-1 1-4-15,0 2-3 16,-1 1-1-16,0 4-1 15,-1 3-1-15,2 1 1 16,-2 3 0-16,1 0 1 16,2 0-31-16,-1 1-38 15,4 1-168-15</inkml:trace>
  <inkml:trace contextRef="#ctx0" brushRef="#br1" timeOffset="76940">12026 6062 119 0,'0'0'51'0,"-5"0"-20"16,4 0-27-16,1 0-2 0,-1 0 2 0,0 0 19 0,0 0 47 16,0 0 20-16,0 0 21 15,0 0-15-15,0 0-45 16,1-1-20-16,-6 1-23 15,-1-1-5-15,-18 0-1 16,20 2-1-16,2 1 0 16,-1-1 1-16,-3-1 0 15,-1 1 3-15,-2 0 9 16,1-1 4-16,-1 1 7 16,1-1 0-16,-2-1-1 15,0 1 4-15,2 1 7 16,-3-1 3-16,2 0 2 15,0 0-2-15,0-5-2 16,0 3 0-16,0 1 0 16,1 1-4-16,-4 0-8 0,0 0-6 15,-2-2-8-15,2 2-3 16,1-1-4-16,-2 1 0 16,-1-2-1-16,-1-4 0 15,-2 4 0-15,-1-2 1 16,0 4 5-16,1 1 3 15,-3 0 1-15,-1 0 0 16,0 0-5-16,-2 0-3 0,1-1-2 16,3 0 1-16,2-1-2 15,1 1 1-15,1-2 1 16,1 0 3-16,1-1 6 16,-1-1 1-16,0 1 4 15,2 1-2-15,0 0-3 16,0 0-2-16,0 1-3 15,1-3-1-15,-1-1 1 16,1 4 2-16,1-4 8 16,-2 3 5-16,4-1 5 15,-3 1 2-15,-1-1-4 16,-1-1-3-16,-2 2-6 16,3 0-4-16,-4 1-5 15,1 2-1-15,-2-1-3 16,-2-2-1-16,0-1 1 0,-1 0 1 15,0 3 8-15,0-2 4 16,2 2 3-16,1 0-1 16,2-1-6-16,-1 2-5 15,-1-1-4-15,2 3 0 16,-3 0-2-16,-1-1 1 16,1 2 0-16,-5-3-1 15,1 4 0-15,-1-1 0 16,0 1 0-16,2 0 1 15,0 1-1-15,2-2-1 0,1 0 1 16,-1 0-1-16,3-1 0 16,2 0 0-16,2 1-17 15,1 2-40-15,0-5-174 16</inkml:trace>
  <inkml:trace contextRef="#ctx0" brushRef="#br1" timeOffset="77366.12">10763 5721 423 0,'5'0'90'0,"4"2"-164"0</inkml:trace>
  <inkml:trace contextRef="#ctx0" brushRef="#br1" timeOffset="77788.62">10840 5697 350 0,'-2'-3'215'0,"1"-2"-20"16,-3-1-50-16,2 1-74 15,-2-1-25-15,2 1-28 16,1 1-9-16,-1 5-9 16,2 3-1-16,-1-4-2 15,0 0-1-15,0 0 3 0,1 0 1 16,-4 5 0-16,-4 8 0 15,-15 20 0-15,13-23 2 16,0 2 5-16,1 0 5 16,0 0 11-16,-3 0 4 15,1 1 1-15,-2-1-2 16,0 3-4-16,0 2-2 0,-1-1-3 16,-2 2-1-16,0-2-3 15,0 0-1-15,1 1 0 16,0-2 0-16,3 0-1 15,-1 1-1-15,1-5-1 16,3 2-2-16,0-4-2 16,-1-2-1-16,1 2-2 15,2-4-1 1,3-2 1-16,2-1-1 0,-12 7 0 16,6 0 0-16,-1-2-1 15,2-7 0-15,5 5-28 16,-4-3-24-16,2 0-65 15,6 1-30-15,-2-3-24 16,0 0 4-16,0-1-8 16</inkml:trace>
  <inkml:trace contextRef="#ctx0" brushRef="#br1" timeOffset="78239.5">10512 6053 419 0,'0'0'188'0,"-2"-1"-80"0,2 1-81 0,-1 0-16 0,0 0-11 0,1 0 0 0,0 0 8 16,0 0 9-16,0 0 16 15,0 0 5-15,0 0 2 16,0 0-7-16,0 0-14 15,0 0-5-15,1 1-6 16,2 5 1-16,2 1 3 16,22 25 2-16,-22-22 2 15,-4-1 1-15,5 1-2 16,-1-2-1-16,3 1 0 16,6 2-1-16,0 2 0 15,2 0-2-15,-2 0-4 16,-1 1-1-16,0-2-2 15,-1 1 1-15,3 1 5 16,-2-1 2-16,0 0 4 16,-1-1 1-16,-1-4 6 15,0 1 4-15,-2-3 5 0,0 1 2 16,-1-1-11 0,0-2-5-16,-1-1-9 0,1-2-3 15,-1 2-22-15,0-1-83 16</inkml:trace>
  <inkml:trace contextRef="#ctx0" brushRef="#br0" timeOffset="88704.68">5951 4345 114 0,'0'-2'49'0,"1"-1"-18"0,0 1-29 0,-1 1-2 0,0 0-11 0,0 0-6 16,0 0-2-16,0 1 3 15,0-1 33-15,0 0 30 16,0-2 40-16,0 0 9 16,0-1-15-16,0 2-21 15,-1 1-38-15,0 0-10 0,1 0-10 16,-1 0-2-16,0 0 0 15,0 1 0-15,0-1 0 16,0 0 1-16,0 1 1 16,-5 2 8-16,0 1 17 15,-25 23 8-15,22-14 9 16,3-1-7-16,-4 1-16 16,4 4-7-16,-3 0-10 15,-4 0-1-15,4 5-1 16,-5-1-1-16,1 0 4 15,4 3 1-15,-6-4 3 16,4 0 1-16,2 1-3 16,-1-1-2-16,3 1-2 15,-1 1-1-15,-1 1 2 16,2-1 0-16,0-1 1 16,2 2 1-16,1 1 2 15,1-1 1-15,3 1 3 16,0 1-1-16,5-4-2 0,0 3-1 15,2-4-3-15,4-3 1 16,-1-3 1-16,0-1 1 16,7-1 2-16,-4 1-1 15,6 2-2-15,2 0-2 16,-6-4-2-16,6 0 1 16,-3-6 3-16,1 1 0 0,6-2 1 15,-1 1-1 1,2-1-2-16,-1-3 0 0,1 1-2 15,2 1-1-15,7 2 1 16,2 2 0-16,-3-4 0 16,-2 2 0-16,-3-4 3 15,-1-1 6-15,-2-1 3 16,0-2 2-16,0-1-3 16,-1 0-4-16,2 2-5 15,2-2 0-15,0 1-1 16,-2-5 1-16,-1-5 0 15,-3 1-1-15,-1-2 0 16,0 3 0-16,-3-2 4 16,1-1 0-16,-4-2 2 15,0-4 0-15,-1 1-3 0,-3-4 1 16,1-2-1-16,-1 0 1 16,-1-3 0-16,-3 1 2 15,-2-2 6-15,-3 0 5 16,-5 1 9-16,-2 2 2 15,-6-2 0-15,-1-1-3 16,-2 0-2-16,-2-3 2 16,-4 2 3-16,2 1 2 15,-2 0 0-15,3 4 0 0,-2 4-2 16,-1 2-3-16,-3 5-9 16,-4 3-4-16,-6 2-9 15,1 2-3-15,-6 7-2 16,-4-1-2-16,0 3 0 15,-6 6 2-15,-1 1 2 16,2 7 0-16,-5 3 0 16,0 3-3-16,0 8-2 15,-2 1-17-15,4 10-96 16,0 5-144-16</inkml:trace>
  <inkml:trace contextRef="#ctx0" brushRef="#br0" timeOffset="90505.739">1939 8171 155 0,'-1'-2'77'0,"0"0"9"0,-2-3 2 0,1 4 1 0,-4-3 0 0,1 1-29 15,2 0-13-15,-2 0-19 16,-1 3-7-16,1-3-13 15,-3 1-4-15,1 1-3 0,2 1 0 16,1 4-1-16,1-2-1 16,-2 5-1-16,1-2 0 15,0 0 0-15,0 4 1 16,-1-1 0-16,-1 1 1 16,0 0 0-16,1 2 0 0,-1 1 2 15,-4-3-1-15,1 3 16 16,0-3 8-16,0-2 12 15,2 3 2-15,-2-2-12 16,0 3-9 0,-1 0-10-16,1 0-3 0,1 0-3 15,-3 0-1-15,3 2 0 16,-2 0 0-16,0 3-1 16,1 0 0-16,1 0 0 15,0-1 0-15,2 1 0 16,1 3 0-16,0-1 0 15,1 3 0-15,-1 2 2 16,0 2 5-16,1-1 5 16,-1-3 2-16,0 5-2 15,1-7-3-15,-1 5-6 16,1-2-1-16,2-2 1 16,-2 1-1-16,1-4 2 15,0 4 2-15,2-3 3 0,0-1 0 16,2 1-1-16,-1-2-2 15,4 2-3-15,1 0 0 16,-1 1-2-16,4 0 1 16,-2-3-1-16,1 1 0 15,3 1 0-15,-2-4 0 16,4 2-1-16,-2-1 1 0,3-2-1 16,1 2 1-16,0-2-1 15,2-3 0 1,1-1 0-16,2 1 0 0,-1-3 0 15,3 2 1-15,-4-4 2 16,0 0 0-16,2-3 0 16,-3 1 1-16,6-2-2 15,-3-3 1-15,3 0 1 16,3-3 0-16,1-2 0 16,0 1 1-16,4-4 0 15,2 0 0-15,-2-1 3 16,1-3 2-16,-3-4 5 15,-3-4 1-15,-1-3-2 16,-1-2-2-16,0-2-4 16,2 0-2-16,-2-3-1 15,2 2-1-15,2-3 0 16,0 2 0-16,2 0-2 16,0 0 1-16,-2 1-2 0,-3-2 2 15,-3 1-1-15,-3 1 0 16,-7 2 2-16,1 3 3 15,-3-1 17-15,-6 1 8 16,1 1 14-16,-5 3 4 16,-3 0-4-16,0 0-3 15,-5 3-6-15,1-1-1 16,-5 0-1-16,-3 2-3 0,-2-2-6 16,-5 3-6-16,-2 3-9 15,-1-1-3-15,-3 2 0 16,1 1-1-16,0-2 2 15,-1 1 2-15,0 1 4 16,3 2 3-16,0 2-1 16,3 3 0-16,-1 3-3 15,-5 1-3-15,-2 2-2 16,-2 3-2-16,-2 1-3 16,5-1-1-16,3 5-3 15,-2 2 1-15,4 9-72 16,-2 7-67-16</inkml:trace>
  <inkml:trace contextRef="#ctx0" brushRef="#br1" timeOffset="95188.39">6053 8316 441 0,'-3'0'232'0,"-6"-2"-46"0,2-4-105 16,5 2-60-16,-1 2-14 0,1-2-26 0,0 3-9 0,1 0-1 0,0 0 5 16,0 1 21-16,0-1 15 15,-5 0 25-15,-3 1 9 16,-22 4 7-16,22 0-8 16,2 3-20-16,0-1-9 0,-1 1-11 15,-1 2-2-15,1 3-1 16,0-1-2-16,1 2 1 15,1 5-1-15,0 0 0 16,-3 3 1-16,2-1 0 16,-1 1 0-16,-2 0-1 15,1 0 3-15,-1 1 15 16,-1 0 4-16,2-2 4 16,3 5 0-16,0-5-13 15,-2-1-5-15,5-2-5 16,-4-4-1-16,6 1-2 15,2 2 0-15,-1 0 0 16,0 0 0-16,3-1 0 16,-2-1 0-16,4-1-1 15,-1 2 1-15,0 0-1 0,1 0 0 16,5-1 1-16,-1-1 0 16,-2-2-1-16,2-2 1 15,-2-3 0-15,4-1 0 16,2 1 1-16,0-2 0 15,3 0 1-15,2 0-1 16,1-2 0-16,0 1-1 16,1-1 0-16,1-2 0 0,2 1 0 15,6 1 0-15,-4 0 0 16,2-1 0-16,-6-1 0 16,-2 0 1-16,1-7 0 15,-4 0 0-15,4-4 1 16,0 1-2-16,0 0 1 15,2-1 0-15,-2 2-1 16,1-3 1-16,-1-2 1 16,-1-3-1-16,0-2 2 15,-1 0-1-15,-3-1 0 16,1 1 1-16,-2 0 1 16,0 1 1-16,0 6 0 15,-1 0 0-15,0 2-2 16,-2-1 0-16,-3-3 1 15,-1 1 1-15,-3-4 0 16,-3-3 1-16,-2-3 0 0,-4-2-1 16,0 0 23-1,-3 0 8-15,-1 0 13 0,-3-1 6 16,-6-1-13-16,-1 0-2 16,-3 0 1-16,-1 3 1 15,-2-3 2-15,-1 3-2 16,-1-1-2-16,-1-1 1 15,1 3-1-15,-1 2-2 16,2 8-11-16,-2 4-8 0,-4 9-16 16,-3 4-23-16,-10 11-104 15,-2 10-112-15</inkml:trace>
  <inkml:trace contextRef="#ctx0" brushRef="#br1" timeOffset="96919.48">2013 4446 713 0,'-2'-1'258'0,"-2"0"-220"0,0 2-31 0,4-1-38 16,-1 0-2-16,0 0 9 0,0 0 8 0,0 0 29 0,0 0 20 15,0 0 35-15,-4 0 16 16,-6 0 14-16,-21-2-7 15,20 1-30-15,1 1-14 16,3 0-24-16,-2-1-9 16,2 1-8-16,0 1-2 15,0 1-2-15,-4-1-1 16,4 6-1-16,-2 1 0 16,-4 4-2-16,4 2 0 15,-3 4 0-15,1-1 1 0,-6 2 1 16,-1 4 0-16,-3-1 0 15,-2 3 0-15,4 5 0 16,3-1 0-16,3 1 0 16,1 0 1-16,6-1-1 15,3 2 0-15,4 1 0 16,3-1-2-16,1-1 1 16,3-3 0-16,4-1 1 15,1 1 1-15,5 3 1 16,1 3 0-16,2-1-1 15,1 3 0-15,1 0 0 16,0-1-1-16,-2 0 1 16,1-3 0-16,1-8 0 15,0 1-1-15,3-6 1 0,0-3 0 16,1-2 1-16,3-3 0 16,1-3 0-16,4-1 0 15,-1-4 0-15,0-2 1 16,-1-3 0-16,-6-4 0 15,3-1 0-15,-2-1 1 16,0-5 1-16,0-1 0 16,-1-6 2-16,0-4-1 0,-3 0 1 15,-3-1 1-15,1-4 2 16,-1 1 2-16,0-4-1 16,-1 0-1-16,0 2-3 15,-1-1-1-15,-2-1-1 16,-3 1 1-16,-7-3 1 15,-1 0 0-15,-4-1 7 16,0-2 5-16,-5-3 9 16,0 1 4-16,-11 0 2 15,-1 2-1-15,-4 5 0 16,-2 2 0-16,-4 2 3 16,-3 2 0-16,-1 2-1 15,-4 1-1-15,2 2-10 16,2 2-5-16,-6 4-12 15,0 6-14-15,-13 10-72 16,-8 11-52-16</inkml:trace>
  <inkml:trace contextRef="#ctx0" brushRef="#br0" timeOffset="113450.93">2558 6367 344 0,'-2'-3'134'0,"-2"1"-90"0,4 0-14 0,-1 2-9 0,0 0 9 0,0 0 8 16,0 0 2-16,0 0 10 15,0 0-2-15,-10 4 5 0,-21 11 2 16,19-9-6-16,-2-2-6 16,1 1-16-16,-1 5-8 15,1-2-11-15,2 3-4 16,-1 4-4-16,-1-2 0 16,2 4 0-16,-1 2 0 15,1 1 0-15,0 4 0 16,-3 2 1-16,1-1 0 15,-3 2-1-15,1 5 1 16,-2 0-1-16,-4-1 0 16,-1 1 0-16,1-2 1 0,-3-2 1 15,3 4 0-15,0-3 1 16,-3-1 0-16,3 2 0 16,1 2-1-16,0 0-1 15,2 2 0-15,2 2-1 16,-1-2 1-16,3-1 0 15,-2 1 0-15,0-4 0 16,1 1 0-16,-1-1-1 16,2-1 1-16,-2 1-1 15,-4-1 1-15,6 2 0 16,-3 0-1-16,0 3 0 16,2-4 0-16,-3 1 0 15,2-2 0-15,1-4 0 16,1 5 0-16,1 0 0 15,-2 1 0-15,1 1 0 0,0-1 1 16,-1 2-1 0,1-2 1-16,1 4-1 0,1-1 1 15,-1-3 0-15,0 2-1 16,1-4 0-16,0 1 0 16,0 1-1-16,2 0 1 15,-3-1 0-15,4 1 0 0,-1 2 0 16,0 0 0-16,3 9 0 15,-5-5 0-15,1 2 0 16,-1 0 0-16,-1-4 0 16,0 2 0-16,3 1 0 15,-3-4 0-15,1 2 0 16,0-2 0-16,2-1 0 16,1 1 1-16,1-5-1 15,2-1 1-15,1-1-1 16,0-1 0-16,3 0 0 15,0 3 0-15,0 0 0 16,0 1 0-16,2 1 0 16,1 1 0-16,0-2 1 15,1 1-1-15,0-3 0 16,-1-1 0-16,1-3 0 16,0-1 2-16,2 1 1 15,2 0 0-15,-1 2 2 0,2-2-1 16,0-2-2-16,0 0 0 15,3-2-1-15,-1-3 0 16,3 2-1-16,-2-1 1 16,1 0 1-16,1 0 1 15,2-3 2-15,0 0 0 16,3 1 0-16,-1-4-1 16,-1 2-1-16,3-1-1 15,-5-3-1-15,4 0 0 0,0 0 0 16,-1-2-1-1,5 1 0-15,-2 1 0 0,1-3 0 16,3-1 1-16,-1 1-1 16,0-3 1-16,1-1 0 15,-1 4 0-15,3-3 0 16,0 2 0-16,1-3 2 16,1-3 2-16,-3-1 2 15,1-2 0-15,-4-1 0 16,-4-1-1-16,4-2-2 15,0-1-1-15,2-2-1 16,5 2 0-16,-2-2 0 16,3 4 0-16,-1-5 0 15,2 1 0-15,2 0 0 16,-5-4-1-16,3 3 1 0,-3-5 0 16,-2 1 0-16,3-1 1 15,-4-3 0-15,1 2-1 16,2-3-1-16,2 1 1 15,1 0-1-15,2 1 0 16,2-1 0-16,0 1 1 16,2 1-1-16,-4 0 0 15,-1 1 0-15,-1 1 0 16,-2-2 0-16,3 1 1 0,-3-1 1 16,3-1 0-1,1-3 0-15,0-1 1 0,4-4-2 16,0 0 1-16,0 1-2 15,-3 1 0-15,-1 1 0 16,0 3 0-16,-2 0 0 16,2 1 0-16,-1-2-1 15,1 1 1-15,2 1-1 16,2 0 1-16,3-1 0 16,-2-2 0-16,-3-1 1 15,-2-1 1-15,-1-1 1 16,-3-3 0-16,4 0-1 15,0-1 0-15,1 1-1 16,3 0-1-16,5 1 0 16,2 2 0-16,-3-1 0 15,-4 2 1-15,-4 1-1 0,-3-4 0 16,3 2 0-16,2-1 0 16,0-2 0-16,3-1-1 15,0-2 1-15,2-1 0 16,2 3-1-16,-1 0 1 15,-2-2 0-15,-2 1 0 16,-1-1 0-16,1-1-1 16,2 2 1-16,4 0 0 15,0 1 0-15,2-1 0 0,-3-1-1 16,0 0 1-16,-4 0-1 16,-2-3 0-16,4 3 0 15,0-1 0-15,4 0 1 16,1 0 0-16,0 3 1 15,-1-4 0-15,-1-1-1 16,-2 1 0-16,-1-6 0 16,1 1 0-16,1 1-1 15,1 0 0-15,3 4 1 16,0 1-1-16,-1 3 0 16,-2-2 0-16,-5 1 0 15,1-2 1-15,-2-1-1 16,3 1 0-16,2-5-1 15,1-2 0-15,3 1-1 16,0 1 0-16,-6-1 2 16,-1 3-1-16,-2-2 1 0,-3 1-1 15,3-2 0-15,2 0-1 16,1-1-1-16,1 1 1 16,2 2 0-16,-3-1 0 15,-2 1 2-15,-4-2-1 16,0 3 0-16,1-2-2 15,-1-3 0-15,2 2 0 16,1-7 1-16,-3 2 1 16,5 3 1-16,-1 2 0 15,-1 1 0-15,1 2 0 0,-5-7 0 16,-2-1 0-16,3-3 1 16,-1-1-1-16,2 3 1 15,0 0-1-15,1 4 1 16,-1-2-1-16,1 1 1 15,1-1-1-15,-5-4 1 16,1 1 0-16,-3-3-1 16,2 4 1-16,-1 1-1 15,-1 1 1-15,1 2 0 16,-1-2 0-16,4-1 0 16,0-2-1-16,-1 1 0 15,-1-1 1-15,-3 3 0 16,-4 4-1-16,1 2 1 0,-5 1 0 15,0-1-1-15,3 1 1 16,-3-6 0-16,1-1 0 16,-1 3 0-16,-2-5 0 15,-1 6 1-15,-2 1-1 16,-1 2 0-16,-1 3 0 16,-1-1 1-16,0-1 0 15,0-1-1-15,-1-3 0 16,0 2 0-16,1 3 0 15,-3 2 0-15,-2 1 1 0,-6 1 1 16,0-3 0-16,-6 3 0 16,2 1 0-16,-2-1-1 15,-4 0-1-15,4 0 1 16,-7-4 0-16,3 2 0 16,-1-1 1-16,-3 4-2 15,2 2 0-15,-2 3 1 16,0 2-1-16,-2 1 2 15,-1 1-1-15,-3 0 0 16,1 1 1-16,-3 3-2 16,1-1 2-16,-1 2 4 15,-2 0 4-15,-4 0 9 16,-4 0 2-16,-2 3-1 16,0-1-3-16,2 0-7 15,0 4-4-15,2-1-5 16,-2 4-1-16,-1 2-1 15,0 2 1-15,1 1-1 0,-3-1 0 16,-2 4 1-16,0 1-1 16,-4 2 0-16,1 4 0 15,0-2-1-15,3 1 1 16,2 0 0-16,0-1 0 16,1 1 0-16,-1 0 0 0,-3 2 0 15,-2-1-1 1,1 4 1-16,-3 0 0 0,1 3-1 15,3 3 1-15,-1-3-1 16,0 1 1-16,-4 0 0 16,0 1 0-16,-5 1 2 15,-2 3-1-15,2 3 1 16,-1 3-2-16,2 2 1 16,-1 1-1-16,0-1 0 15,0 2 1-15,-1 0-1 16,2-1 1-16,2 1 0 15,0-2-1-15,4-2 1 16,2 3 1-16,-6-2-1 16,0-2 0-16,-2 4 0 15,-3-1 0-15,8 0-1 16,0 1 1-16,1-2-1 16,3-3 1-16,-4-1 0 15,0-1-1-15,-2 1 1 0,-1 0-1 16,3 0 1-16,3 0 0 15,3 2-1-15,3 0 1 16,1 1 1-16,0-2-1 16,-2 0 1-16,-2-1-1 15,-3-1 0-15,0-1 0 16,3 0-1-16,2-1 1 16,1 0 0-16,5 0 1 15,0 0 0-15,2 0 1 0,-2 2 0 16,-6 0-1-16,1 1 0 15,-3 1-1-15,2-1-1 16,2 1 1-16,3 2-1 16,0 0 0-16,2-1 0 15,1-1 1-15,-3-3-1 16,5 5 0-16,-1 0 1 16,-6-1-1-16,1 1 0 15,-4-1 1-15,0-1-1 16,6 2 1-16,2-3-1 15,2-3 0-15,2 1 0 16,2 0 0-16,1-3 0 16,2 3 0-16,-1-5 0 15,-2 1 0-15,3-1 0 16,0-1 1-16,-2 0 0 16,4 0 0-16,-8-1 0 0,-1-4 0 15,0 3-1-15,-1-2 0 16,6 2 0-16,0 0 0 15,1 1 0-15,2 2 0 16,0 0 0-16,0-1 0 16,0 0 0-16,0 0 0 15,0-3 1-15,0 3-1 16,2-2 0-16,-1 0 0 16,0-2 1-16,0 1-1 0,-3 1 1 15,-2-3-1-15,2 1 0 16,-1-2 0-16,0 3 0 15,-1-1 0-15,-1 1-1 16,2 2 1-16,2 2 0 16,2 0 0-16,1 0 0 15,-1-1 1-15,1-2-1 16,-2-3 0-16,2 1 1 16,0 1-1-16,1-1 0 15,1 1 0-15,-1-3 0 16,0 0 0-16,2-1 0 15,1 0 0-15,-2 0 0 16,3-3 1-16,-1 1-1 16,0-5 1-16,4 4 0 15,-4 0 0-15,1-3-1 0,0 2 1 16,-2-4 0-16,1 1 1 16,0 1-1-16,1-2 1 15,-2 0-1-15,2 2 1 16,1-2 2-16,-1 0 1 15,1 2 2-15,0-1-1 16,-1 1-2-16,1-1-1 16,3 2-3-16,-2 0 0 0,1 4-7 15,0 4-30 1,-3 8-205-16</inkml:trace>
  <inkml:trace contextRef="#ctx0" brushRef="#br0" timeOffset="118634.65">3686 6186 608 0,'-3'0'260'0,"3"1"-141"0,-3-1-72 0,3 0-31 0,0 0-13 16,-1 0-3-16,0 0 2 16,0 0 2-16,0 0 1 0,1 0 11 15,-1 0 11-15,0 0 15 16,0 0 3-16,0 0-14 16,0 0-11-16,0 0-19 15,1 0-4-15,1 6 1 16,3 8 1-16,9 27 1 15,0-19 0-15,0-1-5 16,1-3-7-16,0-5-6 16,0-2-1-16,-2-8 6 15,-1-3 6-15,-2-5 6 16,1-3 0-16,-3-8 1 16,2-2 0-16,0-6 1 15,1-3 0-15,0 4 0 16,2 1 0-16,-5 0 0 0,-1 4 1 15,-1 3 1-15,-1 6 2 16,-1 4 3-16,-2 2 0 16,2 3-1-16,0 2-1 15,-3-2-4-15,0 0-1 16,2 8 0-16,28 29-1 16,-17-15 2-16,0-1 0 15,1 6 1-15,-2 1 0 16,1 2 1-16,1 3 0 0,-5-1-1 15,5 4 0-15,-5 1-1 16,0 0 1-16,-1 4 1 16,-2-3 1-16,1 2 5 15,-1-2 6-15,-5-3 10 16,-1-2 2-16,-3-6 2 16,-4-4-2-16,1-3 0 15,-3-3 7-15,-2-5 21 16,0-2 10-16,-1-5 8 15,-2 0-6-15,-4-7-15 16,-2-2-10-16,-5-7-14 16,1-6-7-16,4-6-11 15,2-6-6-15,4-8-6 16,4-2-4-16,4-6-2 16,5 1-17-16,6 1-36 0,2 4-22 15,6 5-51 1,0 2-21-16,2 2-69 0,3 3-59 15</inkml:trace>
  <inkml:trace contextRef="#ctx0" brushRef="#br0" timeOffset="118968.9">4174 6117 897 0,'-1'0'344'0,"1"0"-232"0,1-4-102 0,-1 3-20 0,0 0-24 0,0 0-10 0,6 1 1 0,1 0 10 16,19-7 33-16,-21 0 47 15,0 2 12-15,-2-4 10 16,3-1-13-16,1-2-31 16,1-3-11-16,3 2-12 15,-1 1-12-15,3-1-62 16,0 2-50-16,-3 1-118 16,1 3-69-16</inkml:trace>
  <inkml:trace contextRef="#ctx0" brushRef="#br0" timeOffset="119318.52">4263 6304 242 0,'-7'10'178'0,"-7"6"14"0,4-3-32 15,1-2-20-15,2-5-29 16,2-2-18-16,3 0-45 15,1 0-11-15,1-5-3 16,0 1 1-16,0-1 9 16,1-2 5-16,8-19 3 15,30-27 0-15,-19 17-10 16,2-1-9-16,3 1-14 16,-3 0-7-16,1 6-7 15,-2-1-2-15,-2 4-9 16,2 4-20-16,-8 0-59 15,1 2-35-15,-4 3-68 16,-4 0-7-16,-1 1 29 16,-1 4 27-16,-1-3 55 15,2 1-6-15</inkml:trace>
  <inkml:trace contextRef="#ctx0" brushRef="#br0" timeOffset="119617.53">4502 5836 645 0,'-4'-1'345'0,"-4"-4"-96"16,3 2-115-16,0 0-32 0,0 2-52 15,4-2-12-15,-1 2-24 16,1 0-9-16,1 1-5 16,-1 0 0-16,0 0-5 15,1 0 0-15,0 0-1 16,0 0 1-16,5 11 3 15,15 28 2-15,-9-16 1 16,1 3 1-16,3 3 1 16,-2-2 0-16,0-2-1 15,-1-8 0-15,-2-2-1 16,0-4 1-16,-1-3 0 16,0-2 0-16,-2-6 0 15,-2 4 0-15,-2-4-46 16,-1 1-67-16</inkml:trace>
  <inkml:trace contextRef="#ctx0" brushRef="#br1" timeOffset="123602.5">6599 6688 872 0,'0'-2'292'0,"0"-1"-284"0,1 0-8 0,-1 2 3 0,0 1 1 0,0-1 34 0,0 0 13 0,0 1 7 15,0 0 0-15,0 0-33 16,-1 0-15-16,0 0-10 15,-1 13 0-15,2 29 0 16,6-18-1-16,2-3 1 16,3 0 0-16,2-3 0 15,1-4-11-15,1-3-15 16,-2-4-6-16,-2-8-10 16,0-2 5-16,-1-8 14 15,0-1 6-15,0-3 12 16,-2 0 5-16,-3 3 7 15,-1 0 7-15,-1 7 8 16,-2-2 3-16,1 1-2 16,1 7-3-16,0 0-10 15,3 5-2-15,2 0-4 16,1-1-2-16,1 3-1 16,2 1-1-16,4 7 1 0,2 4 0 15,4 4 0-15,-3 2 0 16,-2 1 0-16,-1-2-1 15,-2 3 2-15,4 0-1 16,-1 1 0-16,-3-2 1 16,-2 0 0-16,-5-5 1 15,-4 1 1-15,0-1 0 0,-5-2 1 16,-1 1 1 0,-5-6 3-16,-2 1 5 0,-1-1 19 15,-5-4 6-15,-3-3 7 16,0-4 0-16,-4-3-13 15,0 0-6-15,2-1-5 16,-2-5-2-16,2-5-5 16,2-2-3-16,4-4-10 15,3-2-3-15,5-3-4 16,2-5-16-16,5-4-50 16,2-3-40-16,7-2-253 15</inkml:trace>
  <inkml:trace contextRef="#ctx0" brushRef="#br1" timeOffset="124017.33">7053 6664 615 0,'-2'4'304'0,"-2"1"-38"0,4 5-239 0,3-4-31 0,-1 1 0 0,2 1 3 0,-4-5 1 0,0 0 18 15,0-3 26-15,0-1 43 16,0 0 13-16,0 0-7 16,-1 0-25-16,1 0-44 15,0 1-14-15,1-7-10 16,5-6-2-16,18-22-1 16,-11 19-11-16,3 0-22 15,2 2-17-15,0-3-44 16,2 0-21-16,-2 0-80 15,-1 0-44-15</inkml:trace>
  <inkml:trace contextRef="#ctx0" brushRef="#br1" timeOffset="124800.18">7086 6896 935 0,'-3'1'372'0,"-1"1"-229"16,2-2-99-16,2-1-28 16,0 0-9-16,1-1-7 15,0-13 1-15,36-22-1 16,-20 20 0-16,2-2-8 15,0-1-6-15,0-2-19 16,0 2-10-16,0-1-13 16,1-2-4-16,0 1-15 15,-2 0-9-15,0 1-20 16,2 3 2-16,-4-1 27 16,2 3 17-16,0 0 24 15,-3 2 2-15,-1 4-3 16,-1-1 2-16,-2 5 17 15,-1-1 7-15,-5 4 35 0,-2 2 51 16,-3-1 72 0,-2 2 25-16,1 0 8 0,0 0-43 15,0-1-68-15,-4 1-24 16,-3 0-32-16,-20 6-6 16,21-2-5-16,0 0-1 15,1 2-2-15,0 1 1 16,2 0-2-16,1-2 0 15,2 3-2-15,1 0-1 0,2 2 0 16,2 3 1-16,3 0 0 16,0 0 1-16,1 2 0 15,2 0 0-15,-1-1 1 16,3 0-1-16,1-4 1 16,1-2-1-16,1-3 0 15,-2-4 0-15,1-1-1 16,-1-3 2-16,2-7 1 15,0-5 3-15,-3-4 1 16,3-3-1-16,-7-1 2 16,-1 0 0-16,0 1 9 15,-7-1 8-15,2 2 16 16,2 1 8-16,-7-2 9 16,3 2 0-16,-5 5-7 0,-3-2-4 15,-1 5-14 1,-5 2-6-16,-1 1-12 0,-2 3-4 15,-2 4-18-15,0-3-13 16,-2 12-41-16,-3 5-31 16,0 7-141-16</inkml:trace>
  <inkml:trace contextRef="#ctx0" brushRef="#br1" timeOffset="127465.54">2698 4163 326 0,'-1'-1'208'0,"-2"-6"6"0,2 1-130 0,1 0-53 0,0-1-16 0,1 6-8 0,-1 1 14 15,-2-1 35-15,1 0 16 0,0 0 27 16,0 0-8-16,0 0-25 15,0 1-12-15,0-1-20 16,1 0-7-16,-1 1-13 16,0 0-7-16,0 0-8 15,-2 10-3-15,-1 35 2 16,10-19 1-16,4 2 1 16,0-1-2-16,2-5-12 15,1-5-3-15,-2-6 1 16,0-5 1-16,-5-6 12 15,-1-4 3-15,0-6 0 16,-1-6 0-16,0-3 0 16,1-2-1-16,2-3 0 15,-1 1 1-15,-2 3 1 16,-2 3 0-16,-2 6 2 16,0 4-1-16,0 3-1 15,0 3-2-15,0 1-5 0,0 0 0 16,0 0 1-16,0 1 3 15,4 17 2-15,30 20 2 16,-18-16-1-16,-1 1 0 16,5 1-1-16,1 4 0 15,-2-1 1-15,3 3-1 16,-3 1 1-16,-1-4 0 16,2 4-1-16,0 0 1 0,-1-4 1 15,0 2-1-15,-6-7 0 16,0-1 1-16,-4-1 0 15,-2 0 1-15,-2-1 1 16,-3-2 2-16,-2-4 8 16,-2-1 8-16,-4-1 19 15,-3-4 8-15,-5 0 10 16,-4-1-4-16,-2-1-11 16,0 1-5-16,0-6-10 15,-1 0-1-15,2-7-6 16,0-3-4-16,1-4-10 15,2-2-3-15,4-2-5 16,3 2-2-16,4-4-3 16,5-2-5-16,0-1-41 15,6-4-31-15,3 0-86 16,1-2-64-16,2-2-85 16,-2 0-21-16</inkml:trace>
  <inkml:trace contextRef="#ctx0" brushRef="#br1" timeOffset="127766.19">3077 4226 422 0,'0'-1'264'0,"1"-2"-20"0,-1 1-37 0,-1 1-76 0,1 1-42 0,-1-1-51 0,1 0-13 0,0 0-14 15,0 0-2-15,0 0-1 16,0-5 0-16,0-2-1 16,6-19-1-16,-3 16-3 15,1 1-1-15,2-1-2 16,1-4 0-16,4 5-1 16,-2-2-4-16,1 2-23 15,1 4-16-15,-1 1-53 16,-3 2-36-16,0 7-86 15,-1 4-69-15</inkml:trace>
  <inkml:trace contextRef="#ctx0" brushRef="#br1" timeOffset="128015.5">3170 4385 240 0,'-1'2'186'16,"0"1"63"-16,-1-3-1 15,2 0-54-15,0-1-31 16,0 0-78-16,0 0-36 16,2-7-22-16,2-5-8 0,9-25-9 15,-4 22-4-15,1-2-4 16,5-2-3-16,-4 3-26 16,1-1-18-16,-3 3-48 15,-8-1-30-15,7 6-53 16,-3-2-24-16,0 1-57 15</inkml:trace>
  <inkml:trace contextRef="#ctx0" brushRef="#br1" timeOffset="128699.2">3357 4050 819 0,'-2'-3'322'0,"-1"2"-236"16,1-4-33-16,-1 2-38 16,0 2-9-16,1 1 0 0,1 0-2 15,0 0-3-15,0 0 0 16,0 0 0 0,1 0 2-16,-1 0 4 0,0 0 2 15,-2 4 6-15,0 1-1 16,-2 2-3-16,-7 22-3 15,10-21-6-15,3 1-2 16,-2 1-1-16,1-1-1 16,0 3 0-16,1-1 1 15,4 0 0-15,-2 1 1 16,3-1-2-16,0-1 1 0,0 0-1 16,0-1 0-16,1-1 1 15,2-1 0-15,-1-4 1 16,3 1-1-16,-1-2 1 15,-2-2 2-15,2-2 0 16,-3-1 0-16,0-2 1 16,1 0 1-16,0-2 0 15,0 0 1-15,-2-4 1 16,-1-3 1-16,-2 3 4 16,0 1 4-16,-1-1 8 15,-2 4 6-15,0-2 2 16,-2 0-1-16,-1 3-5 15,2-1-4-15,-2 0-5 0,-1 1-1 16,0-2-1-16,-1 0 1 16,0-1-1-16,2 1-1 15,-2 1 0-15,1-1 1 16,0 3 3-16,0 1 1 16,-2-1 1-16,0 1 0 15,1-1-4-15,-2 0 0 16,2 0 2-16,0 4 0 15,-1-2 1-15,-1 0 2 0,0 0-3 16,-1 1-2-16,0 2-6 16,0 3-4-16,2 7-14 15,-8 3-38-15,-3 14-112 16</inkml:trace>
  <inkml:trace contextRef="#ctx0" brushRef="#br2" timeOffset="161845.06">9446 7261 350 0,'1'-1'149'0,"-1"-1"-83"0,-1-1-35 0,0 2-27 0,1 1-4 0,0 0 0 0,0 0 0 0,0 0 24 16,-1 0 25-16,0 0 38 15,0 0 12-15,0 0-9 16,0 0-22-16,0 0-37 16,1 0-12-16,-1 0-13 15,0 0-2-15,0 0-1 16,0 0 0-16,0 0 9 15,0 0 3-15,0 0 7 16,1-1 2-16,-1 0-6 16,0 0-1-16,0 0-5 15,0 0 1-15,1 0-1 0,0 1 0 16,0-1-2-16,5-1-1 16,6-3-4-16,25-19 0 15,-26 21-2-15,3 0 1 16,-2 3-2-16,-2-1-1 15,2 3 0-15,-4 3 0 16,-2-1-1-16,0 0 2 0,-2 3 0 16,2-1 3-16,-3 4 0 15,2 0 1-15,-4 2 0 16,0 3-2-16,-3 0-2 16,0 1 1-16,-2 0-1 15,-1-1 1-15,-1 1-1 16,0 1 0-16,-3-2-1 15,0 1 1-15,2 0 0 16,-1-1-1-16,2 1 1 16,1-2-1-16,-3-5-1 15,0-1 1-15,3-3 0 16,-2-1 0-16,8-1 1 16,-2-3-1-16,3-1-1 15,-1 0-2 1,0 0-1-16,0 1 1 0,0-1 2 15,0 0 0-15,10-14 1 16,19-22 0-16,-16 20 0 16,-1-3-1-16,1 2 0 0,2-2 0 15,-2-1 1-15,0 2 0 16,-1 1 0-16,-1 2 0 16,-2 1 0-16,0 2 0 15,-3 1-1-15,-2 4 1 16,0 3-1-16,-4 0 0 15,1 3 0-15,1-2 0 16,-2 4-2-16,0 0 1 0,0 0 0 16,0 0 0-16,0 0 1 15,0 0 0-15,-1 5 1 16,0 7-1-16,-4 23 0 16,0-23 0-16,1 2 0 15,-2 0 0-15,2-2 0 16,1 1 0-16,3 0 0 15,-2 0 0-15,3 1 0 16,0-2 0-16,4 2 0 16,-1-4 0-16,2-2 1 15,-1-1 0-15,2-5 0 16,3-2 1-16,4-3 1 16,0-1 0-16,3-5 0 15,-2-1 1-15,1 0-1 16,2-3 0-16,-5 2 0 15,-3 0 0-15,-4 1-2 16,-6 1 2-16,3 2-21 0,-1 1-17 16,-2 0-36-16,0-1-29 15,-3 2-82-15,1 1-97 16</inkml:trace>
  <inkml:trace contextRef="#ctx0" brushRef="#br2" timeOffset="162479.34">9881 7273 223 0,'3'-2'166'0,"-1"-2"3"0,0-1-64 0,-2 0-27 0,0 0-20 0,1-2-1 0,-1 0-3 0,1-1-4 16,0 0-12-16,-1 3-4 16,1 0-4-16,0 1 2 15,0 0 9-15,-1 1-1 16,1-1-3-16,0 2-6 16,-1 1-9-16,0 0 2 15,0 0 11-15,0 0 5 0,0 0 4 16,0 1-5-16,0-1-17 15,0 0-5-15,0 0-12 16,0 0-3-16,0 0-2 16,0 0-2-16,0 1 0 15,0-1 1-15,1 1 1 16,3 3 0-16,0 5 0 16,22 28 0-16,-20-18 0 15,-2 1 0-15,0 1 0 16,1 0 1-16,-1-3 0 15,-1 1 0-15,1-3 0 16,-1 1 0-16,2-2 0 16,-2 1 0-16,0-3-1 15,0 0 1-15,-1-3 0 16,0-2 0-16,0-3-2 16,2 1-16-16,-1-2-76 0,1 1-77 15</inkml:trace>
  <inkml:trace contextRef="#ctx0" brushRef="#br2" timeOffset="164061.29">10671 7271 456 0,'-2'0'178'0,"0"0"-125"0,0-2-28 0,2 1-21 0,-1 0-2 0,0 1 19 0,0 0 18 0,0 0 40 16,0-1 12-16,0 1-12 15,1-1-16-15,-1 1-34 16,0-1-8-16,1 0 2 15,0 0 1-15,0 0 13 16,0 0 5-16,6 1-1 0,1-2-3 16,21-3-16-16,-20 4-10 15,-3 0-9-15,0 1-3 16,1 1 0-16,-1 3-2 16,0 5 0-1,-1 2 1-15,0 2 0 0,-2 1 1 16,-1 1 0-16,-1 1 0 0,-1 3 0 15,-2-2 0-15,0 1-3 16,-2-1 0-16,0-2-2 16,-1 1-3-16,-1-2-3 15,0-1 1-15,1-4 3 16,-1-4 3-16,3-2 4 16,0 0 1-16,2-3 1 15,3-2 0-15,-1 1 0 16,0 0 0-16,1-5 2 15,5-9 4-15,11-28 4 16,-8 21 1-16,3-2-2 16,0-2-3-16,-1 5-5 15,2 0 1-15,0 1 8 16,-1 3 4-16,-2 1 4 16,-2 4-1-16,-3 4-7 15,-1 2-5-15,-2 5-6 16,-2-1-3-16,-1 1-1 0,0 1 0 15,0 0 2-15,0 0 1 16,-2 5 0-16,-3 8 0 16,-13 24-1-16,12-18 0 15,-2 0 1-15,0 1 0 16,2 1-1-16,0-1 1 16,5-1 0-16,0-3 0 15,2-3 0-15,1-2 1 0,2-4 0 16,3 0 0-16,3-6 1 15,4-1 0-15,4-8-20 16,4-2-14-16,1-2-30 16,0-1-23-16,-3 0-64 15,-4-2-57-15</inkml:trace>
  <inkml:trace contextRef="#ctx0" brushRef="#br2" timeOffset="164845.01">10894 7295 768 0,'0'0'318'0,"2"-3"-204"0,-2 3-173 0,0-1-162 0,0 0-24 16,0 0 72-16,0 0 108 0,0 0 209 0,2 0 59 0,2 1 17 0,-1-2-40 15,0 0-69-15,3 0-31 0,1-2-48 16,24-9-15-1,-22 12-11-15,2-1-3 0,-1-1-2 16,2 2 0-16,-1 1-1 16,1 0 0-16,1 2 0 15,1 1 0-15,-1 3-1 16,0 1-1-16,-2 2 1 16,-3 0 1-16,0 1-1 15,-3-1 1-15,-3 2 0 16,-2 1 1-16,-3 0 0 15,-1 2 1-15,-5-1 1 16,2 0-1-16,-4-1 1 16,-1 0-1-16,0 0-1 15,1 1 0-15,-1 0-1 16,-1 0 1-16,1 1 0 16,-1-3 0-16,4-1 0 15,0-2 1-15,2-4 0 0,3-1 1 16,1-1 0-16,3 0 0 15,0-2 2 1,0 0 0-16,0-1 0 0,0 0 0 16,1-1 0-16,12-6-1 15,24-12-2-15,-17 10 1 16,1 0-2-16,2 0 2 16,1 0 1-16,-1-1 1 0,-1 1 2 15,-2 1 0-15,-5 0 0 16,-2 2 1-16,-4 1-1 15,-4 3-1-15,-2 3-3 16,-3-1-2-16,-1 2-1 16,1-1 0-16,-1 0-1 15,1 0-2-15,0 0-19 16,0 0-23-16,0 0-71 16,0 0-53-16</inkml:trace>
  <inkml:trace contextRef="#ctx0" brushRef="#br2" timeOffset="166294.84">12069 7074 778 0,'0'-2'282'0,"0"1"-233"0,0 0-29 0,0 0-25 0,0 1-2 0,0 0 1 0,0 0 1 0,0 0 9 16,0 0 7-16,0 0 9 16,0 0 1-16,0 0-3 15,0 2-7-15,-1 12-10 16,-4 22 0-16,1-18 0 16,2-2-1-16,3-1 1 15,1-1 0-15,2-2-1 16,2-1 0-16,-1-2-3 15,2 0-3-15,0-3 1 16,0-2-2-16,2-3-11 0,0-1-14 16,3-1-30-16,1-4-5 15,-1-3 15-15,1 1 17 16,-3-3 45-16,1 0 11 16,-4 0 11-16,0 0 6 15,-2 1 9-15,-3 1 5 0,-1 2 5 16,1 1-5-16,-1 0-18 15,1 4-10-15,-2 1-16 16,0 0-5-16,0 0 1 16,0 0 6-16,0 0 5 15,0 1 2-15,5 9-6 16,9 18-4-16,-11-17-5 16,0 0 0-16,0 3-2 15,2 1 1-15,-2 1-1 16,-1 3 1-16,0 2-1 15,-2-3 1 1,0-10 0-16,0 1-1 0,0 31 0 16,-1 0 0-16,-2 3 0 15,0-14 0-15,-1-6 0 16,-1 2 1-16,-1-5 1 16,0-2-1-16,3 1 0 15,-1-4 1-15,-2-2 0 16,2 1 0-16,-1-4 1 0,-1-1 0 15,0-2 0-15,0-2-1 16,1 0 1-16,-1 0 1 16,3-2 1-16,0 0 1 15,-3-3 15-15,3 0 2 16,-3 0 1-16,0-1-1 16,-1 0-7-16,-2-2 1 0,1 0 8 15,-2-1 11-15,0-2 8 16,0 1 0-16,2-2-8 15,-2 0-7-15,2 0-12 16,-1 1-3-16,-1-1 3 16,3 0 3-16,-4-3 3 15,4 0 0-15,0-1-3 16,-1 0-8-16,4-1-4 16,-2 0-2-16,3 0-1 15,-1-2 2-15,2-2 1 16,3-1-1-16,4-5-2 15,2-2-11-15,8-7-55 16,1-2-48-16</inkml:trace>
  <inkml:trace contextRef="#ctx0" brushRef="#br2" timeOffset="167778.12">9494 7818 768 0,'-4'-4'323'0,"-1"0"-164"0,0 1-144 0,1-1-44 0,-3 5-55 0,2 0-4 0,0 4 16 0,0-1 29 15,0-1 65-15,-4 2 16 16,2-1 12-16,0 0 0 16,4 2-19-16,-3-1-11 0,-1-1-11 15,5-1-3-15,-6-2-2 16,5 3 0-16,-1-3-3 16,-2 2-1-16,2-1 0 15,1 2 0-15,2-1 0 16,-1-2-1-16,1-1-1 15,1 0 0-15,0 0 0 16,0 0 0-16,0 0 1 16,0 0 1-16,5 2 0 15,8 1-1-15,22 4-2 16,-22-12 0-16,3 1 1 16,1-1 0-16,7-1 2 15,3 1 0-15,6-4 0 16,4 1 1-16,8 1-1 15,4 0 0-15,4 2 0 16,0 2-1-16,3-2 1 16,3 1 1-16,9 1 4 0,5 2 1 15,1-2 0-15,2 1-1 16,-1-2-2-16,3 2 1 16,-1-1 30-16,-3 1 9 15,2-2 10-15,1 0 0 16,2-1-26-16,1 0-9 15,-3 2-9-15,-4 0-3 16,6 2 8-16,1 0 5 0,-4 0 13 16,3 0 10-16,-7-2 15 15,1 0 7-15,1 0 1 16,-4 0-9-16,-5 1-24 16,-2 1-11-16,1 0-13 15,1-1-2-15,-1 1-1 16,-5-1-1-16,-4 0 3 15,-3 0 4-15,2 1 2 16,2-1-1-16,0-1-4 16,-5-1-4-16,-3 0-3 15,-1-1 1-15,-3-1-2 16,2 3 0-16,-1 0-12 16,-1 0-6-16,-4 0-13 15,-4 1-5-15,-3-1-4 16,-2 1-10-16,-5 0-46 15,-1 0-35-15,-1 1-110 16,-1 0-120-16</inkml:trace>
  <inkml:trace contextRef="#ctx0" brushRef="#br2" timeOffset="168927.99">10474 7238 611 0,'0'-3'228'0,"-1"-6"-158"0,1 4-82 0,-3-1-15 0,0-2-6 0,1 1 3 0,-5-1 40 0,3 2 27 0,-2-2 26 16,0 3 5-16,0-3-20 16,1 1-6-16,-1 1-10 15,0 2-1-15,1 1 2 16,0-2-3-16,0 5-8 15,1-2-4-15,0 1-8 16,-1 1-1-16,0 3-2 16,1 1 2-16,0-1-2 15,0 2-2-15,1 1-2 16,1 0 0-16,0 2 7 16,0 1 5-16,0 2 8 15,0 2 4-15,1 4-3 16,0 1-2-16,0 3-10 0,1 4-4 15,0 3-6-15,1 6-1 16,1 2 0-16,0 7-1 16,1 1 1-16,2-3-1 15,0 3 0-15,3-3 1 16,4 0 0-16,1 3 0 0,5 2 0 16,-3 2 0-16,1 3 0 15,0-2 0-15,-4-2 1 16,-1 0-1-16,-3-1 1 15,-1 3-1-15,0 9 0 16,-1-1 0-16,0 4 21 16,-1 0 6-16,-3 0 4 15,1 5 1-15,-1 6-20 16,1 1-5-16,1-3-3 16,-2-1 0-16,4-1 1 15,-4 1 4-15,4 2 9 16,-1-2 6-16,-1 0 9 15,-1-2 1-15,-5 6 7 16,0 4 8-16,-5-3 4 16,3 3-5-16,-3-1-16 15,0 3-14-15,3 6-14 16,-1 0-2-16,0 2 0 16,1 0 0-16,-4 0 2 15,2-2-1-15,1-2 1 0,2-3-2 16,1-4 1-16,0-3-11 15,-2-6-20-15,4-1-9 16,-2-10-27-16,3-4-21 16,3-11-62-16,-4-4-68 15</inkml:trace>
  <inkml:trace contextRef="#ctx0" brushRef="#br2" timeOffset="170177.7">11585 7248 431 0,'0'-2'198'0,"3"-5"-99"0,1 0-33 0,1 2-39 0,1-1-18 0,2 3-9 0,-3 1 1 16,-2 1-1-16,1-1 14 15,-4 0 34-15,-1 2 7 16,1 0 7-16,0 0-12 15,0 0-30-15,0 0-7 16,0 0-1-16,0 4 0 16,0 7 0-16,2 25-2 0,-2-18-3 15,0 5-2-15,2 5-3 16,0 6-1-16,-1 5-1 16,1 3 1-16,1-1-1 15,-1-1 1-15,1 2-1 16,0 1 0-16,1 6 0 15,0 4 0-15,0 6 0 16,-1 3 0-16,-1-15 0 31,-1-23 0-31,1-1 0 0,4 75 1 0,3-2 0 16,-1 2 0-16,-4-32 25 16,-1-3 14-16,-1 3 20 15,2 3 3-15,0 1-21 16,-3-3-15-16,2 0-20 15,-1-4-2-15,5 4-2 16,3 3 0-16,-1-1 0 16,-3-1 0-16,-4-4 2 15,-2 0-1-15,-1 0 0 0,-2 2 0 16,0-5-1-16,0-2 0 16,-4-3-2-16,1-2-1 15,0 4 0-15,-2 0 0 0,2 0 0 16,-1 2 0-16,-3-5 1 15,3-1 1 1,0-2 3-16,3 1 2 0,2-3 1 16,2 3-2-16,0-5-2 15,0-3-2-15,3-4 1 16,-1-4 0-16,0-3 1 16,0 2 1-16,1-4 13 15,0 0 10-15,2-3 11 16,1 0 1-16,1-4-14 15,-1-3-17-15,0-4-35 16,-4-5-17-16,1-1-67 16,1-3-97-16</inkml:trace>
  <inkml:trace contextRef="#ctx0" brushRef="#br2" timeOffset="171827.9">9461 8431 566 0,'-1'-1'251'0,"-1"0"-96"0,-2 0-132 0,4 0-17 0,0 1-9 0,0 0 0 0,0 0 3 0,-1 0 9 15,0 0 44-15,1 0 5 16,-1 0 0-16,0 0-11 16,0 0-40-16,0 0-7 0,0 0 0 15,0 0 1-15,0 0 1 16,1 0 0-16,-1 0 0 16,0 0-1-16,0 0-1 15,0 1-1-15,-1 3-1 16,0 0 0-16,1 0 1 15,0-1 0-15,1 0 1 16,0-2 1-16,1 2 1 16,1 1 1-16,0-3-1 15,14 1-1-15,26 20 0 16,-20-23 0-16,3-3-1 16,3 2 2-16,5-2 0 15,4-1 0-15,4 0 0 16,4-1 0-16,-1 0-2 15,0 0 0-15,5 1 0 16,-4-1 1-16,12 2 0 16,4-2 5-16,-2 1 6 15,2-1 2-15,0 1 1 0,-2-3-3 16,5 3-2-16,2-2 0 16,-7-1 3-16,1 3 0 15,-2-1 4-15,-2 1 3 16,7 2 9-16,1 0 1 15,-4-2-3-15,3 1-6 16,-5 0-12-16,0-1-3 0,6 0-2 16,-2 1 5-16,-3-3 10 15,-5 2 2-15,0 3 4 16,1-1-5-16,0 1-9 16,6 0-3-16,-8-1-2 15,1 0-1-15,-3 3 12 16,-3-2 7-16,3 0 9 15,0-2 0-15,1 1-10 16,0-1-8-16,-6 1-8 16,-4 1-1-16,-4 0-2 15,-1 0-1-15,0-2 0 16,0 2 0-16,-1 0-2 16,2 2 1-16,1 0 0 15,-3 2-1-15,-2-2 0 16,-1 0 0-16,-6-1 9 15,1-1 7-15,1 2 5 16,0 0 2-16,4 0-9 0,-1-1-6 16,0 0-5-1,-2 0-2-15,0-2 1 0,0 0-1 16,-5 2 6-16,2-3 2 16,-2 3 4-16,0-2 0 15,0 0-2-15,0 2-3 16,-2 1-4-16,-1 0-1 15,1 1-1-15,-1-2-2 16,0 1-1-16,-1 1 0 0,-3-1 0 16,-1 3-1-16,-3-2-24 15,0 0-27-15,-3 0-103 16,-3-1-110-16</inkml:trace>
  <inkml:trace contextRef="#ctx0" brushRef="#br2" timeOffset="190859.26">9919 8052 330 0,'-1'-1'201'0,"-1"0"-2"0,2 1-129 0,0-1-74 0,0 0-16 0,0 0-4 16,0 0 4-16,0 1 20 15,0-1 26-15,0-2 42 16,0-6 13-16,0-19 6 16,-4 21-11-16,3 4-34 15,-1 0-14-15,2 1-19 16,-1 1-4-16,1 1-5 15,0 0 0-15,0 0-3 16,-1 0 0-16,0 0 1 16,0 0 2-16,1 0 0 15,-1 1 3-15,-4 7 1 16,-12 21 1-16,11-20 3 16,0 0-1-16,3-2-2 15,1 0-2-15,-1 2-2 16,1 0-1-16,0 2 0 15,-2 1 0-15,4-1 0 16,0 1 0-16,-1 1-1 16,3 1 0-16,1 3 0 15,-1-1-1-15,5 0 1 0,-3 0 0 16,1-4-1-16,-1 0 1 16,3-1 0-16,-1 0-1 15,2-2 1-15,0-3 0 16,0 0 0-16,1-3 1 0,2-1 0 15,2 0 1-15,0-2 0 16,-1-4 0-16,2-2 0 16,0-1-1-16,1 0 1 15,0 0-1-15,-2 0 1 16,-1 0 0-16,1-4 1 16,-3 2 0-16,-1-2 2 15,-2-3 2-15,-2 2 6 16,-2-3 5-16,0 0 3 15,-3 0-1-15,0 0-7 16,0 0-5-16,-1 0-4 16,1 2 4-16,-4 1 13 15,4 0 6-15,-6 2 9 16,-1 1 1-16,1 0-6 16,-2-1-2-16,-2 1-6 15,1 0-3-15,-2 2-6 16,-2-1 0-16,2 1-1 15,0 1-2-15,-1 2-1 0,0 1-3 16,0 3-4-16,-2 0-2 16,0 0-2-16,1 2-4 15,-1 3-8-15,0-1-6 16,0 5-29-16,0-2-18 16,3 3-52-16,-4 2-37 15,5 1-95-15</inkml:trace>
  <inkml:trace contextRef="#ctx0" brushRef="#br2" timeOffset="192274.889">10904 7974 244 0,'1'0'112'0,"-1"0"-40"0,6 2-35 0,-6-4-16 0,1 2-2 0,0-3 15 0,-2 2 15 0,0 0 20 0,0 1 5 15,0-1-13-15,0 1-10 16,1 0-14-16,-1 0-3 15,-3 1-5-15,-4 1-6 16,-20 16-11-16,19-10-3 16,2 3-6-16,0 2-1 15,0-1 0-15,-1-2 1 16,0 1 1-16,-2-1 3 0,2-2 11 16,1 2 7-16,-1-2 7 15,4 0-1-15,0 2-11 16,0-2-8-16,3 0-9 15,0-1-1-15,1 0-2 16,3-1 0-16,0 0 1 16,4 2-1-16,-1-2 0 15,4 4 0-15,-1-4 0 16,-1 0 0-16,3 1 1 16,-5-4-1-16,5 2 2 15,1-1 0-15,-1-1 6 16,6 1 5-16,-8-3 3 15,0-1 3-15,1 0-3 16,0 0-1-16,1-1-1 16,0 1-2-16,1-3-2 0,0-1-2 15,-1 1-2-15,3 1 0 16,-4 1 3-16,-1-3 2 16,3 1 1-16,-1-2-2 15,-1 1-3-15,3 0-2 16,-4-1-1-16,-1 0 1 15,1-1 1-15,-1 0 0 16,0-2 1-16,0-1-1 16,-1-2-2-16,-1 1 1 15,1-1-2-15,-3 0 0 0,0-2 0 16,0 1 1-16,-2 1 1 16,0-1 4-16,-2 3 3 15,-2 1 2-15,0 1-1 16,-4-1-1-16,2 1-5 15,2 0-2-15,-2-1 1 16,1 0 1-16,-2 1 4 16,-1-2 1-16,2 4 0 15,-2-3-4-15,-1 6-5 16,-1 1-1-16,-1 1-2 16,-1 3 0-16,-3-2 0 15,1 1 0-15,-2 0 0 16,0-2 0-16,1 4 1 15,0-2 0-15,1-1-1 0,-1 1 1 16,3 1-1-16,0 0 0 16,-3 1 0-16,1 2 0 15,2 1 0-15,-3-1 1 16,4 1 1-16,4 2 1 16,-5-4 1-16,1 1 0 15,2-1-1-15,-6-2-1 16,7 1-2-16,1 1-2 15,1-2-21-15,2 1-30 0,2 0-141 16</inkml:trace>
  <inkml:trace contextRef="#ctx0" brushRef="#br2" timeOffset="194940.52">12199 7890 179 0,'0'-2'146'0,"0"-1"12"0,0 0-61 0,0 2-30 0,0 0-40 0,0 1-11 0,0-1-13 16,0 0-2-16,0 0-2 15,0 0 11-15,0 0 9 16,0 0 6-16,0 1 13 16,0-1-8-16,0 0 7 15,0 0 3-15,0 1 9 16,0 0 4-16,0 0 3 15,0 0-1-15,0 0-18 16,0 0-8-16,0 0-18 0,-1 0-5 16,0 0-5-1,0 6-1-15,-1 3 1 0,-3 22-1 16,2-21 0-16,2 1 0 16,-1 2 0-16,-1-1 0 15,2 1 0-15,0 1 0 16,-2 1 0-16,2 2 0 15,0 0 0-15,-1 0 0 16,-1-1 0-16,2-2 0 16,-2 0 0-16,0-3-1 0,2 0 1 15,-3-2-1-15,3-4 1 16,0 1-1-16,1-5-2 16,0-1 0-16,0 0-2 15,0 0 0-15,0-1-2 16,0 1 2-16,0-1 1 15,0 0 1-15,0-4 3 16,3-7 1-16,5-24 1 16,-5 21 0-16,2-1 0 15,1-1-1-15,0-1 0 16,0 1-1-16,0 0 0 16,1 2 1-16,-1 3 3 15,-1-1 5-15,0 3 9 16,-1-1 4-16,1 3 6 15,-2 1-4-15,-1 0-5 0,1 2-3 16,-2 2-6-16,0 1 0 16,1 2-2-16,-2-1 0 15,0 1-2-15,0 0-1 16,-1 0-2-16,0 0-3 16,1 0 1-16,-1 0-1 15,0 0 0-15,0 11-1 16,-5 27 0-16,5-21 0 15,-2 4-1-15,1 0 1 0,0 7 0 16,-2 0 0 0,4 0 0-16,-1 3-1 0,1-1-23 15,1 0-22-15,1-2-102 16</inkml:trace>
  <inkml:trace contextRef="#ctx0" brushRef="#br3" timeOffset="-213422.42">2058 4643 93 0,'0'-1'39'0,"0"1"-41"0</inkml:trace>
  <inkml:trace contextRef="#ctx0" brushRef="#br3" timeOffset="-212052.49">2039 4655 47 0,'-3'0'24'0,"-2"0"-8"15,1 3-8-15,-4 0-6 16,-1-1 1-16,2 3 24 16,-2-2 15-16,0-1 24 15,2 2 7-15,-2-1-7 16,-2 1-7-16,1 0-11 16,-3 0-6-16,-1 0-7 0,0 0-2 15,-1 2 0-15,0 1 1 16,2 1 2-16,1 0 1 15,-3-3 4-15,4 1 4 16,-2-3 2-16,-1 3-2 16,1-2-10-16,-5-2-5 15,3 0-10-15,1 0-3 0,1 0-5 16,2 1-4-16,-1-3 0 16,-1 0 2-16,5-2 4 15,0-1 1-15,1 1 0 16,2 1-1-16,-2-2-2 15,0 0-3-15,4 0-3 16,-1 0-2-16,3 3-2 16,0 0 0-16,1-1-2 15,-1 1 0-15,1-1-1 16,0 0-2-16,0 0 0 16,0 0 0-16,0 0 1 15,0 0 1-15,0 1 0 16,7 0 1-16,5 0 0 15,21 3-1-15,-17-4 1 16,1 1 2-16,1-3 3 16,1-1 2-16,4 1 3 0,-1-1-1 15,3 2-2 1,-5-2 1-16,3 3 2 0,-1-2 1 16,4-1 0-16,1 0-4 15,-1-2-2-15,0 0-1 16,0 0 1-16,-1 2 3 15,-3-1 6-15,1 4 3 16,-4 0 3-16,-2 0-2 0,0 0-7 16,-4-2-4-1,-1 1-3-15,0-1-2 0,-2 1 1 16,1 1-1-16,-2-1 0 16,-1 0 1-16,0 1 0 15,-2-1 0-15,-2 2 2 16,-3-2 0-16,1 1 3 15,-3 0 0-15,0 1-1 16,0 0-1 0,0 0-4-16,0 0-1 0,0-1-1 15,1 1 1-15,-11 0 0 16,-20 0 0-16,21 0 0 16,-2 1 0-1,6-1-1-15,1 1 0 0,-22 4 0 16,-3-1 0-16,-5-1 0 15,7-1 0-15,1 0 2 16,-2 0-1-16,-1 0 0 0,2 1 0 16,-1-1-1-16,-1 2 0 15,2-1 0-15,2 2 0 16,-5-1 0-16,2 0 0 16,-1 1 1-16,-1-2-1 15,8 2 0-15,-2-2 1 16,5 1-1-16,-1-1 1 15,2-2 0-15,4 3 0 16,1-3 1-16,0 1 2 0,3-2 5 16,-2 0 1-16,3 0 3 15,4 0-1-15,-1-2-4 16,2 1-1-16,4 0-3 16,-4-2-1-16,4 1-2 15,0 1 0-15,1 0-1 16,0 0-1-16,0 0-2 15,0 1-1-15,0-1-1 16,0 0 1-16,0 0 1 16,11-2 0-16,25-3 0 15,-19 6 1-15,5 0 0 16,1-1 1-16,5 1 0 16,4 0 1-16,5 0 0 15,0 0 0-15,0 0 0 16,-2 4 0-16,-3-2 0 0,1 0 1 15,-1 1 0 1,-1-2 1-16,-2 0-1 0,-2-1 0 16,0 0-1-16,-2 0-14 15,-1 0-75-15,-5 0-80 16</inkml:trace>
  <inkml:trace contextRef="#ctx0" brushRef="#br3" timeOffset="-210925.76">1225 4436 584 0,'-2'0'265'0,"2"1"-132"0,-1-1-38 0,0 0-66 0,0 0-10 0,0 0-10 0,0-1-3 0,0 1 11 16,1 0 5-16,-1 0 5 16,0 0-1-16,0 0-15 15,0 0-7-15,-1 3-4 16,-5 8-2-16,-9 29 1 15,12-25 0-15,0 7 0 16,2 2 1-16,-2-3 0 16,1 1 0-16,-1 0 0 15,3-2 1-15,0-2-1 16,-1 1 1-16,1-5-1 16,-4-2 0-16,5-1 1 15,0-3 0-15,0-4 0 16,-1-2 1-16,1-2-1 0,0-1 0 15,0 0 1-15,0 0 2 16,0 0 0-16,3-8 1 16,9-27 2-16,-8 20 2 15,1-2 0 1,-3-3 0-16,0-2-1 0,-2 3 2 0,0-2 8 16,1 1 3-16,0 2 2 15,1-1-3-15,-2 6-8 16,0-2-3-16,-1 3-5 15,-1 1 0-15,1 2-1 16,0 6 0-16,0 0 0 16,-2 1 0-16,3 2-2 15,-1 0 1-15,0 0-2 16,0 0 1-16,0 0 0 16,0 0-1-16,0 0 0 15,0 0 0-15,1 1-1 16,-1 0 0-16,0 0 0 15,0 0-1-15,0 0 2 16,-3 4 0-16,1 3 1 16,-24 24 0-16,18-20 0 15,2 0 0-15,-2 2 0 16,0 0 0-16,4-2-1 16,-6 0 1-16,3-1 1 0,-1 2-1 15,-3 0 0 1,3 0 0-16,-1-4-1 0,1 0 0 15,4-3 0-15,1-2 0 16,4-1-1-16,-1 2-1 16,1 0-3-16,0-4-6 0,0 0-41 15,0 0-42-15,0 0-219 16</inkml:trace>
  <inkml:trace contextRef="#ctx0" brushRef="#br3" timeOffset="-210125.56">1088 4825 750 0,'-4'-1'287'0,"3"-1"-224"0,0 0-59 0,1 2-106 0,0-1-40 16,0 0 5-16,-1 0 18 0,1 0 98 0,0 0 55 0,0 0 43 15,0 1 13-15,0-1-7 16,0 1-15-16,0 0-20 15,7 1-6-15,0-1-9 16,26 0-4-16,-20-6-10 16,4-1-8-16,4 2-6 15,1-3-2-15,1 3-1 16,2-1 1-16,-3-2-1 16,0 1 1-16,-3-3 1 15,0 2 0-15,-5 1 2 16,-4 1 1-16,-5 0 4 15,-3 4 2-15,-2 2 4 16,-3 0 0-16,2 0-4 0,1 0-3 16,-10 0-2-16,-26 6 0 15,16-4 2-15,-2 3 1 16,-3 0 0-16,-2-3-3 16,2 5-3-16,-2 2-1 15,3-1 7-15,2 1 2 16,-2-2 4-16,2-1 0 15,1-1-8-15,1-1-4 16,6 1-3-16,1-4-1 0,4 1 5 16,3-3 3-16,5 2 1 15,1-2-2-15,2 1-8 16,-2-1-1-16,0 0-3 16,7-1 0-16,14-2-10 15,23-5-33-15,-16 0-290 16</inkml:trace>
  <inkml:trace contextRef="#ctx0" brushRef="#br3" timeOffset="-208967.55">6177 8634 493 0,'0'-4'153'0,"3"1"-209"0</inkml:trace>
  <inkml:trace contextRef="#ctx0" brushRef="#br3" timeOffset="-207959.72">6185 8583 527 0,'-2'-5'244'0,"0"-2"-114"0,-3 0-51 15,3-1-58-15,0 0-11 16,-2 0-7-16,3-2-2 15,1 1-1-15,0-1 0 16,1-2 1-16,-3 0-1 16,-1-1 1-16,2 1 1 0,-2 3 9 15,2 2 11-15,1 2 19 16,-1 1 1-16,2 4-11 16,1 0-10-16,-3 0-21 15,0 0-3-15,0 0 1 16,1 0-1-16,-1 0 1 15,0 5 0-15,1 8-3 16,-2 23-1-16,7-15-6 16,-1 2-1-16,-1 2-15 15,0 0-13-15,1 2-21 16,2 1-4-16,-1-2 7 16,-1-1 12-16,0-2 7 15,-2-1 0-15,-2-2-6 16,1 1-3-16,-1-4 16 15,1-5 7-15,-1-1 16 16,-2-3 9-16,2-6 4 16,-1 1 2-16,1-4 4 15,-1 0 3-15,0 0 4 0,0-1 1 16,-1-16 8-16,2-23 0 16,0 17 9-16,0-1 11 15,0-7 7-15,2 0 1 16,2-1-7-16,3-4-12 15,-1 4-18-15,0 2-5 16,-3 5-7-16,1 8 1 16,-3 8 17-16,-2 4 10 0,-2 4 3 15,0 2-1-15,2 2-17 16,0-2-11-16,0 0-4 16,-2 8-2-16,-7 32 0 15,4-22-2-15,2 7 1 16,2 1 0-16,-2 0 0 15,1 3 1-15,2-2-2 16,-2 1-2-16,0-1-13 16,3 0-8-16,-2 0-7 15,1-4 2-15,1-3 15 16,-5-5 9-16,3-5 8 16,1-2 1-16,1-6-10 15,3-2-18-15,-3-9-22 16,0-2-2-16,0-6 11 15,-1-3 17-15,4-2 38 0,-1-2 10 16,1-5 16 0,3 2 7-16,0-1-1 0,-4-3-2 15,-1 0-12-15,-1-1-8 16,0 0-15-16,3 3-6 16,-4 7 3-16,0 5 13 15,-3 8 28-15,0 3 4 16,0 5-4-16,4 2-13 15,-2 4-31-15,0 3-4 0,0 5-3 16,-4 2 1-16,-1 10 0 16,0 0-1-16,2 5 1 15,5 6 0-15,0-2 0 16,2-3 0-16,2 2 0 16,-5-5 0-16,1 1 1 15,4 0-1-15,-2-3 0 16,-1 0 0-16,4-4-15 15,-8 0-14-15,3-2-45 16,3-2-52-16</inkml:trace>
  <inkml:trace contextRef="#ctx0" brushRef="#br3" timeOffset="-207160.39">6203 9264 631 0,'-1'-1'280'0,"1"1"-145"0,-4 0-37 0,3 0-51 0,0 0-18 0,0 0-15 0,0 0-3 0,0 0 5 15,1 0 4-15,-1 0 5 16,0 0-1-16,1 9-11 16,1 27-5-16,0-16-7 15,2 3-1-15,2 3 0 16,-3-2 0-16,4 2 0 15,-2-1 0-15,0 0-1 16,1 1 1-16,0-2 0 16,-1-1 0-16,-2-7-2 15,3 2-5-15,-5-6-16 16,0-3-15-16,2-1-33 16,-2-4-28-16,0-3-112 0</inkml:trace>
  <inkml:trace contextRef="#ctx0" brushRef="#br3" timeOffset="-206609.53">6176 9266 512 0,'3'0'170'0,"-1"-2"-178"0,-2-1-3 0,0 2 1 0,0 1 3 0,0-1 43 0,0 0 31 0,0 0 49 16,0 0 18-16,0 0-13 16,0 0-25-16,0 0-40 15,0 1-16-15,0-1-12 0,0 0 2 16,0 0-2-16,0 0-3 16,0 0-9-16,-1 0-7 15,0 1-2 1,0 0 2-16,0 1 7 0,-9 11 7 15,-25 20 13-15,15-19 5 16,2 1 6-16,-2-1-1 16,-1-1-2-16,2 0-4 0,-3 1-9 15,1 2-6-15,3-1-13 16,0-2-4-16,3-3-8 16,3-2-5-16,3-3-20 15,1 0-17-15,1 0-54 16,1-1-32-16,3 4-99 15,1-1-106-15</inkml:trace>
  <inkml:trace contextRef="#ctx0" brushRef="#br3" timeOffset="-205858.7">5957 9795 631 0,'-6'-1'256'0,"-3"-1"-137"0,2 2-205 0,1-2-38 0,0 0-44 0,2 0 23 0,-3-4 144 0,2 4 75 0,1 1 110 15,-2-5 21-15,3 6-43 16,-1-2-33-16,2 2-56 16,2 0-25-16,0 0-32 15,0-1-9-15,0 1-9 16,0 0-2-16,0-1 0 15,0 0 0-15,10 0 0 16,30-5 0-16,-18 5 2 0,5-2-1 16,7 3 2-16,1-3-1 15,5-2 1-15,0 0 0 16,-3-4 1-16,-4 0 1 16,5 1 0-16,-2 0 0 15,3 3 1-15,-1-1 0 16,-4 1 5-16,-3-1 5 15,-5 2 9-15,-2 0 1 0,-3 4 5 16,-6-1 1-16,-4 2 0 16,-5 1 1-16,-3 0-2 15,3 4-5-15,-3 0-4 16,1 1-3-16,-4-1-4 16,0-2-3-16,3 2-3 15,-3-3-2-15,0 0-6 16,0 0-15-16,-1-4-82 15,0 0-114-15</inkml:trace>
  <inkml:trace contextRef="#ctx0" brushRef="#br2" timeOffset="-191677.39">9937 8742 252 0,'0'-3'103'0,"1"0"-50"0,2 1-8 0,-3 1 26 0,0 0 10 16,0 0 13-16,0 0 9 0,0 1-3 0,0-1-3 15,0 0-19-15,0 0-13 16,0 0-31-16,-1 0-14 16,0 0-14-16,0 1-2 15,0 0 5-15,1 0 5 0,-6 3 13 16,-1 0 5-16,-21 21 1 16,22-16-6-16,-2 0-13 15,1 1-7-15,0 1-4 16,2 1 0-16,2 0 0 15,0 1 1-15,-3 0 0 16,1 1 2-16,-1 0 3 16,2 2 0-16,2-2-1 15,-1 3-2-15,3-1-3 16,0-1 1-16,2-1-1 16,0 0-1-16,-2-1 0 15,0-3 0-15,5 0-1 16,-1-2 1-16,1-3 1 15,2 1 0-15,-2 2 0 16,1-5-1-16,3 1 0 16,1 4-1-16,0-5 1 0,2 4-1 15,-2-3 0-15,-1-2 1 16,2 1 1-16,0-1 0 16,0-1 2-16,-2-3 0 15,0 1 1-15,0-3 0 16,-1 1 1-16,-1 0-1 15,2-1 2-15,0 0 2 16,0-2 1-16,-1-1 1 16,-2-1 0-16,-1 1 1 15,1 1 0-15,0 0 1 0,1-3 0 16,1 0-2-16,-5-3-1 16,1 1 1-16,-2 0 7 15,-1 0 3-15,2 0 6 16,-3 1 1-16,0 1-3 15,0 1 0-15,-3 1-2 16,2-1-1-16,-3 1-6 16,2-2-3-16,-2 0-7 15,1-1-2-15,2 1-2 16,-3 2-2-16,2 0 1 16,-3 1-1-16,1 1 4 15,1 1 1-15,-2-1 4 16,2 3 1-16,-2-2-3 15,1-1-1-15,-1 0-2 16,1 0-1-16,-1 2-2 0,0 0-1 16,2 0-1-16,-1 2 0 15,0 0 0-15,0 4-1 16,-1-2 0-16,0-1 1 16,-1 1 1-16,0-2 0 15,0 2 0-15,-3-1 0 16,2 0-1-16,0 1-2 15,0 0-15-15,1 1-16 0,0 1-42 16,-1 1-19-16,3 2-36 16,-1 1-25-16,1 3-129 15</inkml:trace>
  <inkml:trace contextRef="#ctx0" brushRef="#br2" timeOffset="-191020.81">10987 8660 296 0,'0'-3'162'0,"1"-3"-43"0,2 1-162 0</inkml:trace>
  <inkml:trace contextRef="#ctx0" brushRef="#br2" timeOffset="-190595.47">10986 8637 497 0,'-1'-3'264'0,"1"3"-71"16,-1-1-54-16,0 0-68 15,0 0-20-15,0 0-8 16,0 0 6-16,0 0 6 16,1 0-1-16,-1 1-10 15,1-1-10-15,0 0-11 16,-1 0-4-16,0 0 0 15,0 0 5-15,0 1 4 16,0 0 0-16,0 0-8 16,1 0-6-16,-1 0-9 15,-3 6-2-15,1 3-1 16,-8 21-1-16,11-19-1 0,0 1 0 16,-1 0 0-1,1 3-1-15,-2 5 1 0,-2 0-1 16,4 7 1-16,0-3 0 15,0 3 0-15,2-1 0 16,-1 0 1-16,0-1 0 16,0-3 0-16,1 0 0 15,0-6 1-15,0-3 1 16,0-1 0-16,-3-6 1 16,1-4-1-16,0 1 0 0,0-2-2 15,0-1-1-15,0 0 0 16,0 0-7-16,0 0-38 15,0 0-39-15,0 0-221 16</inkml:trace>
  <inkml:trace contextRef="#ctx0" brushRef="#br2" timeOffset="-189883.46">9591 9258 534 0,'-3'1'160'0,"-2"0"-202"0</inkml:trace>
  <inkml:trace contextRef="#ctx0" brushRef="#br2" timeOffset="-188962.22">9556 9295 409 0,'-1'0'237'0,"-1"2"-48"16,-1-1-64-16,3-1-87 16,0 0-22-16,0 0-15 15,0 0-1-15,0 0 2 16,0-1 0-16,7 0-1 16,7 0 0-16,22-2-1 15,-18 1 0-15,4-2 0 16,0 2 0-16,5 0 0 15,-2 0 0-15,0 1 0 16,0 1 0-16,1 0 0 16,-1 0 0-16,4 4 0 0,-1-1 1 15,1 3-1-15,0-2 1 16,3-1 6-16,0 0 2 16,1-1 3-16,4 1 1 15,-5-1-1-15,-1 0-2 16,1 1-2-16,-5 0 0 0,4 1-4 15,2 1-1 1,3-1-1-16,0-1 0 0,4 0 0 16,1 0-1-16,0 1 0 15,-3-4 1-15,0 2-1 16,-2-2 0-16,2-3 1 16,7 2 0-16,-1-5 5 15,0-1 4-15,1-1 4 16,-2 3 0-16,-2-2-2 15,0 0-3-15,-1 1-3 16,0-2-1-16,4 4 2 16,1 0 5-16,1 0 10 15,0 2 6-15,-7-2 10 16,-3 1-3-16,-3 0-7 16,1-1-6-16,2 0-13 15,5 0-2-15,-1-1-2 16,-2 0 1-16,2 0 2 0,-2 2 2 15,-3-1 3-15,-3 1 0 16,-1 0-3-16,2-1-3 16,1 1-4-16,5 1 0 15,-2-3 0-15,2 1 1 16,2 2 0-16,0 0 0 16,-5-1-2-16,-1 1-1 15,-3-2 0-15,0-1 0 0,2 1 2 16,3-1 0-16,-3-1 4 15,3 0 2 1,-1 0 0-16,2 0-2 0,-2 0-2 16,-2 3-3-16,-5-3-2 15,1 2 1-15,-1 0-1 16,2-1 0-16,2 1 1 16,-3-2-1-16,2 3 1 15,0-1-1-15,-4 2 1 16,2 1-1-16,-2-1 1 15,-6-3 0-15,-3 0-1 16,1 2 1-16,-7 0 5 16,3 3 5-16,-1-1 7 15,-2 1-1-15,1-2-4 16,1 1-5-16,-2 1-7 16,0 1 1-16,-3 1-3 15,-1-2 0-15,-3 1-3 0,-2-1-9 16,0 0-26-16,-2-1-21 15,-2 1-70-15,0 0-87 16</inkml:trace>
  <inkml:trace contextRef="#ctx0" brushRef="#br2" timeOffset="-186295.76">12145 8675 560 0,'-1'-1'222'0,"0"-5"-141"0,1 3-67 0,-2-3-50 0,2 0-3 0,-1 4 3 0,-2-5 16 16,2 3 67-16,0 2 22 15,0-2 26-15,0 3 2 16,0 0-29-16,0 0-18 16,0 0-29-16,0 1-9 15,0 0-12-15,1 0 0 16,-1 0 5-16,-4 2 3 16,0 0 5-16,-1 1 3 15,-20 17 0-15,22-13 2 16,-1-1-4-16,2 3-3 0,-3-2-5 15,2 0-4-15,1 4-2 16,-3 0 0-16,3 1 0 16,-3-1 0-16,1 0 1 15,1-3 0-15,3 2 0 16,1-1 0-16,0-1 0 16,3 3-1-16,-2-4 0 15,3 1 0-15,2 1 0 16,3-2 0-16,3 2 0 15,-4 0 0-15,4-2 1 16,-3 2 0-16,2-1 2 16,2-1 2-16,0-2 5 15,-2-3 5 1,-5-1 8-16,0-1 2 0,15 0-1 16,3 0-3-16,0-3-7 0,-9 0-4 15,0-3-3-15,-4 1-1 16,1-1-2-16,-1 0 1 15,-2 0 4-15,2 0 3 16,-3-1 4-16,-3-1 0 16,0 0 2-16,3 2-3 15,-2-3-1-15,1 1-1 16,-3 0-4-16,-1 0 2 16,0-1 5-16,1 0 3 15,-2-3 6-15,0 0 0 0,0 1-3 16,-1-2-2-16,4 3-4 15,-5 2-1-15,1 2-1 16,3 1 1-16,-6-1 5 16,2 1 2-16,0-1 1 15,-3-1-2-15,0 1-7 16,0 1-3-16,-1 0-7 16,-1-1 1-16,3 2-1 15,-2-1 2-15,0-1 1 16,3 3 1-16,-5-3 4 15,3 3-1-15,-3-1-2 16,-2-2-2-16,0 2-5 16,1 1-2-16,0 3 0 15,-1 0 1-15,1-1 0 16,-2-2 0-16,3 1 0 0,2 2 0 16,1-2-1-16,-3 0 0 15,1 0-1-15,-1 1 0 16,2 0 0-16,-2-2 1 15,1 3 0-15,-2-2 1 16,1 2-1-16,2 0 0 16,0 0 0-16,-1 0 0 15,2 0-1-15,0 0 0 0,3 0 1 16,-1 0 0 0,0 0-1-16,0 0 1 0,0 0 0 15,-1 0 0-15,-4 2 0 16,2 0-1-16,-3 1 1 15,-21 9 0-15,21-10 0 16,0 1 0-16,-2 3 0 16,0-2-3-16,-2 3-11 15,-4-1-9-15,-5 4-50 16,-4 3-42-16</inkml:trace>
  <inkml:trace contextRef="#ctx0" brushRef="#br2" timeOffset="-160148.81">9956 9606 465 0,'-1'-1'192'0,"-2"-4"-103"15,3 1-76-15,0 0-12 0,0 1-24 0,0-2-2 0,0 1 6 16,1 0 10-16,-1-2 68 15,0 2 33-15,-1 0 43 16,-1 2 8-16,2 1-36 16,-1 0-27-16,0 0-35 15,0 0-11-15,0 0-10 16,0 0-3-16,0 1-4 16,0-1-1-16,1 0-5 15,-1 0-4-15,0 0-7 16,0 0-1-16,0 1 0 15,1 0 1-15,0 0 0 0,1 8 1 16,0 5 1-16,4 22-1 16,-3-17 0-16,0 3 0 15,0 4 0-15,-2 0 0 16,1 3 0-16,-1-3 0 16,-2-1 0-16,1-4 1 15,0-3 0-15,-1-2 1 16,1-3 0-16,0 1 1 15,-1-5 4-15,2-1 2 0,-1-1 2 16,-1-3-1-16,2 1-4 16,1-1-3-16,-1-3-3 15,0 0 0 1,0 0-1-16,0 0-8 0,0 0-60 16,0 0-87-16</inkml:trace>
  <inkml:trace contextRef="#ctx0" brushRef="#br2" timeOffset="-158399.3">10966 9601 362 0,'0'0'127'0,"-1"0"-110"0,0 1-14 0,0-1 8 0,0 0 28 15,0-1 62-15,0 0 26 16,0 0 28-16,1 0-12 15,-1 1-46-15,0-1-21 16,0 0-36-16,-2 0-15 0,-4-1-18 16,2 1-4-16,-22 4-1 15,22 2-1-15,3 2 2 16,-3 0 0-16,3 3 0 16,-1-1-1-16,1 1-1 15,1 4 0-15,-2-2 0 16,2 1-1-16,-3-2 1 15,0-1-1-15,4 1 0 16,-2 1 1-16,2-3-1 16,0 0 0-16,-4-1-1 15,3 1-1-15,2 1 1 16,1 1-1-16,5-2 1 16,-3-1 0-16,0 0 0 15,3 0 1-15,-1-1 0 16,1 0-1-16,2 1 1 15,-1 0 0-15,0-1 0 16,0 0 1-16,0-2-1 0,1 1 1 16,0-3 0-16,3-1 0 15,0-2 1 1,-3-2 0-16,2 1-1 16,-2 0 0-16,2-3 0 0,-1 0 0 15,1-3 1-15,0-1 0 16,-2 1 0-16,2 0 2 15,-1 0-1-15,-1 2 1 0,0-4 0 16,0 4 0-16,-2-4 0 16,0 1 1-16,0-3 1 15,-2-2 3-15,1 2 9 16,0-1 5-16,-2 2 7 16,-2-4 3-16,0 3-2 15,-2-2-2-15,0 3-5 16,2 0-6-16,-3 0-7 15,1 0-2-15,-2 1-2 16,0 1 2-16,-1 0 6 16,1 1 4-16,-3 1 5 15,2-1 0-15,-1 1-7 16,-3 0-4-16,3 1-10 16,0 0-1-16,-1 1 0 15,2-2-1-15,-3 1 3 16,1 0 1-16,-1 1 2 15,-2-1-1-15,2 2 0 0,-1 0-2 16,2 0-2-16,0-1 0 16,-1 2-1-16,0 0-1 15,1 0 1-15,0 0-1 16,1 2 0-16,-1-2 1 16,0 2 0-16,1 0 0 15,-1-1 1-15,0 1 1 16,1 0 0-16,-1-1 0 15,1 1 2-15,-1 0 0 0,1 0 3 16,-1 0 1-16,-2 0 3 16,1 0-2-16,-5 0-3 15,2 3-4-15,-2 0-22 16,-3 3-23-16,0 1-69 16,-2 3-98-16</inkml:trace>
  <inkml:trace contextRef="#ctx0" brushRef="#br2" timeOffset="-156883.83">9673 10206 199 0,'0'-1'173'0,"0"-5"49"0,0 0-18 0,1 2-70 0,-1-1-33 0,-1 1-57 0,1 2-21 0,-4-3-12 0,1 0 7 15,-1 3 19 1,-2-3 10-16,0 5 3 0,1-2-9 15,3 2-22-15,-1 1-9 16,2-1-10-16,0 0 0 16,0 0 2-16,1 0 0 15,-1-1 1-15,0 0 12 16,0 0 13-16,0 0 7 16,0 0 8-16,0 0-8 15,0 1-13-15,1-1-6 0,-1 0-11 16,0 0-3-16,0 0-2 15,0 0-2-15,0 0-3 16,0 1 0-16,1-1 0 16,0 0 0-16,0 0 2 15,0 0 0-15,4-1 1 16,10-1 0-16,27-1-1 16,-23 2 1-16,4 1 0 15,3 0 1-15,-1 1 0 16,3 0 0-16,-1 4 0 15,-3-1 0-15,2 1 0 16,3 6 1-16,1-1-1 16,1 0 1-16,2 3 0 15,-2-5 0-15,3 0 0 16,-1 0 0-16,-1-4 0 0,0 0 1 16,-2-2-1-16,2-1 0 15,-1-2 1-15,-1-1 0 16,3 1 0-16,-2 0-1 15,2 2 0-15,1-2 1 16,0 2-1-16,-3 0 1 16,0-1-1-16,2 1 1 15,-3-5-1-15,3 0 1 16,0 0 0-16,1-1-1 16,0 0 1-16,1 1 0 0,2 1-1 15,-1-1 0-15,0 3 0 16,0-1 1-16,-4-1-1 15,-1 3 0-15,1-1 0 16,1 0 0-16,4-1 1 16,2-1-1-16,1 2 1 15,1 0 2-15,-1 0 2 16,-7 0 1-16,-3-3-1 16,0 2 0-16,2-1-3 15,4-2-1-15,1 5 0 16,-1-4 0-16,-1 2 0 15,2 1 0-15,1-1 13 16,0-2 5-16,1 1 7 16,-6-2 1-16,2-2-10 0,1 1-3 15,1-1-6-15,5-3 0 16,3 0-3-16,2 1-1 16,1-1-2-16,-3 2 1 15,-6-2-1-15,-1 1 0 16,2 0 0-16,4 3 0 15,4 2 1-15,1-2 1 16,-1 2-1-16,-3 0 0 0,-5 2-1 16,-1 1 0-16,-5-1-1 15,4 2 0-15,-2 1 2 16,1 0 6-16,-2 0 10 16,-1 2 2-16,-1 2 1 15,-3 0-5-15,-5-1-6 16,-2 3-2-16,-3-1-1 15,-2-2-1-15,-1 2 1 16,1 0-1-16,-4-1-1 16,6 0-1-16,-2-1-3 15,-1-1 0-15,3-1-1 16,-3 1-1-16,-2 0-19 16,-2 0-28-16,-4-2-86 15,-2-2-134-15</inkml:trace>
  <inkml:trace contextRef="#ctx0" brushRef="#br2" timeOffset="-155632.62">12105 9588 669 0,'0'-2'260'0,"1"-1"-190"0,-1-1-95 0,0 4-62 0,0-1-1 0,0 0 34 0,0 0 54 16,0-2 104-16,1-3 33 0,-1 2 24 16,0-2-20-16,1-21-59 15,-4 24-28-15,-1 2-38 16,-1 1-10-16,-1 2-7 15,-1 1-1-15,-5 1 1 16,2 1 1-16,-1 2 2 16,2 4 0-16,0 0 3 15,-4-1-1-15,5 3 0 16,-3-3 0-16,5 3 0 16,3 2 1-16,-1-3 5 15,1 0 4-15,-2-4 10 16,3 0 2-16,0 0-4 0,0-3-4 15,1 3-11-15,-2 0-3 16,3 0-3-16,0 1 0 16,0 0-1-16,3-1 0 15,-1 2 0-15,-1-1-1 16,0 1 0-16,1-1 0 16,1 0-2-16,5 1 1 0,2-1-1 15,1 1 0-15,2-3 1 16,0-1 0-16,5 0 1 15,2-2 1-15,1-2 1 16,-1-3 0-16,-1-3 2 16,1 0 1-16,0-2 0 15,5 0 0-15,-2-2 0 16,1-1-1-16,-1-1 0 16,2 0-1-16,-5-1 1 15,-3-2 2-15,-2 0 4 16,-2 1 2-16,-1-2 9 15,0 2 7-15,-3 0 8 16,-2 0 7-16,0 3 3 16,-3-2-5-16,0 1-6 15,-2-1-5-15,-2-1-10 16,3 1-2-16,-3 3 5 16,0-2 4-16,-1 2 11 0,-2 0 3 15,0 0 0-15,-1 0-2 16,-1-1-4-16,1 2-3 15,-3-2-6-15,0 0-4 16,1 1-6-16,-2-2-2 16,0 1-2-16,-4-2-1 15,0 5-5-15,1 0-1 16,-6 0-6-16,-1 3-5 16,-14 0-17-16,-6 3-14 15,-12 6-76-15,-7 6-49 0</inkml:trace>
  <inkml:trace contextRef="#ctx0" brushRef="#br2" timeOffset="-134585.56">10042 10274 625 0,'0'0'289'0,"0"0"-104"0,0-1-106 0,0 0-49 0,0 0-6 0,0 0-14 16,0 0-4-16,0 1-7 15,0-1 5-15,0 0 29 16,0 0 18-16,0 0 27 15,0 0 9-15,0 0-7 16,0 1-12-16,0-1-24 16,0 0-13-16,0 0-13 15,0 0-4-15,0 0-3 16,0 0 0-16,0 0 5 16,0 1 2-16,0 0 3 15,0 0 2-15,0 0-3 16,4 13-2-16,7 23-7 15,-12-19-3-15,-1 3-5 16,2 2 0-16,-1 2-2 16,1 2 1-16,-1 2-1 15,1-2 1-15,-2 1-1 16,1 0 0-16,1-1 0 0,-2-1 0 16,0-1-1-16,0 0 0 15,-1-3-1-15,2-1 1 16,1-4-17-16,-1 0-10 15,1-4-34-15,0-1-30 16,1-2-85-16,3-1-63 0</inkml:trace>
  <inkml:trace contextRef="#ctx0" brushRef="#br2" timeOffset="-133767.791">10894 10315 447 0,'1'-4'192'0,"5"-2"-95"0,-3-2-14 0,0 0 2 0,-2 0 1 0,-1-1 4 0,3 1 5 0,-1 0-6 16,1 2-10-16,0-1-21 16,-1 0-13-16,-2 2-21 15,2 0-6-15,-1 4-5 16,0 0 0-16,-1 1 6 16,0 0 4-16,0 0 16 15,0 0 9-15,0 0 0 16,0 0-2-16,0 5-16 15,0 3-9-15,3 24-6 16,-4-22-3-16,3 6-4 16,-1 0-2-16,1 7-1 0,2 3 0 15,-2 5 2-15,0 1 0 16,2 3 1-16,-2-3-1 16,1-1-2-16,1-2-2 15,2 0 0-15,-3-2-2 16,1-1 2-16,-1 0 0 15,-1-7 11-15,-1-1 1 16,3-3 2-16,-3-3-2 0,-1-4-11 16,1-1-3-16,-2-2-12 15,1-1-19-15,1-2-49 16,-1-2-36-16,0 0-124 16,0 0-116-16</inkml:trace>
  <inkml:trace contextRef="#ctx0" brushRef="#br2" timeOffset="-132586.18">12219 10207 843 0,'-2'0'308'0,"-3"-4"-250"0,1 0-77 0,2-1-49 0,-1-4 4 0,1 5 29 0,-1-3 32 0,-1 5 76 16,3 0 28-16,0 1 33 0,0 0-1 16,0 0-31-16,0 1-21 15,0-1-41-15,0 0-14 16,0 1-11-16,1 0-2 15,0 0 3-15,-1 0 2 16,0 0 2-16,0 0-1 16,0 0-6-16,0 0-3 15,0 2-5-15,0 5-2 16,0 5-2-16,-5 26 1 0,5-18-2 16,0 5 1-16,1 5-1 15,-1 3 0-15,-1 2 0 16,1 1 0-16,0-3 0 15,1 4 0-15,1-4 1 16,-1-2 0-16,0-5-1 16,-2-1 1-16,0-6 0 15,1-1 0-15,0-1 0 16,1-3 0-16,-2-2 0 16,2-2 0-16,-1-3 1 15,1 0-2-15,0-3 2 16,0-2-2-16,0 0-1 15,0-2-3-15,0 0-50 16,0 0-39-16,0 0-188 16</inkml:trace>
  <inkml:trace contextRef="#ctx0" brushRef="#br2" timeOffset="-131303.041">10412 10661 403 0,'0'-1'120'0,"0"0"-113"0,4 1-63 0,-4-1 7 0,0 0 39 0,0 0 31 0,0 1 65 16,0 0 32-16,0 0 45 16,0 0 10-16,0 0-2 15,0 0-13-15,0-1-45 16,0 1-27-16,0-1-49 15,0 0-15-15,0 1-14 0,0-1-6 16,0 0-2-16,0 1-2 16,0 0 2-16,3 1 0 15,0 0 7-15,-2-1 4 16,2 13 2-16,19 25 1 16,-21-16 3-16,3 3-1 15,-4 3 0-15,2 2-2 16,-1 2-6-16,-1 0-2 15,-1-3-3-15,0-1-2 0,1 1-1 16,0-2 0-16,0 4-30 16,1 1-21-16,1-2-64 15,2 0-42-15,4 1-89 16</inkml:trace>
  <inkml:trace contextRef="#ctx0" brushRef="#br2" timeOffset="-130533.95">11696 10450 555 0,'-1'0'207'0,"-1"0"-141"0,0-2-70 0,2 2 0 0,0-1 14 0,-1 0 18 16,1 0 26-16,0 0 11 15,0 1 12-15,0 0-3 16,0 0 0-16,0 0-3 16,-1 0-15-16,1 4-9 15,0 0-20-15,0 5-7 0,3 23-5 16,-2-19-2-16,-1 3-3 16,-1 1-3-16,1 6-5 15,0 2 0-15,-1 9-2 16,-2-1 1-16,3 7-1 15,1 4 1-15,2-1-1 16,-1 3 1-16,-2-5-2 16,0-3-3-16,0-5-10 15,0-2-4-15,0-5-14 16,0-4-14-16,0-2-84 16,-2-4-114-16</inkml:trace>
  <inkml:trace contextRef="#ctx0" brushRef="#br0" timeOffset="-102489.58">12767 7913 148 0,'0'-1'83'0,"0"-2"-20"0,1 1-35 0,-1 1-12 0,0 1-11 0,0-1 4 0,0 0 10 0,0 0 7 16,0 0 12-16,0 0 2 15,0 0-4-15,0 0-7 16,0 1-12-16,0-1-6 15,0 0-8-15,0 0-1 0,0 0-1 16,0 0 0 0,0 0 5-16,0 1 2 0,0-1 6 15,0 1 0-15,0 0-2 16,-1 0-2-16,1 2-6 16,-3 3 1-16,0 1 7 15,0-1 5-15,-14 22 3 16,14-18-1-16,-2 0-8 15,2 0-4-15,0 0-5 16,-2-3 0-16,4 0-1 16,-6 0 0-16,7 0-1 15,-1 1 1-15,0-1-1 16,3-1 0-16,-2 0 0 16,2 0 0-16,-1-1 0 15,3 2 0-15,-3 1 0 16,0-1 0-16,5 1 0 15,-6-1 0-15,5 1 0 0,-2-1 0 16,1-1 1-16,3 1 0 16,2-1 0-16,0 0 0 15,2-1 0-15,-2 0 0 16,0-2 3-16,2 1 1 16,-2-2 1-16,3 1 1 15,-2-2 4-15,2-1 1 16,-1-2 3-16,0-1 0 0,3-1-6 15,2 2-3-15,-4-1-3 16,-1 2 1-16,-2-1 9 16,-1 1 2-16,0-1 4 15,-1 0-1-15,-1-1-8 16,1 1-1-16,-3-3-3 16,0 0 0-16,-3-1 0 15,-1 0-1-15,0 1 2 16,0 0-1-16,0 0 0 15,-3-2 0-15,0-1 1 16,-1-1 1-16,0 1 1 16,0 2-2-16,-1-1-3 15,0 0-2-15,1 1-2 16,-2-2 1-16,3 1 0 16,1 2 0-16,-1-3 0 15,0 4 0-15,0-1 1 16,-2-5 1-16,0 7 0 0,2-3 0 15,-2 2 1-15,-2-2-1 16,2-1 2-16,0 5 3 16,2-3 1-16,1 6 2 15,-2-1 2-15,-1-5 2 16,1 1 10-16,0 1 5 16,0-1 1-16,1 2-1 15,-2 0-10-15,3 1-4 0,-3-1-5 16,0 0 0-16,0 1 0 15,-1-1 1-15,-1 1-1 16,0 0 1-16,-1 2-3 16,0 0 1-16,0 0-1 15,2 3 0-15,1-2-2 16,0 3-2-16,2-1-5 16,-2-3-2-16,0 1-8 15,-1-5-8-15,5 4-36 16,1 4-38-16,1-2-144 15</inkml:trace>
  <inkml:trace contextRef="#ctx0" brushRef="#br0" timeOffset="-101057.08">12770 8508 416 0,'-3'-1'191'0,"3"-2"-72"0,-1 2-87 0,0 0-15 0,0 0-13 0,0 0 5 0,0 1 25 0,0-1 13 16,1 0 17-16,0 0 0 16,0 0-14-16,0 1-9 0,-1 0-13 15,1 0-4-15,0 0-5 16,-1 0 3-16,0 0 7 16,0 0 4-16,0 5 5 15,2 7-4-15,7 27-4 16,-6-21-5-16,1 1-6 15,-1 1-2-15,-1-2-8 16,-1 4-2-16,2 1-5 16,-2 1-2-16,1 3-41 15,1 0-68-15</inkml:trace>
  <inkml:trace contextRef="#ctx0" brushRef="#br0" timeOffset="-100362.25">12823 9440 349 0,'-1'-1'94'0</inkml:trace>
  <inkml:trace contextRef="#ctx0" brushRef="#br0" timeOffset="-100001.77">12829 9411 230 0,'-3'-4'147'0,"0"0"5"16,-2-1-22-16,3 1-28 0,0 3-11 16,0-2-25-16,2 2-11 15,-1 0-18-15,0 1-7 16,0-1-11-16,0 0-4 15,0 0-10-15,0 0-4 16,0 1-2-16,1 0-2 16,-1 0 2-16,0 0 0 15,0 0 2-15,0 0 5 16,0 0 10-16,0 0 5 16,1 0 5-16,-1 0 2 0,0 0-4 15,0 3-1-15,0 0-5 16,0 0-3-16,0 5-6 15,-4 23-2-15,9-17-4 16,-1 5 0-16,-3 2-2 16,1 2 2-16,-1 0-1 15,0 1-1-15,1-1 1 16,-2-3-1-16,1-1 0 16,0 2 0-16,0-4-1 15,0 2-11-15,0 0-67 16,-3-2-82-16</inkml:trace>
  <inkml:trace contextRef="#ctx0" brushRef="#br0" timeOffset="-97190.99">12773 10304 373 0,'0'1'171'0,"-1"2"-71"0,-1-1-60 0,1-2-7 0,0 0 3 0,0 0 16 0,1 0 34 15,-4 2 14-15,-2 1 2 16,5-3-12-16,-5 1-35 16,-22 23-15-16,24-20-22 15,-4 0-8-15,8 3-7 16,-3-1 0-16,1 0-1 0,-1 1 2 16,-3-1 0-16,3 2 0 15,0-1-1-15,3 1-2 16,-1 2 0-16,-1 0 0 15,2 0 1-15,0 0 2 16,0 1 2-16,3-2 0 16,-1 2 0-16,2-5-2 15,0 2-1-15,1 1-2 0,-1-1 1 16,-3 1-2-16,5-2 1 16,-5-2-1-16,4-3-1 15,2 3-1-15,0 0-1 16,4 0 0-16,-1-1-2 15,-1-3 1-15,2 0 1 16,-2-1 2-16,3 0 1 16,-1-2 1-16,1-1-1 15,-1-1 1-15,1 0-1 16,1-1 1-16,-4 1 0 31,-5 2-1-31,1 0 1 0,12-5 0 0,-1-3 0 16,0 1 0-16,-8 2 0 15,-1 0 0-15,0-1 1 16,-2-1-2-16,2 2 1 0,-1-2 0 16,-1 1 3-16,2 1 1 15,-4-2 0 1,0-1 1-16,-1-1-3 0,-1-3-2 16,1 2-1-16,1-1 0 15,-3 0 0-15,3 3 1 16,-3 1 1-16,-2 1 2 15,2 2 5-15,-3 0 6 0,-1 0 8 16,1-1 3-16,-3 0-2 16,-1 0-3-16,-2-1-5 15,1 0-2-15,1 1 1 16,-3-1 5-16,3 1 6 16,0 1 4-16,-3 0 0 15,1 4-4-15,-2-1-10 16,-1 3-4-16,3-2-7 15,-3 0-4-15,-1-1-5 16,1 2-7-16,-1 2-19 16,-1 0-21-16,-5 6-83 15,1 2-79-15</inkml:trace>
  <inkml:trace contextRef="#ctx0" brushRef="#br0" timeOffset="-86308.23">12857 7978 440 0,'0'-4'188'0,"0"-4"-95"0,1 0-58 0,1 2-30 0,0 2-3 0,-1-3 1 0,1 2 7 0,-2 0 23 16,-2-1 8-16,1 5 4 15,-2-4-8-15,-1 5-24 16,-2 2-10-16,-5 8-6 16,0 6-1-16,-2 7 1 15,-1 7 1-15,0 3 2 16,3 4-1-16,0 3-2 15,0-1 0-15,4-3-1 16,-4-4-2-16,6-11 1 0,3-2-2 16,2-6-13-16,5-7-4 15,0-6-7-15,1-3 1 16,6-3 15-16,-1-4 6 16,5-1 10-16,2 3 3 15,-4-4 7-15,-1 5 3 16,-4 2 4-16,0 1-1 15,-4 6 1-15,0 2-3 16,-5 9-5-16,-3 2 0 0,-6 11 5 16,-4 2 9-16,-4 6 17 15,-1 2 6-15,3 2-8 16,3 2-8-16,4 1-17 16,6-5-8-16,2-7-3 15,3-5-1-15,4-11 0 16,1-1 0-16,2-6 0 15,2-3 0-15,3 0-1 16,2-3 0-16,3 2-1 16,0-1 1-16,-2 4-1 15,1 3 0-15,-8 3-1 16,-1 2 0-16,-6 1 1 16,-4 7 0-16,-6 4 0 15,-6 2 9-15,-6 8 13 16,-1-2 6-16,-1 6 12 15,2 3-5-15,3-3-11 0,3 1-9 16,8-4-14-16,3-4-15 16,5-5-24-16,-1-3-4 15,1-6-1-15,2-1 13 16,0-5 14-16,1 0 1 16,3-1-10-16,-1 0-10 15,1 1-16-15,-1 0-6 16,-2 4 5-16,-1-1 12 0,-1 5 23 15,-2 3 10 1,-6 5 11-16,-4 2 7 0,-4 2 26 16,-2-1 13-16,1-7 7 15,1-4-7-15,2-5-25 16,2-3-15-16,4 0-10 16,4 1-2-16,5-6-6 15,2-1-5-15,3 0-8 16,2-1-7-16,2 7-15 15,1 4-5-15,-1 5-10 16,-2 5-7-16,-4 7-12 16,-4 3-16-16,-1 8-40 15,-3 0-28-15</inkml:trace>
  <inkml:trace contextRef="#ctx0" brushRef="#br0" timeOffset="-86026.651">12920 9943 57 0,'2'8'32'0,"4"12"-5"0,3-3-12 0,4-3-11 0,1 0-2 0,-1-4 14 0,-2-1 8 0,-1-1 14 0,-2-1 14 16,-2 1 9-16,-4-1-2 15,-4 6-12-15,-3 4-14 16,-9 4-23-16,-1 4-7 16,-7 3 10-16,-2-2 34 15,-1 2 46-15,2-1 10 16,0-2-10-16,2 1-32 0,0 2-48 15,1 0-9-15,6-7-4 16,2 0 0-16,6-10-3 16,0-5-13-16,3-3-34 15,3-3-13-15,3-4-8 16,4 0 8-16,2-4-27 16,-4-1-36-16</inkml:trace>
  <inkml:trace contextRef="#ctx0" brushRef="#br0" timeOffset="-84875.28">12781 10418 232 0,'-4'7'158'0,"-8"10"11"16,5 7-4-16,-7-5-25 16,2 0-15-16,4-7-28 15,0-6-17-15,5-4-31 16,3-3-15-16,7-4-20 0,2-6-7 16,4-9-3-16,6-6 1 15,3-12 1-15,5-5 1 16,1-4-3-16,2-2 0 15,-3 2-2-15,-3 3 0 16,-5 4 0-16,-5 5 1 16,-7 10 16-16,-4 2 13 15,-7 10 28-15,-4 1 7 16,-3 5-7-16,-4 2-11 0,-6 1-18 16,0 1-5-16,-4 0 2 15,0-2 3-15,5-2 9 16,-1-3-1-16,4-3-5 15,2-4-6-15,7-3-19 16,2 0-5-16,2-6-4 16,2 0-1-16,2-6-2 15,0-1-1-15,5-5 1 16,0 1 1-16,-3-1 0 16,1 5 0-16,-3 6 2 15,-5 2 0-15,0 7 2 16,-4 2 1-16,0 6 0 15,2 1-1-15,0 1 0 16,2 1-1-16,1 1 1 16,-9-1 0-16,4 0 3 15,2-1 4-15,2-6 0 16,6-2-3-16,7-8-5 16,0-2-6-16,8-4-3 0,-2 1 0 15,-3-5 3-15,-3 0 2 16,-2 6 3-16,-3 3 2 15,1 12 1-15,-5 1-3 16,-4 6-4-16,1 2-6 16,-6 4-9-16,0 0 1 15,-5 3 5-15,-1 1 5 0,4-1 8 16,5 0 1-16,2-3 2 16,2-1 0-16,2-4-4 15,-1 1-3-15,9-8-3 16,0-3 0-16,4-6 3 15,2-4 2-15,-3-2 1 16,0 2 1-16,0-1-2 16,3 4 0-16,-2 1-2 15,0-4-4-15,-7-1-1 16,-4-3 0-16,-1 3 3 16,-1 4 5-16,-2 3 5 15,0 1 4-15,-2 2 2 16,-1 1-2-16,2-1-3 15,-2 0-2-15,-1-1-4 16,4 2-1-16,-2-4-2 16,5 1-2-16,3-2-1 0,0-4-2 15,3-3-1-15,-1-6 0 16,3-5-9-16,-1-1-3 16,5-2 0-16,0 2 3 15,0 5 11-15,-1 2 6 16,-4 4 2-16,1 2 0 15,-5 4 2-15,1 3-1 16,-2 2 2-16,-3-2 0 0,-1 4 7 16,-3 2 1-16,1 4 2 15,3 2 3-15,1-4-3 16,1-3-2-16,1-6-4 16,0-3-4-16,4-2-4 15,0-2-4-15,4-2 0 16,-1-1 0-16,-1 0 3 15,-2 2 1-15,-2 2 1 16,0 2 2-16,-2-3-1 16,-1-2-1-16,-2-1 0 15,-4 1-2-15,0 8-4 16,1 6 0-16,0 7-7 16,2 3-6-16,1 6-28 15,-1 2-20-15,-1 6-63 16,-2 6-107-16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13:01.0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20552 9047 132 0,'0'-2'62'0,"1"0"-24"0,0 0-5 0,-1 2-2 0,0 0 0 16,0 0 6-16,0 0-4 16,0 0-4-16,0 0 3 15,0 0 0-15,0 0-4 0,0 0-5 16,0 0-7-16,0 0-5 16,0 0 6-16,0 0 17 15,0 0 5-15,0 0 1 16,0 0-6-16,0 0-16 15,0 0-5-15,0 0-2 16,0 0 8-16,0 0 33 16,0 0 13-16,0 0 16 15,0 0-2-15,0 0-31 16,0 0-14-16,0 0-22 16,0 0-5-16,0 0-2 15,0 0 6-15,0 0 10 16,0 0 4-16,0 0 3 15,0 0-6-15,0 0-10 16,0 0-4-16,0 0-5 16,0 0-1-16,0 0-1 0,0 0-1 15,0 0 1-15,0 0 0 16,0 0 0-16,0 0 0 16,2 0 0-16,1 0 0 15,-1 0-1-15,2 0 1 16,-2 0 2-16,0-1 2 15,2 1 7-15,-1 0 1 16,1 0-1-16,2 0-3 0,-3 0-6 16,1 0-1-16,-4 0-2 15,3 0 1-15,0 0-1 16,1 0 1-16,-1 0 0 16,-1 0-1-16,0-1-1 15,0 0-17-15,3 0-110 16,-3 0-142-16</inkml:trace>
  <inkml:trace contextRef="#ctx0" brushRef="#br0" timeOffset="2331.82">20598 9059 288 0,'-1'-1'118'0,"-1"-4"-60"0,2 3-70 0,0 2-21 0,0 0-11 0,0 0 3 0,0 0 35 0,0 0 43 16,0 0 72-16,0 0 25 15,0 0 11-15,0 0-23 16,0 0-58-16,0-1-24 16,-1 0-29-16,0 1-6 15,1-1 0-15,-1 0 4 16,1 1 8-16,0 0 5 0,-1 0 3 16,0 0 0-16,0 0-7 15,0 0-4-15,0 0-7 16,0 0-3-16,1 0-2 15,-1 0 2-15,0 0 6 16,-1 0 4-16,-2 0 3 16,1 0 0-16,0 1 1 15,-1 0 3-15,1-1 13 16,-1 1 4-16,-1 0 1 16,0 1-3-16,2-1-13 15,0 0-6-15,-1 0-9 16,0 1-2-16,1 0-3 15,-2 0 0-15,1 0 3 16,0 3 0-16,-24 24 4 16,23-23 0-16,-1 0 0 15,1 2-1-15,-1-1-2 16,0 0-2-16,-1 1-3 0,1-1 1 16,0 3-2-1,1 0 1-15,1 0 0 0,0-1 0 16,-1 0 0-16,3-2 3 15,-2 1 2-15,1-2 0 16,0 3 1-16,1-2-1 16,-2 1 2-16,2-1 0 15,2 1 0-15,0 3-1 0,0-4-4 16,0 0 0-16,-1-1-2 16,-2 0 1-16,7 2-1 15,-1-1 1-15,0-2-1 31,-1-2 0-31,1-1 2 0,6 9-1 0,-1-5 2 16,2 3-1-16,-1-4 0 16,1-1-1-16,0 2 0 15,-1-2-1-15,4 0 1 16,0 1 0-16,1-1 1 16,3-2 0-16,1 2-1 15,-1-4 1-15,0 1-1 16,1 2 0-16,-4-2 1 15,1-2-1-15,0 0-1 16,-1-1 0-16,-1 1 0 16,-2-2-2-16,-1 1 1 0,1 2 0 15,0-1 0-15,2 1-1 16,-2 0 1-16,-1-2-1 16,-3-1 2-16,4 1-1 15,-2-1 1-15,0 2 0 16,0-4 2-16,-3 1 0 15,0-2 0-15,-1-3 1 16,-1 3-1-16,0-4-1 16,1-1 0-16,1 5-1 0,-2-3 0 15,1 3 1-15,-1-3 1 16,-3-1 6-16,0-2 5 16,0-1 0-16,1 1 0 15,1 1-7-15,-1 1-4 16,1 0-2-16,-2 0 1 15,-1-2-1-15,0 3 1 16,0-1 2-16,-1 3 3 16,-1-2 0-16,1 2 0 15,0 2-1-15,0 0-3 16,-2 0-1-16,0 1 0 16,-1 0 1-16,0-3 0 15,0 3 0-15,-2 0 0 16,0-2 0-16,0 3-2 15,0-1 1-15,1 0-2 16,0 2 1-16,-2-1-1 0,0-1 1 16,2 5 0-16,0-3 0 15,2 2 0-15,1 0 0 16,1-1 1-16,0 1 4 16,1-1 4-16,-1 0 1 15,-4-2-1-15,-2-1-3 16,-16-13-4-16,19 17-2 15,-1-2-1-15,5 3-1 0,-5-3 0 16,-1-2 0-16,4 4 1 16,-4-3 0-16,0 1-1 15,1 4 1-15,1-2 0 16,0-1-1-16,-2 0 1 16,0-1-1-16,-1-2 0 15,-3 2 0-15,2 0 0 16,0 1 1-16,1 1-1 15,-2 0 0-15,-1 0 0 16,-2 0 0-16,0 0 0 16,0-2-1-16,0 2 1 15,0 0 0-15,-1 0 0 16,2 3 0-16,1 0 0 16,2-2-1-16,-1-1 0 15,2 1 1-15,0 1-1 0,1-1 0 16,0 2 1-16,2 2 0 15,-1-4 0-15,-1-1 0 16,4 1 0-16,-3-2-1 16,3 0 0-16,2 1-1 15,-1 0-2-15,0 0-1 16,0 0-16-16,0 0-20 16,1 0-64-16,-1 0-54 15</inkml:trace>
  <inkml:trace contextRef="#ctx0" brushRef="#br0" timeOffset="6368.66">20601 9926 155 0,'-1'-1'67'0,"0"0"-38"0,0-2-15 16,0 2-14-16,0 0-1 0,1 0 2 0,-1 1 11 0,1-1 25 16,0 0 15-16,0 0 12 15,0 0-2-15,-1 0-13 16,0 0-9-16,1 0-3 16,0 1 3-16,-1-1 0 15,0 0-1-15,0 0-5 16,0 0-2-16,0 0-1 15,0 0 0-15,0 1 7 16,1-1 6-16,-1 1 8 16,0 0 5-16,0 0 1 15,0 0-4-15,0 0-12 0,0 0-9 16,1 0-17 0,-1 0-6-16,0 0-3 0,0 0 3 15,0 0 11-15,0 0 5 16,0 0 7-16,-1 0-1 15,0 0-4-15,-1 0-4 16,1 0-4-16,-1 0-2 16,-1 0 5-16,1 0 2 0,-2 0 6 15,1 0 0-15,0 0-3 16,-1 0-4-16,-1 1-7 16,-1-1-3-16,-21 13-6 15,19-8 0-15,1 0 6 16,1 1 5-16,-2 0 8 15,0 0 0-15,0 1-4 16,-1 3-3-16,3-3-8 16,-2 2-2-16,0 0-2 15,1 0 1-15,1 1 0 16,1 0 1-16,5 3-1 16,-6-2-1-16,2 2-3 15,2-1-2-15,-2 0-2 16,2 2 0-16,-3-3 0 15,-1 0 0-15,3 2-1 16,-1 0 0-16,4 0 0 16,-2-4 0-16,1 2 0 15,3-1 0-15,-1 0 0 0,3 3 0 16,-1-1-1-16,-2-2 0 16,2 2-1-16,3-1 1 15,1 1-1-15,1 0 1 16,0-2 1-16,-1 0 0 15,1-4 1-15,3 0 0 16,0-3-1-16,1 1 0 0,2-3 0 16,-1 1-1-1,1-2 0-15,0 0-1 0,4 0-1 16,-2-2 1-16,2 1 1 16,2-2 0-16,2 0 0 15,4-1-1-15,-1-1 0 16,0 1-3-16,1-3-3 15,-5 1 1-15,2 0 1 16,-6-1 3-16,1-1 3 16,1-1 1-16,-6 0 0 15,5 1 1-15,-6-2-1 16,3 3 1-16,0 1 0 16,-4-5 0-16,-3 1 1 15,0 0 1-15,-2-1 1 16,-1 2 1-16,-2-4-1 15,-2 1 1-15,0 0-1 16,0-2-1-16,-2 4 2 0,-2-6 0 16,0 3 1-16,2 0 3 15,-2-2 2-15,-1 3 1 16,-2-2-2-16,-1 1-2 16,-1-1-5-16,1 1-1 15,-1 1-2-15,0 0 1 16,1 1-1-16,2 0 0 15,-3 3 1-15,-1-3-1 16,6 4 0-16,-8 0 1 16,7 1 0-16,5 0-1 0,-10 2-1 15,7-2 0-15,-1 3-1 16,-5 3 0-16,7 0 0 16,-7 0 1-16,3 1 0 15,-4-1 0-15,0 0 1 16,-1 2 1-16,-2 1 1 15,5 1-1-15,-2-1 0 16,0 0-1-16,2-1 1 16,-2 1 0-16,1-1 0 15,1 0 1-15,0 0 0 16,3 0-1-16,-1-2-1 16,2 0-1-16,1-1-1 15,0 0 0-15,2 1-10 16,0 0-14-16,1 0-69 15,-1 0-60-15</inkml:trace>
  <inkml:trace contextRef="#ctx0" brushRef="#br0" timeOffset="9121.64">20533 10946 433 0,'0'0'225'0,"0"-2"-66"0,0-1-79 0,0 2-75 16,0 1-15-16,0-1-8 0,0 0 2 0,0 0 13 0,0 0 12 0,0 0 23 0,0 0 13 0,0 1 12 0,0-1-1 16,0 0-9-1,0 0-6-15,0 0 0 0,0 0 2 16,0 0 2-16,0 0-1 16,0 1-7-16,0-1-4 15,0 0-7-15,0 0-3 16,-1 0-5-16,0 0-1 15,0 0 0-15,0 1 4 0,1-1 7 16,-1 0 1-16,0 0-2 16,0 0-3-16,-1 0-8 15,-3 2-1-15,0 0-2 16,0 0 1-16,-23 10 2 16,22-10 0-16,2 2 0 15,-2 3-1-15,0 0-3 16,-1 2-3-16,1 0-3 15,-2 1-1-15,3-1-2 16,-1-1 0-16,0 3-1 16,4-2 0-16,-4 3-1 15,3 2 0-15,1-3 0 16,-2-1 0-16,3 1 1 16,0 1 0-16,0 1 0 15,-1-1 0-15,2 0 0 16,0 1 1-16,0-1 1 15,2 1 1-15,-2-3 1 16,3 1 1-16,1 1 2 0,-3-2 0 16,4 1 3-16,-1 0 0 15,1 2-1-15,3-1-1 16,-2 1-5-16,1-4-1 16,-1-2-1-16,0 0 0 15,2-1-1-15,0 1 2 0,0-2 0 16,2 3 1-1,-1-3 0-15,2-4-1 0,0 3-1 16,1-3-1-16,1 2-1 16,0 1 0-16,1-3 1 15,1 5-1-15,-1-5 1 16,-1-2 2-16,-1 1 0 16,-1-3 1-16,-1 0 1 15,3 0-2-15,-2-3 1 16,-1 0 0-16,-2-1 0 15,3 2-1-15,-4-2-1 16,3-1 0-16,-1 1-2 16,-3 0 1-16,0-1 1 15,0 0 2-15,0-2 4 16,-2-2 1-16,3 3-1 16,0-2-3-16,1 0-4 0,-1 2 1 15,-5-1-1-15,1 0 1 16,-1-1 1-16,-1 1 2 15,0 0 1-15,-1 0 1 16,0-1 0-16,-1 2 0 16,-1-1 0-16,0 0 2 15,-2 0 2-15,-1 1 1 16,2 1-1-16,-1 0-2 16,-2 2-2-16,2 0-3 15,-3 0-1-15,1 1 1 0,-2-2-1 16,2 2 0-16,-2 0 0 15,0-1 0-15,-4 2-3 16,-4-4 0-16,3 4-1 16,4 2 0-16,-2 1-1 15,3 2 1-15,-4-1 0 16,-4-3 0-16,3 3 0 16,0 1 0-16,0 0 0 15,0 2 0-15,1 2 0 16,0-1 0-16,0 3 0 15,0-2 1-15,0 4 0 16,1-2 1-16,0 0 1 16,0 1 2-16,2-2 3 15,0-1-1-15,2 1-1 16,2-1-2-16,1-2-4 16,2 0-1-16,2-2-13 15,-1 0-16-15,0-1-52 16,1 0-47-16,-1 0-232 0</inkml:trace>
  <inkml:trace contextRef="#ctx0" brushRef="#br0" timeOffset="11681.21">20630 11614 383 0,'1'0'166'0,"0"0"-65"0,-1-2-109 0,-1 1-14 15,1 1 2-15,-1-1 16 0,0 0 49 0,0 0 27 0,0 0 35 16,1 0 6-16,-1 0-12 16,1 0-11-16,0 1-15 15,0-1-4-15,0 0-3 16,0 0-4-16,0 0-10 16,0 0-10-16,0 0-21 15,0 1-8-15,0-1-12 0,0 0-2 16,0 1-1-16,0 0 0 15,0 0 0-15,2 13 0 16,1 22 0-16,-3-17 0 16,0 7 0-16,-5-5 0 15,2 9 0-15,1-1 0 16,-1-1 0-16,-3 3 0 16,1-4 1-16,-1 0-1 0,-1-4 1 15,5 0 0 1,-4-3-1-16,0-9-1 15,4-5-4-15,-1 0-3 16,-5 13-3-16,-1-5 1 0,4-2 5 16,3-9 3-16,1-2 0 15,-1 0 0-15,2 0-1 16,0-1 0-16,0 0 3 16,0 0 1-16,0-13 3 15,4-22 0-15,0 17 5 16,1-2-1-16,0 1 3 15,0-1-1-15,-1-2-2 16,1 2-2-16,1-4-4 16,-2 3-1-16,1 0-1 15,2 2 0-15,-3 3 0 16,0 0 0-16,-1 4 9 0,-2-2 5 16,2 6 13-16,3 4 5 15,-4 0 4-15,0 1-2 16,-1-1-11-16,-2-2-5 15,1 1-10-15,2 1-3 16,-2-1-2-16,1 1 0 16,-2 0 0-16,1 0 1 15,0 3 2-15,-1-2 2 0,1 4 1 16,-1-1 0 0,0 0-1-16,0 0 0 0,1 0-3 15,-1 0 0-15,-1-3-3 16,-1-3 0-16,2 2-1 15,-6-19 1 1,5 23-1-16,1-1 2 0,1 2 1 16,-1-1 2-16,0 0 1 15,1 1 1-15,-1 0-2 16,0 0 0-16,0 0-1 16,0 0-1-16,-4 1-1 15,-2 0 2-15,-22 9 0 16,20-4 1-16,0 2 4 15,0 2 1-15,-1-2 0 16,1 3-2-16,-2-3-4 16,2 3-2-16,-2 0-2 15,-2 2 0-15,1-3 1 16,-1 2-1-16,0-2 2 0,0-2 2 16,1-1-1-16,3 1 2 15,0-1 0-15,4 2-1 16,-3-1 0-16,0-3-2 15,2-1-1-15,-1-1-1 16,2-1-1-16,1-2-2 16,1 0-18-16,1 1-16 0,1-1-57 15,0 0-39-15,1 0-150 16</inkml:trace>
  <inkml:trace contextRef="#ctx0" brushRef="#br0" timeOffset="12580.99">20426 12049 322 0,'-2'0'216'0,"-2"-1"11"0,-2-2-118 0,1 2-21 0,-3-3-16 0,2 1-3 0,-1-2-1 0,-3 5 4 0,-1-5 2 0,0 4 3 0,-1-1-3 16,3 0-7-16,1 2-19 15,1 0-11-15,-1 2-21 16,-2-4-7-16,5 3-5 15,1 1 0-15,2-1 8 16,2 2 2-16,-1-3 2 0,0 0-1 16,1 0-5-16,0 0 1 15,0 0 4-15,0 0 3 16,1 0 2-16,10 2 0 16,24 4-7-16,-19-5-4 15,6 1-5-15,-1-2-2 16,9 0-2-16,-1-1-2 15,5-4-1-15,1 3 0 16,1-3-1-16,-1 4 3 16,1-1-1-16,0 3 1 15,-5 1 1-15,-1-1 0 0,-1 4 1 16,-4-2 1-16,0 0 1 16,1 3 3-16,-6-5 6 15,-3 1 2-15,-3 0-1 16,-3-2-1-16,-2 1-7 15,0 0-1-15,-4-1-1 16,-3 3 1-16,0-2-1 16,0 1-2-16,-2-2-3 15,0-1-6-15,0 0-15 16,0 0-13-16,-1 0-35 16,0 0-31-16,0 0-151 15</inkml:trace>
  <inkml:trace contextRef="#ctx0" brushRef="#br0" timeOffset="37511.21">14115 12870 226 0,'0'-1'123'0,"0"0"-27"0,0 1-43 0,0 0-40 0,-1 0-7 0,0 0 3 16,0 0 12-16,0 0 35 15,0-1 17-15,0 1 27 16,1 0 1-16,-1 0-15 16,0 0-9-16,0-1-27 15,0 1-10-15,0-1-15 16,0 1-3-16,0 0-3 15,1-1-2-15,-1 0-3 16,0 1-3-16,0-1-5 16,0 0-4-16,0 1-3 0,0 0-4 15,1 0-4-15,-1 0-4 16,0 0-8-16,0 0-4 16,0 0-2-16,0 0-3 15,1 0-7-15,0 0-6 16,2-1-25-16,12-3-12 15,17-15-17-15,-20 7-8 16,0 0 16-16,-5-2 16 16,7-3 35-16,-4-2 18 0,1 1 19 15,2-2 0-15,-2 0-1 16,3-1-10-16,-1-2-36 16,0 3-13-16,-1 2-2 15,-2 3 13-15,0 3 69 16,-3 1 39-16,-3 2 45 15,0 0 15-15,-3 2-14 16,0 1-18-16,0 2-38 16,-4 0-18-16,4 2-21 15,-1 1-7-15,0 0-2 16,0 0 2-16,0 1 4 16,0 0 4-16,0 0 13 15,1 0 7-15,-1 0 16 16,0 0 7-16,-2 1-2 15,-1 0-5-15,-2 3-17 0,1-3-10 16,-22 28-7-16,18-22 3 16,4 3 7-16,-1-2 1 15,2 4-2-15,-1 2-7 16,1 2-7-16,-1 2-2 16,-3-1-2-16,3 1 0 15,2 4-1-15,-1-3-1 16,1 4 1-16,2 2-2 15,-2-1 1-15,0 1 0 16,1 0 0-16,-6-2-1 0,5 2 1 16,0 0-1-1,1-4 1-15,3 0 0 0,-2-4-1 16,1-2 0 0,-1-3 0-16,-1-2 1 0,0-4-1 15,0 0 1-15,-2-5 1 16,3-1 2-16,3-3 2 15,-2 2 0-15,0 0-2 16,0 0-3-16,8-10-2 16,27-25 0-16,-21 20 0 15,0-1-1-15,5 1 2 16,-4 1 0-16,2 0 0 16,-1 3 1-16,-1 2 1 15,0 3 0-15,-3 2 0 16,1 3 0-16,-6 0 2 15,0 1-1-15,-1 1 2 0,-2 3 2 16,0 3 0-16,1 1 1 16,-3 2-1-16,0 2-2 15,-1 1-1-15,-1 3-2 16,0 1-2-16,0 1 0 16,0 0-2-16,0-1-1 15,1-1-4-15,1-2-3 16,2-4-25-16,1 1-19 15,0-3-69-15,3-1-59 0</inkml:trace>
  <inkml:trace contextRef="#ctx0" brushRef="#br0" timeOffset="38175.99">14610 12954 710 0,'0'0'329'0,"-1"-1"-137"0,-1-1-143 0,2 1-113 0,-1 0-14 0,0 0 7 0,0 0 34 0,0 0 85 0,0 1 34 16,0-1 30-16,1 0-5 16,-1 0-44-16,0 0-21 15,0 0-30-15,0 0-7 16,0 1-2-16,0-1-1 16,0 0 6-16,1 0 6 15,-1 0 8-15,0 0 3 16,0 0-7-16,0 0-6 0,1 1-10 15,0-1-2-15,0 0-1 16,0 1 0-16,0 0-1 16,0 0 0-16,0 0-1 15,0 0-2-15,3 1-3 16,2 0-1-16,2 0-2 16,23 8 1-16,-25-9 2 15,2-1 2-15,0-1 0 16,-2 0 1-16,1 2-3 15,0 0-1-15,1 0 0 16,2 2 0-16,-1 0 4 16,-3-1 1-16,-1 0 3 15,-1 0 1-15,-1 0 1 16,-2-1 2-16,0 0-1 16,0 0 1-16,0 0 2 15,0 0 1-15,0 0 10 0,0 0 5 16,0 0 6-16,0 0 0 15,0-1-11-15,0 0-6 16,-1 0-8-16,0 1-2 16,0 0-9-16,0-1-13 15,0 0-57-15,0 0-57 16</inkml:trace>
  <inkml:trace contextRef="#ctx0" brushRef="#br0" timeOffset="39811.17">14677 12927 208 0,'-1'0'125'0,"-3"0"-6"0,3 0-35 16,1 0-17-16,-1 0 3 0,0 0 34 0,0 0 18 0,0 0 21 0,0 0 0 16,0 0-41-16,-3 2-25 0,-2 1-43 15,2-1-18-15,-22 25-16 16,21-17 0-16,1 3-1 16,-2 3 1-16,-1 1 0 15,2 4 1-15,-3 1-1 16,2 1 0-16,-3-1 0 15,1-3-1-15,1 1 0 16,5 1-1-16,2-2-8 16,-2-1-6-16,5-3-12 15,-3-2-4-15,1-3-9 16,4-1-3-16,-1-3 4 16,1-5-4-16,7-1 12 15,3-2 4-15,3-4 1 16,2 0 1-16,-1-5-10 15,0-2-4-15,2-4-6 0,-1-1 2 16,0-2 11-16,-1 1 8 16,-3-4 20-16,1 2 8 15,-7 0 27-15,1-2 13 16,-6 2 19-16,0-3 4 16,-6 4-12-16,-1 0-6 15,-6 3-13-15,-2 3-5 16,2 1 7-16,-3 2 0 15,-1 3-2-15,-1 3-3 0,-1 2-17 16,-2 1-8-16,-1 4-11 16,-1-1-6-16,-2 6-4 15,3 0 1-15,1 0 4 16,-1 0 4-16,3-1 5 16,1 0-1-16,2 2-1 15,-1 0-3-15,3 0-13 16,3 2-8-16,1 0-15 15,7 2-5-15,1 1 10 16,2-1 6-16,2-1 13 16,-2-2 6-16,0-3 1 15,5 0 1-15,8-3-21 16,2-3-23-16,10-2-181 16</inkml:trace>
  <inkml:trace contextRef="#ctx0" brushRef="#br0" timeOffset="40259.58">14944 12672 569 0,'0'-2'286'0,"-2"-3"-78"0,3 0-129 0,1 0-81 0,-2 2-2 0,1 0 4 0,2 3 17 0,-4 0 34 16,1 0 15-16,0 0 18 15,-1 0-11-15,0 0-32 16,1 2-15-16,-3 13-21 16,-2 28-3-16,0-19-1 15,-1-1-1-15,-1 6 0 16,1 1-1-16,0 2-1 16,1 3-1-16,5 1-12 0,-1-1-15 15,2 0-31-15,5-1-13 16,5-8-11-16,0-7 0 15,5-12-35-15,2-6-50 16</inkml:trace>
  <inkml:trace contextRef="#ctx0" brushRef="#br0" timeOffset="40947.93">15192 12747 686 0,'-1'0'406'0,"-2"-3"-14"16,1 2-253-16,1 0-152 15,0 1-29-15,0-1-16 16,0 0-1-16,1 0 42 15,0 0 37-15,0 0 37 16,0-3 7-16,0 2-17 16,0 0-16-16,0 2-24 0,0-1-7 15,11-3-6-15,20 3-2 16,-24 7-7-16,-2-3 0 16,-2 3 1-16,3 3 2 15,-3 0 2-15,3 2-3 16,-4 0-7-16,-1 3-6 15,-3 1-3-15,-1 4 0 16,-3 4 6-16,-2-3 4 0,1 2 7 16,-4-1-4-16,6-5-19 15,-1 2-10-15,3-8-4 16,3-4 7 0,-3-5 31-16,2-4 13 0,1-5 13 15,1-2 1-15,7-5-2 16,3-4 0-16,1-3-4 15,8 0-2-15,-5-1-6 16,-2 0-1-16,3 5-1 16,-5 0 1-16,0 5 13 15,0 1 8-15,-3 3 14 16,-4 3 5-16,0 3-3 16,-1 2-6-16,0 2-11 15,-3-1-3-15,0 0-5 16,0 0-3-16,0 0-3 15,0 3-4-15,1 9-4 16,5 27-7-16,-1-21-12 16,1-1-6-16,3 4-8 0,2-3-3 15,1-1-17-15,5 1-22 16,0-4-109-16,2-3-108 16</inkml:trace>
  <inkml:trace contextRef="#ctx0" brushRef="#br0" timeOffset="41278.75">15509 12659 1181 0,'-1'2'501'0,"1"3"-272"0,0 3-140 0,6 0-107 0,5 2-13 0,4 0-4 0,-1-2 2 0,4 4 19 16,-1 1 14-16,-3 2 9 16,-1 2 4-16,-4 2 2 15,-4-5-2-15,1 4-8 16,-3 0-4-16,0 0-15 15,-3 5-16-15,-3-2-49 16,0 4-28-16,-10 2-60 0,-2 0-45 16,-7 2-135-16</inkml:trace>
  <inkml:trace contextRef="#ctx0" brushRef="#br0" timeOffset="41777.03">15897 12839 881 0,'0'-2'410'0,"0"-1"-170"0,-1 0-130 0,1 2-99 0,0 0-11 0,0 0-5 0,0 0 0 0,0 0 5 0,0 0 2 15,2 1 15-15,5 1 6 16,-1 0 6-16,24 6-1 16,-16-6-11-16,-2 1-8 15,6-2-6-15,4 0-2 16,-3 0-1-16,6-2 0 0,-2-2-6 15,-2 4-6-15,-1-3-36 16,-2 0-35-16,-2 3-133 16</inkml:trace>
  <inkml:trace contextRef="#ctx0" brushRef="#br0" timeOffset="42127.75">15993 13061 1165 0,'-5'-5'0'15,"6"2"-22"-15,-1-4 4 16,4 0-16-16,3 0 21 16,-1 0 76-16,-3 4 36 15,3-1 44-15,3 2 2 16,-1-1-38-16,8 0-27 16,-1 0-45-16,2 1-17 15,5 0-17-15,-1-2-1 16,4 0-15-16,3 0-21 0,-3 0-96 15,0 1-193-15</inkml:trace>
  <inkml:trace contextRef="#ctx0" brushRef="#br0" timeOffset="44893.11">16760 12703 729 0,'-1'-2'356'0,"-2"-1"-122"0,3 0-138 0,-1 2-121 0,0 0-16 0,1 0-5 16,0 0 5-16,-1 1 37 0,1 0 20 16,-1 0 30-16,0 0 8 15,0 0-2-15,-2 5-11 16,0 2-23-16,-14 19-7 15,11-18-8-15,0 2-2 16,1 0-1-16,0 6 0 16,-1-3 0-16,3 5 0 15,1 1 0-15,-2-1 0 16,3 4-2-16,-2-1 0 0,4 1-1 16,2-2-2-16,0-4-1 15,0-2-2-15,3-4-1 16,-2-2 1-16,2-4-1 15,4-1 2-15,-1-4 4 16,1-2 3-16,4-6 4 16,0-4 2-16,2-2-2 15,1-3-1-15,-1 1-1 16,0-1 1-16,0-3-1 16,-1-1-1-16,-2 3-2 15,-1-4-2-15,-4 3-1 16,-1-1 1-16,-3 0 3 15,-1-1 0-15,-2 1 2 16,-1-1 0-16,0-2-1 16,-1 0 0-16,-3 2 1 15,1 1-2-15,-6 1 1 0,4 4-1 16,-5 0-6-16,1 2-3 16,-3 2-6-1,0 2-3-15,-2 6 2 0,0 1-1 16,0 3 5-16,0 1 2 15,2 1 3-15,0 2 0 16,1-1 1-16,0-1 1 16,0 4 3-16,2-2 1 0,1 1 1 15,3 1 0-15,1 0 0 16,-2 2-1-16,3 3-1 16,-3 0 0-16,1 1 0 15,1 0 0-15,0 0 1 16,-1 0 0-16,3-1-2 15,1 1-1-15,4 0-2 16,4-1-1-16,-1 2 1 16,-2-3 1-16,4-1 4 15,1-2 1-15,5-3 8 16,5-1 0-16,-1-3 0 16,2-2-2-16,0-1-3 15,-2-2-2-15,0 0 1 16,-1 0 0-16,-5-2 0 15,0 1 2-15,-2 3-26 16,0-1-36-16,0 0-166 16</inkml:trace>
  <inkml:trace contextRef="#ctx0" brushRef="#br0" timeOffset="46143.38">17021 12792 203 0,'0'1'142'0,"1"0"-7"16,-1 0-51-16,-1-1-26 0,0 0-29 0,1-1-1 0,0 0 13 0,0 1 14 16,0 0 27-16,0-1 7 15,0 1-12-15,0 0-14 16,0 0-28-16,-1 0-14 15,0 0-14-15,0 0-2 0,-1 7-4 16,0 2 1-16,-4 22-2 16,4-20 1-16,-1-3 0 15,0 2 0-15,0 1 0 16,0-2 0-16,-1 2 0 16,-2 1 0-16,4 0-1 15,0 0-2-15,2 2-6 16,2 2-8-16,-2-3-11 15,0-1 1-15,0-3 2 16,2-2 6-16,0-3-4 16,3 2-3-16,1-6-4 15,1 0 4-15,4-1 14 16,3-4 5-16,-1-2 5 16,-3-1 2-16,0-2 10 15,-4-2 14-15,2 0 38 16,-1-1 16-16,-2-2 12 0,1-1-6 15,-5 1-24-15,2 1-12 16,0 2-5-16,1 4 2 16,0 0 8-16,-4-1 0 15,-3 2-8 1,0-1-7-16,-1 3-18 0,-1 4-9 16,1-4-12-16,0 3-3 15,-6-2-1-15,4-1 1 0,-3 3-1 16,-2-1-6-16,2 0-23 15,-3 1-21-15,0 0-70 16,2 0-64-16</inkml:trace>
  <inkml:trace contextRef="#ctx0" brushRef="#br0" timeOffset="47010.37">17264 12676 1302 0,'-1'0'461'0,"-3"-1"-395"0,2-1-60 0,2 1-30 0,-1 0-4 0,1 1 3 0,0-1 13 0,0 0 30 15,0 0 9-15,0 0 6 16,4-1-5-16,7-3-16 16,22-6-7-16,-18 11-8 15,-1-1-2-15,1 1-10 16,-1 4-3-16,0 2-7 16,-2 3-4-16,-2 5 2 15,-3-2 1-15,-4 5-1 16,-3 2-1-16,-2 0-13 15,-1 3-4-15,-4 1 5 16,0-4 3-16,-2 0 9 16,1 1-1-16,-4-2-14 15,1 1-12-15,0-5-14 0,-1-2-2 16,2-4 17-16,4-2 11 16,1-4 21-16,0-3 6 15,2-3-1-15,2-3 3 16,1-5 7-16,7-3 3 15,3-5 4-15,4-2 1 16,5-2 2-16,-2 0 1 16,1-2 8-16,0 0 3 0,-6 0 13 15,1 1 4-15,-3 5 2 16,-1 4 4-16,-3 6 12 16,-1 2 6-16,-3 3 21 15,-2 2 5-15,0 2-9 16,0 0-12-16,-1 1-30 15,1 0-12-15,-1 0-19 16,0 1-1-16,-3 14-12 16,-8 21-4-16,7-17-4 15,0 1 1-15,2 2 10 16,-3-1 3-16,1 1 4 16,3-1-1-16,0-4-7 15,1 0-5-15,3-5-2 16,3 0-1-16,4-5-2 15,9-1-12-15,-1-5-79 16,2-1-69-16</inkml:trace>
  <inkml:trace contextRef="#ctx0" brushRef="#br0" timeOffset="47626.3">17676 12739 745 0,'-1'-4'262'0,"0"-2"-255"0,0 2-57 0,-1-2-26 0,2 2 5 0,-1 1 72 0,0 2 47 0,0 1 54 16,0 0 9-16,1 0-29 16,-1 0-20-16,0 0-34 15,-3 2-15-15,-1 1-11 16,1 6-2-16,-23 23 0 16,22-21 0-16,-1 2 0 15,0-2 1-15,0 2 0 16,0 0 1-16,0 0-2 15,1 3 0-15,2 0 0 16,1 2-2-16,1-2 0 0,1 0 0 16,3-4-5-16,0-2-3 15,2-3-6-15,2-1-4 16,0-4 1-16,2-2 4 16,2-4 7-16,0-3 7 15,1-4 9-15,-2-2 8 16,1-1 18-16,-1-2 2 15,-1-1 7-15,-1-1 2 0,-1 0 7 16,0 1 4-16,-3 3 5 16,0 1-6-16,-3-2-20 15,-1 3-6-15,-2 1-14 16,0 1-3-16,-3 4-6 16,1 0-1-16,-6-1-15 15,-2 3-16-15,-5 3-46 16,-2 0-27-16,-2 2-65 15,0 0-39-15</inkml:trace>
  <inkml:trace contextRef="#ctx0" brushRef="#br0" timeOffset="48227.68">17968 12730 838 0,'0'0'393'0,"1"0"-115"0,-1-5-228 0,0 4-34 0,0 0-14 0,0 0-1 0,0 1 17 0,4-3 8 15,3 0 15-15,24-6 3 16,-18 9-15-16,3 2-8 16,3-1-16-16,-2-3-3 15,2 0-3-15,-1-1-2 0,-1 1-13 16,5 1-10 0,-6-3-31-16,1-1-25 0,1-1-69 15,-5-1-65 1</inkml:trace>
  <inkml:trace contextRef="#ctx0" brushRef="#br0" timeOffset="48598.57">18137 12538 1101 0,'-4'-5'445'16,"2"-1"-246"-16,-1-3-182 15,0 0-29-15,2 1-14 0,1 2 2 16,-2 3 17-16,3 2 12 16,2 2 23-16,-4-1 12 15,1 0 13-15,0 0-1 16,-1 0-16-16,1 3-10 15,0 8-20-15,2 24-4 16,-5-19-1-16,-3 1 0 16,4 2-1-16,1 2 0 15,-1 3 0-15,0 0 0 16,-1 2-6-16,-1-1-11 0,2-3-38 16,0-1-32-16,3 3-83 15,0 0-87-15</inkml:trace>
  <inkml:trace contextRef="#ctx0" brushRef="#br0" timeOffset="49375.31">18407 12594 1091 0,'2'-4'419'0,"1"-4"-302"15,-1 1-96-15,2 1-97 0,-2 4-26 16,-2-1-27-16,-1 3 15 16,0 0 62-16,0 0 33 15,0 0 49-15,-3 10 4 16,-13 23-7-16,10-20-9 15,1 4-18-15,-2-2-9 16,2 4-18-16,1-1-2 16,3-5-2-16,2 3 3 0,1-4-8 15,2-2-18-15,3-3-41 16,1-5-7-16,2-3 6 16,0-2 20-1,5-4 44-15,2 0 10 0,1-5-2 16,3 0-1-16,-4-6 1 15,0-4 4-15,-2 1 34 16,0-2 19-16,-1 3 48 16,0 0 27-16,-3 3 35 15,-6-5 7-15,0 3-24 16,-4 0-25-16,1 1-50 16,-1 3-23-16,-4 2-25 15,-1-1-5-15,-3 3-7 16,-1 3-3-16,-5 2 1 15,2 3 3-15,-4 2 10 16,1-1 6-16,-3 0 6 16,1-2 3-16,1 3-4 0,1 1-2 15,2 0-6-15,2 3-4 16,-1 0-1-16,0 0 0 16,1 3 1-16,-2-3-1 15,3 6 0-15,-2 0 0 16,5 3 2-16,1 2 0 15,1-2 0-15,3 3-1 0,2-3-1 16,1 2 1-16,2-2 4 16,2-1 3-16,2-3 4 15,3-1 3-15,6-1 3 16,3-1 0-16,6-2-2 16,1-2-2-16,4 0-15 15,0-1-13-15,-3 1-44 16,3 0-35-16,-4-1-151 15</inkml:trace>
  <inkml:trace contextRef="#ctx0" brushRef="#br0" timeOffset="49874.88">18696 12638 696 0,'0'0'414'0,"0"0"-29"0,0-1-232 0,0 1-139 0,-1 0-14 0,1 0-5 0,-1 0 3 0,0 0 6 16,0 0 13-16,0 2 18 15,-1 11 2-15,-2 24-4 16,3-22-10-16,-1 3-18 16,0-4-3-16,-1 3-2 15,2 0 0-15,-1 0-22 0,1 1-20 16,-1 1-73-1,1-1-66-15</inkml:trace>
  <inkml:trace contextRef="#ctx0" brushRef="#br0" timeOffset="50891.92">18893 12540 249 0,'0'2'231'15,"0"-2"58"-15,0 0-36 0,0 0-84 0,-1-1-38 0,1 0-43 0,-1 0-13 0,0 0-22 0,1 0-5 0,0 1-16 16,0-1-7-1,0 0-12-15,1 0-6 0,8 0-6 16,28 7-1-16,-27-2-1 16,0 3-3-16,2 0 0 15,-2 1 1-15,-1 2 0 16,0 3-1-16,-7 0-6 16,0 2-3-16,-5 2-9 15,-5 0-3-15,1 3-6 16,-5-3 0-16,-1 2 2 15,2 2 6-15,-2-2 13 16,3-3 5-16,0-5 6 16,0-2 2-16,1-6-1 15,1 0-2-15,5 1 0 16,1-3 1-16,1-1 10 16,1-1 13-16,0 0 15 0,0 0 4 15,4-11 0-15,16-24-8 16,-11 18-2-16,1-4 2 15,1-2 4-15,0 0 3 16,5 3 1-16,-2 2-3 16,-1 2-1-16,0 2-2 15,-5 2-5-15,1 2-4 0,-5 6-10 16,0 1-6-16,-2 2-8 16,-1 2-3-16,-1 0-2 15,0 0-3-15,0 0 1 16,0 0-2-16,0 3 0 15,0 10-1-15,-2 26 1 16,2-18 0-16,-3 1 3 16,2 1-1-16,0-1 2 15,-1-1-1-15,2-3 0 16,2-4-1-16,3-5-2 16,1-1 0-16,4-5-3 15,3-2-1-15,4-1-21 16,1-3-17-16,5-3-38 15,-5-1-20-15,0-2-35 16,-1-2-30-16</inkml:trace>
  <inkml:trace contextRef="#ctx0" brushRef="#br0" timeOffset="51231.91">19232 12646 1267 0,'4'-7'495'0,"0"-3"-309"0,1-4-197 0,-2 0-37 0,0 2-21 0,1 3 5 0,-1 5 44 0,1 3 35 0,-1 2 43 16,0 4 9-16,-1 2-13 16,2 0-15-16,-3 5-26 15,4 3-9-15,-3 3-10 16,-3 4-2-16,2 2 0 16,-5-1 0-16,4 2-21 15,5 0-20-15,0 1-68 16,1 2-100-16</inkml:trace>
  <inkml:trace contextRef="#ctx0" brushRef="#br0" timeOffset="51691.8">19566 12638 857 0,'0'-1'414'0,"0"-2"-151"0,-1 0-142 0,1 2-105 0,0 0-15 15,0 0-3-15,0 0-1 0,0 1 4 16,0-1 7-16,6-1 7 15,5-1 0-15,21-1-4 0,-18 4-3 16,-3-2-6-16,5 1-1 16,7-3-6-16,-1 1-10 15,6-3-36-15,-1 0-27 16,-1-1-95 0,-1-2-100-16</inkml:trace>
  <inkml:trace contextRef="#ctx0" brushRef="#br0" timeOffset="52093.28">19745 12441 722 0,'1'0'314'0,"-1"0"-152"16,3 3-36-16,-3-3-24 16,0 0-11-16,0 0-19 15,0 0-10-15,0 0-12 16,0 0-2-16,0 0-5 15,0 0-8-15,0 2-13 0,0 3-5 16,0 2-10-16,-4 22-1 16,2-16-3-16,0 5-2 15,1 5-1-15,1 1-1 16,-2 1-1-16,1 1-12 16,0 2-58-16,1 3-45 15,1 2-242-15</inkml:trace>
  <inkml:trace contextRef="#ctx0" brushRef="#br0" timeOffset="52491.46">20123 12497 983 0,'0'0'415'16,"0"0"-182"-16,0 1-239 15,0-1-41-15,-1 0-14 16,0 0 1-16,-1 9 39 0,-7 23 20 15,5-18 14-15,-1 0 0 16,-1 3-2-16,1 2-5 16,-1-3-4-16,3-1 0 15,2-2-2-15,1-1-1 16,1-2 1-16,0-3-1 16,4-2-10-16,0-2-17 0,5-3-49 15,2-3-37-15,2-4-98 16,1-4-44-16</inkml:trace>
  <inkml:trace contextRef="#ctx0" brushRef="#br0" timeOffset="52809.6">20264 12509 231 0,'3'-13'203'0,"9"-8"55"16,-5-3-25-16,-2 1-70 16,-3 4-26-16,-4-1-44 15,1 2-23-15,-3 4-37 16,-2 0-19-16,-3 6-25 15,-3 6-5-15,-6 2 1 16,-1 4 5-16,2 2 10 16,-4 0 0-16,2 0 2 15,-1 3-1-15,-3-2-2 16,3 3-1-16,2 0 0 0,3 0 0 16,4-1 3-16,0 0 0 15,6 2 0-15,-1 0-1 16,2 5 0-16,5-1 0 15,4-2 1-15,5 2 1 16,8-2 1-16,4 1 0 16,6-2-3-16,2-3-8 15,4-4-52-15,0-2-60 0,-1-3-211 16</inkml:trace>
  <inkml:trace contextRef="#ctx0" brushRef="#br0" timeOffset="53359.37">20415 12550 577 0,'3'0'270'0,"-1"-3"-101"0,5-1-131 0,5 4-68 0,-1 0 0 0,4 2 16 0,0 2 24 0,-4 0 49 0,2 0 17 16,-1 1 14-16,0 1-15 15,1-2-36-15,-2 2-16 16,-2-1-19-16,-3 0-4 16,-2 1 0-16,-1 1-2 15,-3 3-2-15,-1 1-7 0,-4 4-16 16,-3-1-13-16,-2 3-15 16,1 1 5-16,-3-2 18 15,2 2 12 1,0-2 20-16,0-1 0 0,-1-4 7 15,1 0 2-15,3-5 5 16,-1-4 11-16,5 2 28 16,1-4 21-16,2-2 33 15,0 1 4-15,0 0-19 16,0 0-21-16,10-5-39 16,32-12-19-16,-17 10-30 15,4 1-18-15,-2-2-48 16,2-2-40-16,-5 0-169 15</inkml:trace>
  <inkml:trace contextRef="#ctx0" brushRef="#br0" timeOffset="54208.619">20728 12492 881 0,'5'0'354'0,"0"-4"-226"0,3-3-81 0,4 2-48 0,-3-2-6 0,4 1 9 0,-1 1 28 0,0-1 42 15,3 3 10-15,-1 1-5 16,0 1-24-16,0-2-38 15,-1 2-15-15,1 1-24 0,2 5-13 16,-3 3-22-16,-1 0-4 16,-3 7 7-16,-2-1 5 15,-4 1 13-15,-2 2-2 16,-6-3-28-16,-2 2-3 16,-5-1-17-16,-2 3-2 15,-4-3 21-15,1 1 3 16,-1 1 20-16,1-2 11 15,2 0 20-15,0-3 7 0,6-5 8 16,1 0 1-16,5-4 15 16,2-3 10-16,3-4 21 15,-2 4 12-15,0-2-2 16,5-14-9-16,34-24-23 16,-20 19-12-16,3-2-9 15,0 0 10-15,0-1 30 16,2 2 13-16,-2 0 16 15,-2 2-1-15,-1 3-19 16,-5 1-10-16,-3 7-6 16,-2-1-5-16,-6 6-2 15,0 1-1-15,0 4-10 16,-1 3-3-16,-2-4-8 16,0 0-3-16,0 2-2 15,-1 10-2-15,-6 25 0 0,0-21-1 16,5 2 1-1,-3 0-1-15,3 1 1 0,-2 0 0 16,3-1-1-16,1 1 1 16,3-3 0-16,2-1-1 15,0-2-3-15,4-1-9 16,-1-4-26-16,2 0-24 16,0-3-70-16,-1-3-58 0</inkml:trace>
  <inkml:trace contextRef="#ctx0" brushRef="#br0" timeOffset="54691.54">21155 12521 1190 0,'2'-1'473'0,"4"-1"-312"0,4 1-101 0,-1-3-79 0,2 1-11 0,0-1-2 0,-1 3 10 0,1 0 35 16,2 1 11-16,-3 4 8 15,2 1-4-15,-1 0-16 0,1 1-7 16,-4 1-10-16,1-1-8 15,-4 4-5-15,-1 0 0 16,-4 3 5-16,-1-1 4 16,-5 2 5-16,-1-2 0 15,-3 3-9-15,-1 1-8 16,-1-1-14-16,1 4-2 16,-2-2 8-16,3 2 8 0,1-2 14 15,1-4 6-15,3-4 2 16,4 1 4-16,1-7 8 15,3 0 6-15,6-3 7 16,0-6-2-16,8 1-5 16,3-6-8-16,2 0-14 15,1 0-15-15,3-4-63 16,-4 1-81-16</inkml:trace>
  <inkml:trace contextRef="#ctx0" brushRef="#br0" timeOffset="55874.78">20284 12606 465 0,'-1'-2'180'0,"0"-3"-105"0,2 2-115 0,-1 2-19 0,0 1 13 0,0 0 25 0,0 0 51 16,0 0 29-16,0 0 41 16,0 0 9-16,0 0-6 15,0 0-13-15,0 0-42 16,0-1-16-16,0 0-11 16,0 0 6-16,0 0 12 15,0 0 4-15,0 0-6 16,0 0-8-16,0 1-14 0,0-1-6 15,0 0-6 1,0 0-3-16,0 0 0 0,-1 0 1 16,0 0 2-16,0 1 2 15,1-1-1-15,0 0 0 16,0 0-3-16,0 0 0 16,0 0-1-16,0 0 2 15,0 0 7-15,0 1 3 16,0-1 2-16,0 1 0 15,0 0-7-15,0 0-3 16,0 0-4-16,2 7 0 0,0 0 0 16,7 26 0-16,-4-22 1 15,-2-2-1-15,-1 2 0 16,0 0 0-16,-5-3 0 16,1 4 0-16,2-4 1 15,-3-1-1-15,-1 1 1 16,4 2 0-16,-5-4-1 15,3 2 1-15,-1 0 1 16,-3-4 1-16,0 2 6 16,-3-5 6-16,1 0 9 15,0 2 1-15,1-2-3 16,-3 0-3-16,3 2-8 16,-4-4-2-16,1 0-3 15,0 0 0-15,-3-3-5 0,0 1-3 16,-3-3-29-16,-3 1-28 15,-3-4-129-15</inkml:trace>
  <inkml:trace contextRef="#ctx0" brushRef="#br0" timeOffset="59040.7">20319 12459 113 0,'0'0'100'0,"0"-2"19"0,-1-1 6 0,0 2 8 0,0 0-7 0,1 0-17 16,0 0-43-16,0 0-17 15,0 0-18-15,-1 1 2 16,0-1 13-16,0 0 4 0,0 0 0 16,1 0-9-16,0 0-17 15,-1 0-10-15,0 0-15 16,0 1-6-16,0-1-9 16,1 0 0-16,-1 0 3 15,0 1 6-15,0 0 8 16,1 0 4-16,-1 0-1 15,0 0 1-15,0 0 1 16,0 0 3-16,0 0 7 16,0 0 2-16,1 0 1 15,-1 0 0-15,0 0 4 16,0 0 4-16,0-1 1 16,0 0-1-16,0 0-12 15,-1 0-7-15,-2-2-6 16,1 0-1-16,-4-1 1 0,-19-16 3 15,22 18 7-15,0-3 3 16,-1 0 0-16,-2 2-1 16,0-2-6-16,1 3-3 15,-1 1-2-15,2 0-2 16,-2 2 0-16,-2-2 0 16,2 2 2-16,-1 2 1 15,-2-1 1-15,3 2 0 16,-1-1-2-16,-2 0 0 15,1 2-2-15,-2-3 2 0,4-1 1 16,0 2 0-16,2-3 2 16,-2 2 1-16,2 0 0 15,0 1 1-15,1-1-2 16,-1 2-1-16,0-2-3 16,-1 2-1-16,-1 1-1 15,1 4 0-15,2-1 1 16,0 3 0-16,1 1 1 15,0 0 0-15,-2 0 0 16,1-2 3-16,2 0 5 16,-1 0 2-16,2 0 2 15,-3 0-1-15,1-1-4 16,0 1-2-16,1 1-3 16,3-3-1-16,-2 4-2 15,1 1 0-15,-3-1 0 16,-2 4-1-16,5 0 0 0,-1 1 0 15,3-1 0-15,0-1 1 16,-2-1-1-16,1-4 1 16,0-1-1-16,3 1 0 15,-1 1 0-15,1-4 0 16,0 2 2-16,-1-4 0 16,1-2 5-16,-2-3 3 0,4 1 0 15,-1-1 0-15,2-4-5 16,4 3-4-16,0-5-1 15,4 2-2-15,0 1-2 16,1-4 2-16,-2-2 0 16,0-3 6-16,-1 0 3 15,1-2 0-15,1 0 0 16,-2-2-5-16,1-1-1 16,-1 2-1-16,-3-3 2 15,2 5 1-15,0-2-1 16,-3 1 1-16,0 3-2 15,-2-1 1-15,-6 0 1 16,3 2 2-16,-2 0 4 16,-2-2 0-16,1 2 0 15,0 1-1-15,0 0-1 16,0 2 1-16,-2 0 0 16,-1-1 1-16,1 0-1 0,-2 2-1 15,-1-2 0-15,-2-1-1 16,-1 6-4-16,0-4-1 15,-4 2-1-15,1 1-1 16,-4-2-1-16,1 0 0 16,-2 1-1-16,-3 0 0 15,2 3 1-15,-2 2-1 16,1 3 1-16,3 0 1 16,1 0-1-16,2 2 0 0,1-1 0 15,-1 3 0-15,0-3 0 16,1 2 1-16,2 2 0 15,1 1 0-15,3 0-1 16,2 1-1-16,0-2-1 16,2 3-1-16,0-1 1 15,0 1 0-15,6-1 2 16,0-1 2-16,3 1-1 16,3 0 7-16,3-2 4 15,1 0 1-15,5-2 3 16,4-1-7-16,2-1-2 15,0-3-2-15,0 1-11 16,0-2-13-16,-1 0-40 16,-2-2-32-16,-2 0-172 0</inkml:trace>
  <inkml:trace contextRef="#ctx0" brushRef="#br1" timeOffset="71190.12">16348 12550 183 0,'1'-2'87'0,"1"-1"-25"0,-2 0-47 0,0 2-8 0,0 0-1 0,0 0 9 0,0 0 35 15,0 0 15-15,0 1 16 16,-1-1-2-16,0 0-22 15,1 0-14-15,0 0-19 16,0 0-8-16,0 0-10 16,0 1-1-16,-1-1 0 15,0 0 2-15,0 0-1 16,0 0 0-16,1 0-3 16,0 0-2-16,0 0 1 15,-1 1 0-15,0-1 14 16,0 0 9-16,0 0 20 15,0 0 7-15,0 0 1 16,0-5-6-16,-1 3-18 16,1 1-7-16,-1-2-14 0,1 3-3 15,0-3 4-15,-2-1 6 16,1 3 14-16,0-2 7 16,1 2 6-16,-1 0-4 15,1 1-13-15,0-1-7 16,1 1-11-16,-1 0-4 0,0 0-3 15,0 0 0-15,0 0 0 16,0 0-1-16,0 0 1 16,1 0-1-1,-1 1 1-15,0-1-1 0,0 0 1 16,0 0-1-16,0 0 1 16,0 0 0-16,0 0 0 15,1 1 0-15,-1-1 0 16,0 0 0-16,0 0 0 15,0 1 1-15,0 0 0 16,0 0-1-16,1 0 1 16,-1 0-1-16,0 0 0 15,0 0 1-15,0 0-1 16,0 0 0-16,0 0 0 16,0 0 1-16,1 0-1 15,-1 0 0-15,0 0 0 16,-4 3 0-16,2-3 0 15,1 0 0-15,-1 2 1 0,0 0-1 16,2-1 1-16,-2 0-1 16,2-1 0-16,0 1 0 15,0 1 0-15,-3 2 1 16,3-4 1-16,0 1 4 16,0 1 8-16,0-2 5 15,0 0 2-15,0 0-3 16,0 1-6-16,-1 2-3 0,-1-1 0 15,0 1 1-15,-3 2 0 16,-18 22 1-16,20-18 1 16,-2 0 2-16,1 3-1 15,-2 0-1-15,-3 3-3 16,4 1-4-16,-2 1-2 16,2 1-1-16,0-3-1 15,-1 0 0-15,2 1-1 16,0-3 0-16,2 3 0 15,1-2 0-15,-1-3 0 16,1-1 0-16,0-1 0 16,2 2 0-16,2-1-2 15,0 0 0-15,2-1-1 16,1-2-2-16,0-1-5 16,4 0-1-16,-2-4-1 15,1-1 0-15,2 0 6 16,-3-1 3-16,5 2 1 0,0-1 2 15,-3-4 0-15,3-2 0 16,-1 0 0-16,0 1 0 16,2-2 0-16,-2 1-1 15,0-1 1-15,-2-4 0 16,-1 3 0-16,-1-4 2 16,-4 1 0-16,-1 0 2 15,1 1 0-15,-1 0 0 0,1-2 0 16,-1-1 1-16,-1-1 1 15,0-1 0 1,-1 1 1-16,-1 1-1 0,0 1-1 16,1 1 0-16,-1 2 3 15,1 0 2-15,-3-1 5 16,-2 1 1-16,3 1-4 16,0 0-3-16,-2 1-6 15,2-1-2-15,-5 1 0 16,2 0-1-16,-3 0 2 15,0 0-1-15,-2 1 1 16,0 1-1-16,0 0-1 16,1 2 0-16,-1-1-1 15,0 0 1-15,1 0 1 16,1 2 1-16,1-1-1 16,-1-1 0-16,2 2 0 0,0 0 0 15,3 1-1-15,0 0 1 16,0 0 0-1,2-1-1-15,1 0 1 0,-1 0 0 16,0 0 1-16,0 0 1 16,0 0 1-16,0 1 2 15,0 0 0-15,1 0-1 16,0 0-1-16,0 0-3 16,0 0-1-16,0 0 0 15,0 0 1-15,0 0-1 0,5 0 4 16,7 0 2-16,28-1 4 15,-20-2 2-15,5-3-2 16,0 0-3-16,0-2-3 16,-2 1-3-16,-2 0 1 15,0 2-1-15,0-1 0 16,-2-2 2-16,-2 1-1 16,-3 2 1-16,-3 1 0 15,-3 1-1-15,-2 2-1 16,-1 0-1-16,-1 2 0 15,-1 0-3-15,0 1-12 16,-3-2-14-16,0 0-57 16,0 0-65-16</inkml:trace>
  <inkml:trace contextRef="#ctx0" brushRef="#br1" timeOffset="72056.63">16687 12338 537 0,'-2'-6'199'0,"2"-2"-155"0,-2-2-33 15,3 3-17-15,4 2-3 0,-3 3 1 0,-2 0 6 0,0 0 38 0,-1 1 17 0,1 0 26 16,-1 1 10-16,0 0-5 15,0 0-6-15,0 0-15 16,0-1-11-16,0 0-24 16,0 1-10-16,1 0-10 15,-1 0-2-15,0 0 0 16,-7 2 3-16,-24 15 7 16,28-4 3-16,-6-4 13 15,2 3 4-15,0 0 4 16,-3-1-1-16,-1 5-12 15,1-3-7-15,1 4-9 16,-2-3-3-16,2 3-3 0,1 2 2 16,0 0 0-16,2 2 1 15,-1-1-2-15,2 4-2 16,0 3 2-16,1 2 2 16,2 5 3-16,1 0 0 15,1 4-5-15,0 0-2 16,1 3-2-16,2 0-1 15,2 3-1-15,4-1-1 0,6-1-1 16,5 3 0-16,15-3 0 16,9-4 0-16,18-6 5 15,11-4-23-15,16-9-155 16</inkml:trace>
  <inkml:trace contextRef="#ctx0" brushRef="#br1" timeOffset="73311.82">21226 12269 734 0,'-1'-1'289'0,"-2"-3"-194"0,-2 2-61 0,0-4-40 0,0 3-3 0,4 0 4 0,0 1 11 0,1 1 43 0,0 0 18 16,0 0 29-16,0 0 4 15,0 0-18-15,0 1-14 16,0-1-28-16,0 0-11 16,0 0-17-16,2 0-1 15,8 0 2-15,22 1 2 16,-21 3 4-16,1 0 0 0,0 0-1 15,1 3 0-15,2 1-6 16,0 1-2-16,4 3-6 16,-3-1-1-16,0 6-2 15,-1-1 1-15,4 4-1 16,1 0 1-16,-3-3 0 16,2 4 0-16,-6-3-1 15,0 2 0-15,-1 5-1 16,-2-2 1-16,-5 3-1 15,0 3 0-15,-3 5 0 16,-2 0 0-16,0 7 0 16,0 4 0-16,-2-3-2 15,-2 1-3-15,-7 0-21 16,-6 0-29-16,-4 8-153 0</inkml:trace>
  <inkml:trace contextRef="#ctx0" brushRef="#br1" timeOffset="78406.08">16990 13155 564 0,'0'0'244'0,"-2"-7"-136"0,2 3-56 0,2-2-72 0,1-3-22 0,3 6-16 0,-2 0 2 0,-2 0 23 16,0 3 15-16,-2 0 21 15,0 0 7-15,0 0 16 16,0 0 5-16,-1 0-4 16,0 0-5-16,1 0-17 15,-1 0-4-15,0 0-1 16,1 0 2-16,0 0 6 16,0 0 8-16,0 0 15 15,0 0 4-15,0 0 1 16,5 3-7-16,0-1-16 15,4 0-5-15,21 7-6 16,-23-9-1-16,4 1-1 16,0-1 0-16,-4 2-1 15,4 1 0-15,-2-1 1 16,0 0 1-16,2-2 1 16,-2 1-1-16,3-3 0 0,1 3 0 15,2-2 0-15,-1-2-1 16,2-1 1-16,-2-3 0 15,1 1 8-15,0 0 11 16,2 3 17-16,-1 1 6 16,1 0-4-16,-2-2-9 0,-3 2-16 15,5-1-6-15,-4 2-4 16,-2 1-2-16,-1 0 0 16,-2-3 1-16,0 3-1 15,2-1 0-15,-2 1 4 16,-1 0 1-16,2 1 2 15,-3-1 1-15,1 0-1 16,0 0-2-16,0 1 6 16,3 2 0-16,-2-1 2 15,1-1-3-15,-2 0-5 16,-1 1-1-16,-1 2 7 16,-1 1 5-16,-1-5 10 15,-1 3 2-15,1-1-7 16,-3-2-6-16,0 0-10 15,0 0-4-15,0 0-2 16,0 0-1-16,0 0 1 0,2 1-1 16,1 0 2-16,-1 0-1 15,1 2 0-15,0-1 0 16,-1-2 0-16,2 2 1 16,-3-1-1-16,1 0 0 15,1 0-1-15,-2-1 0 16,1 1-1-16,-1-1 0 15,0 0-7-15,1 0-12 0,-2 0-56 16,1 1-63-16</inkml:trace>
  <inkml:trace contextRef="#ctx0" brushRef="#br1" timeOffset="80838.13">17481 13178 543 0,'0'0'236'0,"0"0"-87"0,-1 1-212 0,1-1-50 0,0 0-27 16,0-1 8-16,0 0 131 16,0 0 73-16,0 1 74 15,0-1 10-15,0 0-49 16,0 0-35-16,0-5-49 15,0 2-14-15,0 3-9 16,0 0-3-16,0 0 0 16,3-2 0-16,6-2 0 15,24-8 1-15,-20 10-3 16,-1 1 1-16,2 1-2 16,-2-3 1-16,3 3 4 0,1 1 1 15,-1 0 3-15,3 0 3 16,-1-1 10-16,1 1 4 15,0-1 5-15,0 0-1 16,-1 0-11-16,3-1-3 16,-2 2-6-16,-1 0 7 15,-2 3 12-15,-5-3 4 0,3 1 3 16,0 1-8 0,5 0-12-16,1 2-6 0,1 0-2 15,0 2-1-15,-3-6 1 16,0 0 1-16,-3-5 0 15,1 2 5-15,0-1 11 16,-1 4 3-16,3-1 6 16,-1-1-2-16,0 2-8 15,5 0-4-15,-5-1-7 16,1 1-3-16,-2 0-2 16,1 0-1-16,0 1 0 15,2 1 0-15,1-2-1 16,-2 0 0-16,4-3 1 15,0-1-1-15,3 2 1 16,0-2-1-16,2-2 1 16,0 1 0-16,1-2-1 15,3 0 0-15,0 0 0 16,-1 1 0-16,-3 0 0 0,0-1 0 16,-1 1 0-16,3-2 1 15,2 0-1-15,-1 2 0 16,-2 1 0-16,1-1 1 15,-1 1 0-15,2 3 0 16,-3-3 0-16,-4 1 0 16,0 2 0-16,-2-3 1 0,0 3-1 15,2-1 0-15,-1 1 2 16,-1 1 0-16,-1 1 2 16,0 0 0-16,0 1 0 15,4 0 0-15,-1-1 1 16,0 2 3-16,0-1 3 15,-2 0 3-15,1 0 7 16,2 1 3-16,-2-2 1 16,1 1-1-16,0 0-8 15,-1 0-5-15,-2 0-7 16,0-1-2-16,0 0 0 16,-2 0-1-16,2-1 2 15,2 2 2-15,2-1 1 16,0 0 1-16,0 0-2 15,-2 0-2-15,0 0-2 16,1 0-1-16,1-1 0 16,1 0 0-16,-3-2 0 0,1 1 0 15,-3 0 0-15,-1-1 1 16,1 1 0-16,-2-1 0 16,-1 1 3-16,0 0 3 15,-1-1 2-15,2 1 1 16,3 1 0-16,1 1-1 15,4 0-3-15,-1 0-2 16,-3 0-2-16,1-1-2 0,-2 0 0 16,-1 0 0-16,0 1 1 15,0 0-1-15,-3 1 0 16,-2-1 1-16,-1 1-1 16,-1-1 0-16,1-1 0 15,1 1-1-15,-1-1-1 16,3 1 1-16,-3-2 0 15,1 1 0-15,1-1 0 16,1-1 1-16,2 3-1 16,-1-2 0-16,3 2 0 15,-4-1 0-15,3-1 0 16,2 0 1-16,-1-2-1 16,1 2 0-16,-2 0 1 15,-1-1 0-15,0 2 0 16,0 1 1-16,0-1 1 15,2 1-1-15,-3-1 0 0,-2 0 0 16,1-2-2-16,-1 2 1 16,3 0-1-16,1-2 0 15,1 2 0-15,-1 0 1 16,-3 1 0-16,3 0-1 16,-1 1 0-16,1 1 0 15,0-3 0-15,1-1-1 16,1 1 0-16,2 0 0 15,-1 3 1-15,-4-2 0 0,-1 0 0 16,-1 0 1 0,1 0 0-16,1 0-1 0,1 1 1 15,-2-1 0-15,-1 0-1 16,3 0 0-16,-2 0 1 16,1 0 0-16,-3 0 0 15,0 0 4-15,0 1 5 16,-1-1 3-16,0 2 2 15,-1 0-3-15,0-2-4 16,-1 0-3-16,1 0 0 16,0 0 3-16,-1 0 5 15,-2 0 3-15,0 0 1 16,-1 1-2-16,2 2-1 16,-5-2-2-16,4-1-2 15,-2 1-2-15,-6-1-1 16,3 0-2-16,0 0-1 0,-1 2 1 15,1 0-2-15,1 0 1 16,-1-1-3-16,-2-1 0 16,2 0-1-16,0 3 0 15,-4-2-1-15,7 1-3 16,-5-2-20-16,2 2-15 16,1-1-49-16,-6 1-35 15,5-2-169-15</inkml:trace>
  <inkml:trace contextRef="#ctx0" brushRef="#br1" timeOffset="83504.92">21825 12528 649 0,'-1'-3'262'0,"1"-1"-148"0,1-1-101 0,4 1-12 0,-1-3-5 0,0 1 1 0,-3-1 34 16,0 1 23-16,3 1 21 15,-1 2 0-15,4-1-30 16,-2-4-21-16,4-1-24 16,1-5-5-16,3-1-3 15,4 3 0-15,1-4 1 16,-1 0 1-16,3-3 1 16,-1-2 2-16,4 1 1 15,0 2 1-15,0-1 1 16,3 2 0-16,-2 0 2 15,1-1-1-15,0-2 1 16,-5-3 2-16,7-2 3 16,2 0 1-16,5-1 0 15,3 3 0-15,1-1-4 16,0-1 1-16,0-2 2 16,-1 0 1-16,-3-2 5 0,-1 0 4 15,-3 2 8 1,2-1 2-16,1 5 0 0,-3-1-4 15,3 3-5-15,-3 0-2 16,-1-1-2-16,-6 8 0 31,-12 7-4-31,0 1-2 0,30-20-4 0,-2 3-1 16,-2-3-2-16,-15 10-1 0,-3-1 0 16,-1-1-2-16,-4 9 0 15,-5 3-3-15,-2 3-20 16,-2 0-9-16,-1 3-48 15,-1 5-43-15,-4 5-193 16</inkml:trace>
  <inkml:trace contextRef="#ctx0" brushRef="#br1" timeOffset="84603.69">21870 12506 312 0,'-1'0'152'15,"-4"0"-55"-15,-1 0-41 0,3 0-34 0,0-1-3 0,3 1 3 0,0 0 2 0,-1 0 7 16,1 0 2-16,0 0 1 16,0 0 4-16,0 0-5 15,0 0-3-15,0 0-6 16,0 0-7-16,0 0-9 15,1 0-4-15,9 5 5 16,23 12 9-16,-19-12 10 16,2 0 3-16,3 3-2 15,2-3-8-15,2 3-9 16,4 0 0-16,2 0 16 16,3 2 8-16,0 1 7 15,-5-3 1-15,1 3-19 16,-3-3-6-16,4 5-8 15,3 1-2-15,0 2 6 16,1 2 2-16,0 2 6 0,1 3 2 16,2 2-9-1,0 0-2-15,1-1-8 16,0 1-1-16,-3-3-3 0,3 2 8 16,-2-2 25-16,3 1 9 15,1 1 21-15,0-5 0 16,-4 1-7-16,0-1-5 15,-6-1-14-15,-2 1-7 0,-2 1-15 16,-4-3-3-16,2-1-5 16,-1 0-1-1,0-4-1-15,3 2 0 0,-3-3-2 16,0 2-2-16,-1-3-4 16,-3-2-15-16,-2-4-52 15,0-2-42-15,-5-2-188 16</inkml:trace>
  <inkml:trace contextRef="#ctx0" brushRef="#br1" timeOffset="86038.06">23378 11382 361 0,'0'0'197'0,"-2"-1"-19"0,2-1-141 0,0 1-24 0,-1 0-13 0,1 0 19 0,0 0 50 15,-1 0 22-15,1 1 34 16,0-1-6-16,0 0-34 16,0 0-19-16,0 0-30 15,0 0-12-15,-1 0-17 16,0 1-3-16,1-1-5 0,-1 0-2 15,0 1 0-15,0 0 1 16,0 0 2-16,-4 2-1 16,-1 0 1-16,-21 28 0 15,22-22 1-15,0 2 0 16,-1-2 0-16,2 2-1 0,3 1 0 16,-2-1 0-16,1 3-2 15,-1-1 0-15,2 2 1 16,2 4-1-16,3 0 0 15,2 3 0-15,-1-2 0 16,0-1 0-16,3-3 0 16,2-1-1-16,1-2-4 15,2 0-2-15,1-5-4 16,0-1-1-16,0-6 2 16,1-1 3-16,1-4 5 15,3 2 1-15,-1-5 5 16,0 0 3-16,-1-5 4 15,0-1 2-15,-1 2 5 16,0-2 5-16,-5 1 16 16,-3-4 5-16,2 1 4 15,-7-1 0-15,3 2-10 16,-2 0-3-16,-2 0-7 0,-1-2-6 16,2 3-8-16,-1 1-5 15,-2 3-4-15,1 3-1 16,-2 1-1-16,0 0 0 15,-5 1 3-15,-5-3 0 16,2-1 0-16,-2 2 0 16,0 0-2-16,2 1-2 0,-2 3 0 15,-2-1-2-15,0-1-1 16,2 3 1-16,-3-3-3 16,3 4 0-16,-2-2-3 15,-1 1 0-15,1 2 0 16,-1 0 1-16,0 2-3 15,-1-2-6-15,4 4-17 16,-2-4-13-16,3 6-31 16,1 1-33-16,0-1-218 15</inkml:trace>
  <inkml:trace contextRef="#ctx0" brushRef="#br1" timeOffset="86588.739">23470 11809 339 0,'1'0'95'0,"0"0"-130"0</inkml:trace>
  <inkml:trace contextRef="#ctx0" brushRef="#br1" timeOffset="87305.34">23488 11838 282 0,'0'3'197'0,"0"3"-15"16,0 1-77-16,0 0-33 16,0 0-50-16,0-2-11 0,0 0-5 15,4 0 4-15,-3 1 16 16,1-1 7-16,0 1 15 16,-2-1 3-16,2 1-3 15,-1 4-3-15,1 0-10 16,1 2-8-16,-1 4-11 15,-1-2-1-15,-1 1-1 16,0 2 1-16,0-4-1 16,0 2 1-16,0-2 2 15,0-1 0-15,-1-2 3 16,0 0-1-16,1 0 2 16,-1-1 2-16,1 3 0 15,0-2-1-15,0 1-6 0,1 1-4 16,1 0-2-1,-1 1-1-15,2-1-1 0,-2 1 0 16,-1-5-3 0,0-3-1-1,1 0-3-15,2 14 0 0,-1-1 0 0,1 1 0 16,1-7 0-16,1 0-1 16,-4 1 1-16,-1-3 1 15,1 2-1-15,-1 0 0 16,3-2 0-16,1 6 0 0,-1-5-1 15,0 4 1-15,1-2-1 16,-3-2 1-16,4 3-1 16,1-2 2-16,-1 0 9 15,0-2 2-15,2 1 2 16,-4-2-2-16,2 2-8 16,1 1-3-16,-2-2-1 15,3 1 0-15,-3 1 0 16,2 0 1-16,-3-1 0 15,-3 1 2-15,5 4 0 16,-4-1-1-16,3 4-2 16,1-1 0-16,1 1-1 15,-1 0 0-15,2-6 2 16,-4 3-1-16,0-4 2 16,0-2-1-16,2 0 1 0,-1-2 0 15,0-1-1-15,-2-2-1 16,0 0-1-16,-1-1-2 15,-1 1 0-15,1 1 0 16,-1-2-3-16,4 2-2 16,-2-2-19-16,-1 1-13 15,-1-2-63-15,0 0-76 16</inkml:trace>
  <inkml:trace contextRef="#ctx0" brushRef="#br1" timeOffset="87788.08">23432 12754 861 0,'4'0'324'0,"4"0"-224"0,4 4-134 0,0-4-17 0,1 2-8 16,-1-1 11-16,1 3 52 0,0 0 37 15,-3-1 55-15,-1-2 15 16,0 1-14-16,1 3-22 16,2 0-46-16,2 2-15 15,4 1-10-15,1-3-2 0,2 4-1 16,2-1 0 0,-2 1 0-16,-2-2 0 0,-1 3 0 15,-4-5-1-15,-1-1 0 16,-3 2 0-16,-3-5-11 15,-2 3-8-15,-2-2-18 16,0 3-14-16,-1-4-42 16,-1-1-36-16,-1 0-114 15</inkml:trace>
  <inkml:trace contextRef="#ctx0" brushRef="#br1" timeOffset="88187.709">23828 12710 602 0,'0'0'342'16,"0"-2"-61"-16,0 0-126 15,-1 1-110-15,1 0-31 16,-1 0-23-16,0 1-3 15,1-1 2-15,-1 0 3 16,0 0 7-16,0 0 2 16,0 1 2-16,0 0 1 15,0 0-2-15,-4 2-1 0,-3 11-2 16,-23 24 0-16,21-21 0 16,-2 0 0-16,1 3 1 15,-2-3 0-15,5 3 1 16,2 3 0-16,-2-7 0 15,2 3 2-15,-1-7 0 16,1-1 0-16,3-3-2 16,2-1-2-16,0-4-33 15,0 0-34-15,0-2-93 16,0 0-74-16</inkml:trace>
  <inkml:trace contextRef="#ctx0" brushRef="#br1" timeOffset="89804.62">23572 13115 499 0,'1'1'219'0,"-1"0"-109"0,1-1-30 0,-1 0-25 0,-1-1 2 0,1 0 12 0,-1 0 16 0,0 0 18 0,0 0 0 15,1 1-15-15,0-1-17 16,0 0-32-16,0 0-14 16,0 0-16-16,0 0-4 15,0 0-3-15,0 1 0 16,8-3 3-16,28-3 0 15,-26 3-1-15,7 3-1 16,1 1-2-16,-1 0 0 0,0-1-1 16,-4 0 0-1,-1-1 0-15,-1-1 0 0,2 2 0 16,-1 0-1-16,-1 3-1 16,-2-2 0-16,-2 5 1 15,0-3 0-15,-1-1 1 16,1 2 0-16,-1-3-3 15,-1 4-1-15,-1-2-3 16,-1 2-3-16,-3-3 2 16,0-3 1-16,-1 2 4 15,1-1 3-15,-1 0 2 16,0 0 3-16,0 0 1 16,0 0 1-16,0 0 1 15,1 0 0-15,0 0-1 16,-1 0-1-16,1 0-2 15,0 0-1-15,0 0-1 0,-1 0-1 16,1 0 2-16,-1 0 0 16,1 0 1-16,0 0-3 15,0 0-5-15,-1 0-9 16,0 0-14-16,0 0-7 16,0 0-14-16,1-1-4 15,-1 0 1-15,0 0 7 16,0 1 20-16,0-1 9 0,-2-2 17 15,-4-1 5-15,-21-15 2 16,21 18 1-16,1 1 3 16,-1-2 1-1,3 3 0-15,-1 2 1 0,0-1 1 16,1 0 1-16,1-2-3 16,-2-2-1-16,2 1-9 15,-1 0-2-15,1-1-4 16,-1 2-3-16,2 0-8 15,1 0-5-15,0 0-11 16,0-1-6-16,0 0-4 16,0 1-6-16,-6 0-3 15,2 0 2-15,-22 0 6 16,21 3 9-16,0-3 17 16,0 2 5-16,0 3 5 0,4-4 4 15,1 3 7-15,1-4 4 16,0 0 7-16,0-1 4 15,0 0 16-15,0 0 9 16,0 0 10-16,-1 1 5 16,1 0 4-16,0-1-3 15,0 0-11-15,0 0-8 16,0 0-23-16,0 0-5 16,0 0-1-16,0 0 0 15,0 1-1-15,0-1-1 0,0 0 1 16,0 0 1-16,0 0 2 15,0 0-1-15,0 0-6 16,0 1-1-16,0 0-3 16,0 0 1-16,0 0 2 15,0 3 0-15,0 7 1 16,1 27-1-16,-3-24-4 16,0 7-1-16,1-1-2 15,1 0-1-15,-5 3 0 16,1-4 0-16,1 2-1 15,1-1 0-15,2-2 1 16,-1-2-1-16,3-4 1 16,-4-2-1-16,2 0-3 15,0-3-1-15,-2-2-9 0,3 0-4 16,-1-2-6-16,0-2-1 16,0 0-6-16,0 0-1 15,0-1-10-15,0 0-5 16,0 1 0-16,0-1-6 15,1-3-16-15,3-9-13 16,9-26-39-16,-9 21-20 16,0-3-20-16,4 2-12 15,-5-2 7-15,4-1 6 16</inkml:trace>
  <inkml:trace contextRef="#ctx0" brushRef="#br1" timeOffset="91453.52">23661 13068 348 0,'-1'0'245'0,"-1"-2"-6"0,1 0-80 0,0 1-26 0,0 0-41 0,0 0-14 0,0 1-21 0,1 0-10 0,-1 0-8 16,0 0-1-16,0 0 3 15,0 0 1-15,0 0-5 16,0 0-1-16,0 0-9 15,-5 2-5-15,2 0-5 16,-3 0-4-16,-23 29-4 16,21-23-2-16,-5 4-2 0,1 1-2 15,-4 0 2 1,1 5 2-16,-2 0 4 0,2-2 1 16,0 1-2-16,-1-4-2 15,3-2-5-15,0-2 1 16,2-2-2-16,-1 3-1 15,1-6 1-15,2 2-1 16,2 0 0-16,1-4 0 16,3 2-1-16,0-4 0 0,3 1-6 15,1-1-1-15,-1 0-6 16,0 0-3-16,0-1-2 16,1 1-3-16,0-1-5 15,0 0-2-15,4-10-16 16,32-28-13-16,-16 22-24 15,2 1-5-15,1-1 11 16,1 2 16-16,-1-2 33 16,-4 2 20-16,-2 4 37 15,1 2 18-15,-5 6 19 16,0-1 0-16,-5 1-19 16,-4 2-13-16,-2 0-12 15,2 0-1-15,-4 1-2 16,0 0 2-16,0 0 3 15,0 0 0-15,0 0 1 16,0 0-4-16,0 0-6 0,0 0-4 16,0 0-6-16,1 2 0 15,1 3 5-15,-2-3 4 16,2 4 4-16,10 23-1 16,-10-20-6-16,-1 5-4 15,-2-1-6-15,0 4-2 16,-1 1-1-16,2-3 1 15,0 6 0-15,-1 0 1 16,-3-2-1-16,0 3 1 0,0-5-1 16,0 0 1-16,2-2-1 15,2-1 0 1,0-1 0-16,2-3 0 0,-2 0 1 16,-1-3 0-16,0 0 1 15,0 1 0-15,2-1-1 16,-2 0-1-16,1-2 0 15,0 1-1-15,0 2 1 16,1-1-1-16,3 3 0 16,-2 0 1-16,-1-7 0 15,2 3-1-15,-3 0 0 16,0-1-1-16,3 2-1 16,-3-1 2-16,3-4 0 15,0 1 1-15,-3-2-1 16,0-1 0-16,0 0 0 15,0 0 0-15,-1 0-2 0,0 0 0 16,0 0 1-16,0 0 0 16,1 0-3-16,-1 0-3 15,0 0-2-15,1 0-2 16,0 0 0-16,0 0 1 16,0 0 2-16,-1 0 1 15,-5 0 2-15,-8 0 3 0,-27 0 1 16,24 3 1-16,-5-1 0 15,0-1 1-15,-5 4 0 16,-2-3 2-16,4-1 1 16,1 3 1-16,7-2-1 15,1 2 0-15,4-2-2 16,1 0-1-16,2-2-1 16,2-2 0-16,2 2 0 15,3 0 1-15,-1 1 8 16,2-1 4-16,0-1 0 15,1 1-1-15,0-1-5 16,0 0-4-16,10 0 0 16,27-6 1-16,-15 7 5 15,4 0 2-15,5 0 1 16,2 3 0-16,-1-3-4 16,-1 0-1-16,-4 1 3 15,-2 1 3-15,1-2 2 0,0 0 0 16,-1 0-6-16,0-1-3 15,-8 1-3-15,-1 0-1 16,-5 0 0-16,-3 0 0 16,-2-1-1-16,-2 1 1 15,-3-1 0-15,-1 1 3 16,0 0 1-16,0 0 1 16,0 0-3-16,0 0-2 15,0 0-2-15,0 0-1 0,0-1-1 16,0 0 1-1,0 0 0-15,-1 0 0 0,0 0-1 16,0 0 1-16,0 1-1 16,0 0 0-16,0-1 0 15,1 0 1-15,-6-1 0 16,-2 0 0-16,-22-4-2 16,23 6-3-16,1 0-6 15,3 1 0-15,-1 0 0 16,4 1 0-16,0-3 7 15,-1 0 2-15,1 0 3 16,0 0 1-16,0 1-1 16,0-1-1-16,2 0-4 15,10-3-2-15,26-9-37 16,-21 7-32-16,-4 0-113 16,-1-2-140-16</inkml:trace>
  <inkml:trace contextRef="#ctx0" brushRef="#br1" timeOffset="110833.8">18791 13214 203 0,'0'-2'80'0,"-2"0"-52"0,0-1-14 0,2 2 5 0,0 0 19 0,0 0 47 0,0 0 23 0,0 0 23 16,0 1-9-16,0 0-37 15,0 0-21-15,0 0-37 16,-1 0-11-16,0 0-11 0,1 0-4 15,0 0 0-15,0 0 0 16,0 0 2-16,0 0 3 16,0 0 6-16,0 0 4 15,0 0-1-15,0 0-2 16,0 0-7-16,0 0-4 16,0-1-2-16,0 1 0 15,10-1 1-15,24-2-1 16,-22 3 1-16,-1-2 1 0,0-3-1 15,-1 1 0-15,1 1 1 16,4 3 1-16,-3-1 1 16,-1 1 2-16,-1 0 1 15,-2-3 2-15,0 3 2 16,0-1 1-16,0 1 0 16,-2 3-3-16,2-4-5 15,-2 3-2-15,-1 1-2 16,-3-3 0-16,0 7 1 15,-2-5 0-15,0 0 3 16,0 4 3-16,-2-2 6 16,0 1 0-16,2-1 2 15,-3 1-2-15,0-4-2 16,2 2 0-16,-3 0 5 16,3-3 7-16,1 0 5 0,-1 0 0 15,0 0 0-15,-2 0-7 16,-3 3-1-16,2 5-3 15,-23 21-6-15,19-24-2 16,1 2-6-16,2 0-1 16,-2-1-1-16,5 0 1 15,-4 0 5-15,0 0 3 16,-1 0 6-16,1 1 1 16,1-1-1-16,1 2-4 15,0-3-6-15,1 2-2 16,-3-1-2-16,-1 0 0 0,1 1-1 15,-1-2 2-15,4 1-1 16,-2-1 0-16,3 1-2 16,-4-1 0-16,2 1 0 15,1-1 0-15,-1-2 0 16,2 0 1-16,-1 0-1 16,0-2 0-16,2 2-1 15,1 0 0-15,0-3 1 16,0 0 0-16,0 0 1 15,0 0 0-15,0 0-1 16,0 0 0-16,0 0 0 16,0 0 2-16,0 0 2 15,5 1 2-15,-2 0 4 0,1-1 2 16,4 1 0 0,20 1-2-16,-17-4-3 15,1 2-1-15,-1 0 0 0,-3-5 0 16,4 3 0-16,0-3 1 15,-1 3 0-15,6 0 0 16,-5-1 2-16,-2 1-1 16,2 0 0-16,0 1-2 0,-1 0-1 15,1 0-2 1,-3 0 1-16,-2-2-2 0,-2 1 1 16,1 2 0-16,-1-2-1 15,-1 0 1-15,-2 2 0 31,-2 0-1-31,0 0 1 0,0-1 0 0,0 0 0 16,0 1 0-16,0-1 8 16,0 0 3-16,0 0 4 15,0 0 1-15,0 0-7 16,0 0-3-16,0 0-3 16,0 1-2-16,0-1 0 15,0 0 0-15,0 0 2 16,0 0 0-16,0 0-1 15,0 0 0-15,0-1-2 16,0 0-1-16,1-1-1 16,-1 0 1-16,1-3-1 0,1 1 0 15,0-1 2-15,6-23 1 16,-7 24 3-16,0-1 1 16,2 0 0-16,0 1 0 15,-1 0-2-15,0 1 1 16,-2 2-1-16,0 1-1 15,0 0-2-15,0 0-3 16,0 0 0-16,0 1-1 0,0-1-3 16,0 1-3-16,0 0-12 15,0 0-12-15,0 0-39 16,0 0-29-16,0 0-123 16</inkml:trace>
  <inkml:trace contextRef="#ctx0" brushRef="#br1" timeOffset="112934.5">17034 13140 306 0,'0'1'165'15,"0"-1"-33"-15,-1 0-76 0,0-1-16 0,1 0-13 0,-1 1 0 0,0 0 8 0,0 0 10 0,0 0 19 16,1 0 7-1,-1 0 2-15,1 0-9 0,0 0-24 16,0 0-13-16,0 0-18 16,0 0-3-16,0-1 6 15,0 1 7-15,0-1 10 16,0 0 2-16,0 1-6 16,0 0-7-16,-1 0-10 15,0 0-3-15,0 0-4 16,0 0-1-16,0 0-2 15,1 0-1-15,-1 0-1 16,-1 7 1-16,-1-1 3 16,-9 21 0-16,6-21 1 15,6 1 2-15,-2-2-2 16,0-4 0-16,0-1-1 0,1 0-1 16,0 0 1-16,1 0 0 15,-1 0-1-15,0-1 1 16,0 0-3-16,0 0-2 15,0 0 0-15,-1-5-2 16,2-6-1-16,0-22-3 16,3 20-2-16,4 5 1 0,-3 0 4 15,2 0 4-15,-5 3 4 16,-2 0 2-16,3 5 0 16,0-1 0-16,-1 1-1 15,-1 1-1-15,0 0-1 16,0 0 0-16,0 0 0 15,0 6-1-15,1 7-4 16,-1 24-2-16,0-19-1 16,-1 2 1-16,-4-3 2 15,3 3 1-15,-3-6 3 16,-1-1-1-16,5-1 3 16,-2-4 0-16,0 1 1 15,0-3 1-15,2-3 0 16,-1-2-2-16,2-2-2 15,0 0-3-15,0 0-3 16,0-3 1-16,4-12 1 0,11-26 2 16,-10 23 2-16,2-4 0 15,-3 3 3-15,-3 2 2 16,1 2 2-16,-2 5 2 16,-1 2 3-16,3 3 0 15,0 6-2-15,-2 1-2 16,3 3-3-16,-3-4 0 15,0 0 0-15,0 0-1 16,1 14-1-16,-1 24-1 0,-2-17-10 16,1 2-13-16,4 1-65 15,0 1-65-15</inkml:trace>
  <inkml:trace contextRef="#ctx0" brushRef="#br1" timeOffset="115250.75">21097 12980 575 0,'0'1'319'0,"1"0"-57"0,-1-1-162 0,0-1-113 0,-1 0-14 0,1 0 2 0,-1 0 18 0,0 1 55 16,0-1 34-16,0 0 44 16,0-2 1-16,0 0-32 0,1-3-29 15,-1 1-46 1,1 1-13-16,0-1-9 15,0 1-4-15,0 0 1 0,0 0 1 16,0 0 3-16,0 2 1 16,0 0-1-16,0 1 0 15,0 0-4-15,0 0-3 16,0 1-3-16,0-1-3 16,0 0-1-16,0 0 2 0,0 0 1 15,0 0 0 1,0 1-2-16,2 6 0 0,3 12 1 15,0 25 2-15,-9-22 4 16,-2-3-8-16,1 3-6 16,0-2-7-16,1-1-14 15,0-4 7-15,2-5 4 16,-1 2 8-16,1-6 13 16,1-2 2-16,-2-1-6 15,3-2-4-15,-1 0 2 16,0-1 4-16,1 0 11 15,2-13 3-15,10-29 4 16,-5 21 1-16,1-2 1 16,-5 0 1-16,3 2-4 15,2 2-1-15,-5 6 9 16,4 2 12-16,-5 6 26 16,-1 2 9-16,0 2 2 0,1 2-11 15,-2 0-24-15,0 0-12 16,0 0-16-16,0 0-4 15,-1 0-4-15,0 4 1 16,-1 8 1-16,-4 24 0 16,6-19 3-16,-1 1 2 15,0-2 2-15,0 0 0 0,-2-3 0 16,1-1-1-16,1-3-9 16,0-3-4-16,0-3-8 15,-4-1 1-15,4-1 5 16,-1-1 4-16,2 0 6 15,0-1 1-15,1-4 2 16,5-14-1-16,8-22 2 16,-11 19 2-16,0 0 3 15,1 4 4-15,0 1 11 16,-5 1 5-16,1 3 13 16,0 1 2-16,-3 4-5 15,4 4-3-15,-2 1-13 16,0 2-3-16,1 1-7 15,0 0-5-15,-1 0-3 16,1 0-3-16,-1 1-1 16,-4 11 1-16,-8 27 2 15,10-20 0-15,-1-3 2 16,4 2 0-16,-2-5 0 0,-1-3-2 16,0 1-6-16,-1-5-3 15,0-4-4-15,5 2-1 16,-1-4 3-16,0-1 0 15,0 0 2-15,0 0 2 16,3-10 2-16,16-26 2 16,-14 19 3-16,4-1 1 15,-2-1 2-15,0-1 3 16,-1 3 9-16,-2 0 6 16,-2 5 10-16,0 2 3 0,-2 2-7 15,-1 3-5-15,1 2-13 16,-1 2-6-16,3 2-9 15,-2-1-4-15,0 1-6 16,0 0-6-16,0 2-1 16,2 16 0-16,-2 25 3 15,-6-23 7-15,2 1 8 16,2 2 2-16,-2-6 0 16,2-1-1-16,1-7-7 15,-2-2-4-15,3-5-13 16,-3-1-3-16,2-1 4 15,1-1 4-15,0 0 18 16,0 0 6-16,0-1 9 16,1-9 7-16,6-24 6 15,-2 21 4-15,0-3 6 0,3 2-2 16,-4-1-3-16,1 2-6 16,-2 2-12-16,-3 2-2 15,0 6 2-15,0 1 5 16,0 2 5-16,0 1-1 15,-1 0-7-15,0 0-6 16,0 0-5-16,-1 8-5 16,-2 8-4-16,-8 22-1 0,8-19 1 15,0 0 2-15,-1-4 6 16,3 2 2-16,-1-5 1 16,-1-3 1-16,3-4-1 15,0-1-1-15,1-2 0 16,2-2 0-16,-2-1-3 15,0 0 2-15,0-4-2 16,6-15 0-16,13-24 1 16,-7 24-1-16,-4-2 2 15,3 3 0-15,-6 4 1 16,-2-1 0-16,-1 6 1 16,-1 4-1-16,0 4 0 15,1 4-2-15,-2 5-5 16,0 2-10-16,0 7-33 15,-5 1-38-15</inkml:trace>
  <inkml:trace contextRef="#ctx0" brushRef="#br1" timeOffset="116500.11">17060 13112 267 0,'-2'-5'165'15,"-1"-2"-17"-15,-2-4-73 0,3 7-66 0,2-2-9 0,-5 3 0 0,3 2 1 0,0 1 5 16,-3 1 8-16,5-1 12 15,0 0 1-15,-1 0-5 16,0 0-7-16,0 2-13 16,-2 7-2-16,-3 23 0 15,1-16 0-15,0-2 2 16,0-1 3-16,1 2 14 16,-2-7 5-16,5 0 7 15,-4-1 0-15,4-4-2 16,-2-3 2-16,0 0 8 0,3-1-4 15,0 0-11-15,0 1-9 16,5-11-16-16,12-29-2 16,-9 16-10-16,-2-1-6 15,1 0-23-15,4 1-14 0,-2 6-4 16,0 1 8-16,-4 9 25 16,0 5 19-16,-1 6 18 15,-1 6 1-15,3 8-2 16,-6 3-20-16</inkml:trace>
  <inkml:trace contextRef="#ctx0" brushRef="#br1" timeOffset="120901.36">18583 13348 410 0,'-3'-1'252'16,"-5"1"-10"-16,0-1-111 0,2-1-89 0,0 0-13 0,4-1-12 0,4 2 10 0,-3 0 29 16,1 0 13-16,0 1 11 15,-1 0-6-15,0-1-23 16,1 0-11-16,-1 1-18 15,0 0-8-15,0 0-10 16,0 0-4-16,0 0 1 16,0 0 1-16,0-1-1 15,1 0 2-15,-4 0-3 16,0 0-1-16,-2 0-7 16,-3 1-3-16,-19-1-8 0,17 2-4 15,1-1-2-15,-4 2 1 16,-3 3 3-1,-2-3 3-15,-7 2 7 0,2-1 4 16,-4-1 4-16,-1 0 3 16,0 1 1-16,-2 0 2 15,4 1 6-15,2-1 3 16,-2 2 1-16,-1-1-3 16,-6 1-5-16,-2-1-4 15,0 1-1-15,2-1 0 0,1-3 0 16,2 2 1-16,1-1 0 15,0 1 0-15,4-1-1 16,-6-1 0-16,5 0 0 16,-2 0 0-16,-4-2 0 15,3-1 1-15,-2-2-1 16,1 0 0-16,0 2 0 16,2 0 1-16,-1 3 3 15,1 2 2-15,2-1 8 16,1 1 0-16,3-1-1 15,0-1-2-15,4-1-4 16,-3 2 0-16,4-1 1 16,-2 0-1-16,1 0-1 15,3 0-1-15,1-1-1 0,-2 0 0 16,3-1-2 0,-1-1 0-16,3 1 0 0,2 1-1 15,0 0 1-15,3 0 1 16,-1 0-2-16,1 3 1 15,1-2-2-15,-1 0 0 16,2-1-2-16,0 0-3 16,2-1-2-16,0 1-1 15,0-2 4-15,2 2 1 0,1 0 3 16,-1 0 1-16,0 0 5 16,0-1 0-16,0 0 4 15,-3 0 0 1,1 0 0-16,-4 1-1 0,2-1-1 15,-20-8-1-15,22 3 3 16,3 1 1-16,-3-4 4 16,-2 0 3-16,0 1 4 15,-1-1 1-15,5 1 2 16,-1 0 0-16,1 1-6 16,-2 2-4-16,3 0-6 15,-1 1-1-15,1 1-2 16,0 3 3-16,0-1 2 15,0 1 1-15,0 0 0 16,-1 0-5-16,0 0-7 16,0 0-2-16,0 11-5 15,-2 27 0-15,0-15 2 0,3 2-1 16,-1 0 2-16,1 1 0 16,-3-2-2-16,-1-2 0 15,0-1 2-15,1-5 1 16,1-7 2-16,0-1-1 15,0-6-18-15,-2 0-22 16,1-2-51-16,0-3-33 16,3-5-155-16</inkml:trace>
  <inkml:trace contextRef="#ctx0" brushRef="#br1" timeOffset="122265.58">19263 13319 367 0,'-2'0'168'0,"-2"-1"-78"0,4 1-43 0,-1 0-37 0,0 0-2 0,1 0 14 0,0 0 11 0,0 0 17 16,-1 0-1-16,0 0-14 15,0 0-4-15,1 0 10 16,0 0 7-16,0 0 6 15,4 0-4-15,5 0-20 16,28 0-8-16,-17 0-8 16,-1 0-3-16,4 0-8 15,2 1 0-15,-2-1-2 16,1 1 7-16,1 2 13 16,0 0 4-16,2 1 2 15,2 2-7-15,-1-2-13 16,-1-1-4-16,6 1-3 15,-4-3-1-15,4 0 0 0,1 0 1 16,2-1 0-16,2 0 2 16,1 0 1-16,1 0 4 15,-3 2 2-15,1 0 0 16,-4-2 1-16,-2 3-4 16,3 0-3-16,-4 0-1 15,3 2 0-15,0-4 3 0,2 3 7 16,0-1 5-16,-2-1 9 15,-3 1-1-15,-2 0-2 16,-2-1 0-16,2 0 1 16,3-1 2-16,-1 1-1 15,1 0-3-15,0-2-8 16,0 0-3-16,-2-1-6 16,2-3-1-16,-2 4 0 15,-4 0 0-15,0 1 2 16,-4 1 0-16,-1-1-1 15,3 0-1-15,2 0-3 16,1-1-1-16,-1-1 0 16,1-2-1-16,-4 0 1 15,0 1 1-15,-2 0 0 16,1-1 1-16,-2-1-2 0,-3 2 1 16,-6-2-1-16,0 2 0 15,-3 1-2-15,0-2-4 16,-3 2-24-16,1 0-20 15,-4-1-69-15,-1-3-73 16</inkml:trace>
  <inkml:trace contextRef="#ctx0" brushRef="#br1" timeOffset="122587.51">21038 13238 378 0,'2'1'272'0,"-2"-1"29"0,0-2-60 0,0 1-98 0,0 0-40 0,0 0-59 0,0 0-18 0,-1 1-17 16,0-1-2-16,0 0-4 15,0 0 3-15,0 0 21 16,0 0 12-16,1 0 18 16,-1 1 1-16,0-1-16 15,0 0-14-15,0 0-23 16,0 0-8-16,0 0-19 15,0 1-4-15,1 0-3 16,0 17 3-16,1 22 12 16,0-20 6-16,0 0 7 15,-1 0-1-15,3-3-13 0,-3-1-12 16,3-1-37-16,-2-1-23 16,2-5-84-16,0-1-60 15</inkml:trace>
  <inkml:trace contextRef="#ctx0" brushRef="#br1" timeOffset="127085.6">21316 9247 296 0,'2'-1'92'0,"0"-3"-102"0,-1 2-9 0,-1 1 3 0,0 1 18 0,0 0 74 0,0 0 32 15,0 0 46-15,0 0 3 0,0 0-57 16,0 0-30-16,0 0-47 15,0 0-12-15,0 0-11 16,0 0 0-16,0 0 0 16,0 0 0-16,0 0 2 15,0 0 0-15,-1 6 0 16,-1 3 1-16,-5 24-2 16,3-21-1-16,-1 0 0 15,2 1 0-15,-2 1 1 16,1-1-1-16,1 0 1 15,-3-3-1-15,3 1 0 16,1-2 0-16,2 1 0 16,0 0 0-16,2-2 0 15,1 2-1-15,0-2 1 0,0-3 0 16,1 2 1 0,0-4 0-16,2 3-1 0,0-3 0 15,1-1 1-15,0 1 0 16,0-3 0-16,4 2 0 15,-2-2-1-15,2 0 0 16,-4-2 1-16,-2-3 0 16,0 0 3-16,-2 1 6 15,3-5 4-15,-3 2 0 16,0-1 0-16,1-1-5 16,0 2-4-16,3-1-1 0,-2-2 1 15,-1 2 5-15,-2 0 7 16,-1 0 4-16,0 2 9 15,-3-4 2-15,-2 2 1 16,1 2-3-16,-1 0-11 16,1 0-6-16,1 1-7 15,-3-2 0-15,-1 1 1 16,1-1 0-16,-3 0 1 16,0 0-1-16,-1 0-3 15,1 1-1-15,-3-1-1 16,3 2-2-16,-4 1 0 15,3 0 0-15,1 1 0 16,-3 0 0-16,3 2-1 16,-2-2 0-16,3 3 1 15,-1-2 0-15,2 1 1 0,0 0-1 16,1 0 0-16,1 1 0 16,1 0 0-16,0-1 0 15,2 0 0-15,1 0 1 16,-1 1 1-16,0-1 0 15,0 0 2-15,0 0-1 16,0 0-1-16,0 0-1 16,0 0-1-16,1 0 0 15,0 1-1-15,0-1-1 0,0 0 2 16,0 0 0-16,0 0 0 16,0 0 0-16,6 0 0 15,0-1 0-15,26-3 2 16,-19 5 0-16,1-4 6 15,0 1 3-15,4-1 6 16,1 0 2-16,2 2-4 16,3 2-4-16,-5-2-6 15,0 1-2-15,-1-1-1 16,-4 1 0-16,3 0 1 16,-2 1 1-16,-3-1 7 15,-2-2 1-15,-1 2 3 16,-2-1-2-16,0 2-5 15,-1 0-2-15,-1 0-4 16,-2 0-1-16,-1-1-1 16,-2 1-1-16,0 0-2 15,0 0-6-15,0 0-26 16,0 0-22-16,-1 0-102 0,0 2-130 16</inkml:trace>
  <inkml:trace contextRef="#ctx0" brushRef="#br1" timeOffset="128717.92">21774 9146 646 0,'-2'0'241'0,"0"1"-187"0,2 2-54 0,0-3-33 0,0 0-3 0,0 0 13 0,0 0 21 16,0 1 50-16,0 4 18 15,0 1 13-15,-2-1-15 16,-10 25-32-16,8-19-15 0,-4 2-15 16,1 2 0-1,2 3-1-15,5 4-1 0,-2-2 1 16,1 1-1-16,-4-1 0 15,0-1 0-15,6-3-1 16,-2-1-2-16,3-1-7 16,1-2-7-16,0 3-20 15,2-1-8-15,3-1-10 16,-2-1 3-16,3-3 8 16,0-1-4-16,-3-5-59 15,5-2-86-15</inkml:trace>
  <inkml:trace contextRef="#ctx0" brushRef="#br1" timeOffset="129698.459">21815 9221 722 0,'-1'0'278'0,"1"-2"-195"0,-1 1-61 0,1 0-26 0,0 0-2 0,0 0 5 0,0 1 8 0,0-1 37 15,0 0 20-15,0 0 26 16,0 0-4-16,0 0-29 16,0 0-17-16,1 0-26 15,9-5-6-15,23-11-4 16,-23 14-3-16,2 1 0 16,0-1 0-16,3 1-1 15,1 1 0-15,-1 1 0 16,0 0 0-16,1 2-1 15,-1 0-2-15,-4 3-1 16,0 0 0-16,-6 0 0 16,-2 1 0-16,0 1 1 15,-1 2 0-15,-2 2-2 0,0 0-4 16,-2 0-6-16,-3 2-1 16,0-1 2-16,-2 0 6 15,-2 1 6-15,-2 0 2 16,1 4-1-16,-2-2 1 15,-1 1-1-15,0-2 0 16,-2-1 0-16,2-2 0 0,1-1 1 16,-1-1 0-16,3-4 0 15,0 2 1-15,3-3-1 16,1-4 0-16,3 4 0 16,0-4 0-16,4 3-4 15,2 1 0-15,-1-4-1 16,-2 0 2-16,0 0 0 15,0 0 1-15,0 0 2 16,8 1-1-16,3 0 1 16,23 1 0-16,-21-4 0 15,-1 2 0-15,2 0 0 16,-2-2 0-16,4 2 1 16,-2 0-1-16,-1-2 0 15,0 2 1-15,0-2-1 16,-3 2 1-16,-2 0 0 15,2-1 1-15,-1 2 0 16,-2-1 1-16,4 0 0 0,-6 1-1 16,-1-1 1-16,0-2-1 15,-4 2 8-15,0 0 4 16,0-1 5-16,0 0 2 16,0 0-4-16,0 0-3 15,0 0-2-15,2-4 1 16,0-3 12-16,8-25 8 15,-10 22 9-15,1 2-2 0,0-2-15 16,0 3-8-16,2-1-13 16,-6 0-5-16,2 3-18 15,0 1-17-15,-4 1-63 16,3 2-72-16</inkml:trace>
  <inkml:trace contextRef="#ctx0" brushRef="#br1" timeOffset="130115.459">22116 9145 1049 0,'4'2'363'15,"1"1"-359"-15,3-1-48 0,3 5-35 0,-2 0 0 0,6 4 35 0,-4-1 23 0,2-1 51 0,0-1 14 16,1 1 16-16,1 0-2 15,2 0-21-15,-1 2-9 0,-3-1-18 16,1 4-4-16,-3 2-4 16,-1 0-1-16,-3 4 0 15,-3 1 0-15,-3 2 0 16,0 1-1-16,-4-1-7 16,-2 1-18-16,-4 1-53 15,-4 0-36-15,0 1-72 16,-1 0-41-16</inkml:trace>
  <inkml:trace contextRef="#ctx0" brushRef="#br1" timeOffset="130500.81">22405 9356 859 0,'-1'0'384'0,"-1"-3"-118"16,6 3-304-16,-4 0-19 0,0 0-21 15,4 0 11-15,6-1 65 16,24-2 26-16,-24 0 55 16,-1 0 21-16,2-3-1 15,1-3-19-15,0-1-36 16,0 2-20-16,3-2-21 16,2 5-3-16,0 1-10 15,0 0-17-15,-3 4-50 16,-2 1-36-16,-4 1-137 15,1 2-123-15</inkml:trace>
  <inkml:trace contextRef="#ctx0" brushRef="#br1" timeOffset="130765.1">22445 9531 743 0,'0'-3'403'15,"4"-3"-43"-15,5-2-267 16,5-3-110-16,5-2-21 0,-1 1-13 16,2-1 9-16,-2 4 21 15,1 2 15-15,3 2 10 16,-2 0 1-16,2 4-30 15,1-2-78-15</inkml:trace>
  <inkml:trace contextRef="#ctx0" brushRef="#br1" timeOffset="131364.26">23322 8954 517 0,'0'-2'286'0,"0"-1"-12"0,5 1-234 0,-5 2-36 0,0-1-56 0,0 0-4 0,0 0 10 16,0 0 24-16,0 0 81 15,0 0 34-15,0 0 35 16,0 1-3-16,0-1-35 16,0 0-27-16,0 0-35 15,0 0-12-15,0 0-11 16,0 0-2-16,0 1-4 15,0-1-2-15,0 1-2 16,0 0 1-16,0 0 2 16,2 12 1-16,7 25 0 0,-6-21 1 15,-3 2-1 1,2-4 0-16,-1 2-2 0,1-2-5 16,-2-1-19-16,0-1-16 15,1 1-82-15,-1 0-86 16</inkml:trace>
  <inkml:trace contextRef="#ctx0" brushRef="#br1" timeOffset="131746.44">22886 9389 446 0,'-2'0'148'16,"-2"0"-148"-16</inkml:trace>
  <inkml:trace contextRef="#ctx0" brushRef="#br1" timeOffset="132101.76">22889 9387 243 0,'3'2'206'0,"3"2"46"16,0-1-36-16,-1-4-91 15,3 2-35-15,3-3-57 16,4-1-15-16,8 2-11 16,1-1 0-16,5-2 5 15,2 2 4-15,3-1 10 16,5 1 1-16,5 3-5 15,-3-2-5-15,8-1-11 16,-3 1-3-16,4-1-1 16,2 0 0-16,-3 2 1 15,-2 1 1-15,-3-2 5 16,3 0 1-16,1 0 3 16,2 0-3-16,1-1-4 15,-3-2-2-15,-1 3-4 16,-7-4 0-16,0 5 0 15,0 1 1-15,-1 1 0 0,2 2 0 16,0 0 0-16,0 0-1 16,-4 0 0-16,-1-3 0 15,-2 3-2-15,-3-3-1 16,-4 3-4-16,-3 0 0 16,-8-1-4-16,-3-2-6 0,-7 1-40 15,-5-2-45-15,-1 0-133 16</inkml:trace>
  <inkml:trace contextRef="#ctx0" brushRef="#br1" timeOffset="132769.18">23056 9598 608 0,'0'-1'302'0,"0"0"-102"0,0 0-96 0,0 0-73 0,0 0-19 0,0 0-9 15,0 1 2-15,0-1 6 16,0 0 7-16,0 1 14 15,0 0-1-15,0 0-3 16,0 1-7-16,0 13-14 16,2 23-4-16,-1-17-3 15,-1 5 1-15,0-2-1 16,0 3 1-16,0 0-1 16,-1-3 1-16,0-1 0 0,-2-3-1 15,2 1 0-15,0-2-5 16,1 3-25-16,2-3-16 15,-2-3-44-15,2-2-38 16,-1-6-154-16</inkml:trace>
  <inkml:trace contextRef="#ctx0" brushRef="#br1" timeOffset="133431.459">23241 9887 814 0,'0'-1'328'0,"0"1"-219"0,0-1-86 0,0 1-61 0,0 0-14 0,0-1 14 0,0 1 19 0,0-1 30 16,0 0 21-16,0 1 11 15,0 0-4-15,0-1-12 16,5 0-10-16,8-1-16 15,23-5-1-15,-22 4-3 16,3 1-2-16,-2 0-8 16,2 0-17-16,2 0-57 15,-1-3-48-15,3 2-76 0,-2-1-27 16</inkml:trace>
  <inkml:trace contextRef="#ctx0" brushRef="#br1" timeOffset="133883.41">23347 9729 791 0,'2'0'292'0,"1"-3"-231"16,0 2-37-16,-3 1-24 16,0 0-3-16,0 0 20 15,0 0 17-15,0 0 29 16,1 2 13-16,2 5-1 0,-2-1-13 15,7 20-22 1,-9-19-11-16,0 2-14 0,1-1-2 16,0 5-3-16,0-2 1 15,0 2 3-15,-1 3 1 16,2 3-1-16,-1 0-2 16,3 5-8-16,1-2-3 15,0 1-4-15,-1 1-9 16,1-1-22-16,-2-1-17 15,0 0-46-15,0-1-26 0,-1-5-102 16</inkml:trace>
  <inkml:trace contextRef="#ctx0" brushRef="#br1" timeOffset="134697.53">23646 9965 787 0,'0'-2'236'0,"1"1"-328"0,4 1-12 0,-5-1-13 0,0 0 30 0,0 0 144 0,0 0 36 16,0 0 71-16,0 0 12 16,6-1-58-16,2-2-28 15,23-19-57-15,-21 14-16 16,1-1-17-16,0 1-4 0,2-1 1 15,1 1-1-15,-2-3 2 16,-1 1 0-16,-3 2-5 16,-1 1-3-16,-1 3-4 15,-1-2-4-15,-4 1 5 16,-1 3 5 0,0 1 8-1,0 1 6-15,-1 1 0 0,0-1-4 0,0 0-3 16,-8-2-2-16,-24-6 1 15,19 7 2-15,3 2 5 16,-1-1 1-16,3 2-1 16,-1 2-2-16,0 1-2 15,0-1-1-15,-1 1 0 16,1 1-2-16,2 4-4 16,-1 4-1-16,1 0 1 15,-2-2-2-15,3 0 1 0,0 1 0 16,6 0-1-16,-3 0 2 15,2-1 4-15,2-2 1 16,0 3 2-16,1 0 0 16,4 0 0-16,0 1-1 15,6-1 0-15,1-2 0 0,6 2 3 16,2 0 3-16,1-3 14 16,3 1 7-16,-1-3 5 15,-1-2-2-15,2-1-13 16,1-1-7-16,0-3-7 15,-2 0-1-15,-1-1-1 16,-1-2-1-16,-3-4 0 16,0 1-2-16,-9-1-11 15,1-1-10-15,-7 3-45 16,4 2-51-16</inkml:trace>
  <inkml:trace contextRef="#ctx0" brushRef="#br1" timeOffset="135231.37">23657 9675 741 0,'1'1'277'0,"2"1"-205"0,-2-2-113 0,-2-1-8 0,0 0 12 0,0 0 43 0,1 1 78 16,-1 0 22-16,0-1 23 16,1 1-14-16,0-1-55 15,0 0-22-15,3-1-29 0,8-3-7 16,23-11-2-16,-22 12-2 16,4 1-13-16,1 0-15 15,1 2-63-15,1-2-62 16</inkml:trace>
  <inkml:trace contextRef="#ctx0" brushRef="#br1" timeOffset="136515.29">23927 9560 810 0,'-1'-3'305'0,"1"0"-246"0,1-1-40 0,-1 3-49 0,0 0 0 0,0 0 15 0,0 1 13 16,0-1 23-16,0 0 5 15,0 0-3-15,1 0-5 16,2-1-12-16,4-2-3 0,19-9-3 16,-24 11 1-1,4 0 5-15,1-1 6 0,0 2 14 16,1-2 4-16,3 1-4 16,-2 0-8-16,4 2-13 15,0 0-5-15,-3 2 0 16,3 1-2-16,-3 2 1 15,-1 1 0-15,0 0 1 16,-1 1 0-16,-2-2 0 16,-1 1-1-16,-2-2-3 15,-2 0-4-15,0 1-5 16,-3 1-1-16,0 0 5 16,-2 0 6-16,-1 1 6 15,-1-2 1-15,-2 5 0 16,1-1-2-16,-3 0-1 15,1 3 0-15,-1-2-1 0,2 2 0 16,-2-4 0 0,-2 1 0-16,2 3 1 0,-4-2 0 15,7 2 5-15,1 0 3 16,-2-5 3-16,4 2 1 16,-3-3-4-16,0 0-3 15,4 0-4-15,-1 0 0 16,0-4 0-16,0 1 0 15,4-1 1-15,-1-2 0 0,1 0 1 16,0 0-2-16,-1 0 1 16,0 0 0-16,0 0 0 15,1 0 1-15,0 0 3 16,0 0 0-16,0-1 1 16,0 1-2-16,0 0-2 15,10 1-1-15,22 3-2 16,-21-4 1-16,4 1 0 15,-1-1 1-15,4-2 0 16,3 2 0-16,-3-3-1 16,2 3-1-16,-3 2 0 15,-3-4 0-15,-1 2 6 16,-3-2 4-16,-2-1 4 16,1 3 1-16,-4-1-5 15,0 1-3-15,-2-1-4 0,-3 1 0 16,2 1 5-16,-2-1 11 15,0 0 19-15,0 0 7 16,0 0 6-16,0 0-8 16,0-1-12-16,0 0-6 15,0 0-8-15,0 0-1 16,0 0-2-16,0 0 0 16,0 1 4-16,0-3 3 15,0-3 7-15,1-3 0 0,4-21-2 16,-4 24-5-16,0-3-9 15,-1 0-4-15,1 0-6 16,0 0-2-16,0 3-1 16,0 0-2-16,0 3-1 15,-1-3 1-15,0 2-1 16,1 0 0-16,0 1-7 16,-1 3-4-16,0-1-17 15,0 0-9-15,0 0-23 16,0 0-14-16,0 0-41 15,0 0-58-15</inkml:trace>
  <inkml:trace contextRef="#ctx0" brushRef="#br1" timeOffset="148862.37">18283 3371 137 0,'-1'1'59'0,"-1"2"-29"0,1-1-21 0,1-2-17 0,0 0-3 0,0 0 17 0,0 0 13 0,0 0 30 15,0 0 13-15,-1-1-5 16,0 1-10-16,0-1-21 15,0 0-13-15,0 0-13 16,1 0 0-16,0 0 2 16,0 0 11-16,-1 1 13 15,0-1 1-15,0 0-4 16,0 0-7-16,1 0-10 16,-1 0 5-16,1 0 15 15,-1 0 7-15,1 1 5 16,0-1-6-16,0 0-14 0,0 0-8 15,0 0-4-15,0 0 7 16,0 1 22-16,0 0 7 16,0 0 6-16,4 0-6 15,6 0-17-15,23 2-7 16,-22-5-7-16,2 2-4 16,2 0 0-16,-1-2 10 15,2 2 16-15,-1 0 3 16,0-3 0-16,0 2-9 0,0 2-15 15,4 0-5-15,-5 0-3 16,-1-2-1-16,-3-2-1 16,-5 0 0-16,-1 3 1 15,1 0 1-15,-3 1 1 16,-2-1-1-16,0 0 0 16,0 1-1-16,0 0 0 15,0 0 3-15,0 0 5 16,0 0 3-16,0 0-1 15,0 0-2-15,0 0-5 16,0 0-4-16,0 0-1 16,0 0 1-16,-1 0-1 15,0 0 1-15,0 0-2 16,1 0 0-16,-1 0-1 16,0 0-1-16,0 0-23 15,1 0-29-15,-1 0-96 16,0 0-64-16</inkml:trace>
  <inkml:trace contextRef="#ctx0" brushRef="#br1" timeOffset="150329.31">17757 3379 285 0,'0'-2'146'0,"0"-1"-33"0,-1 3-82 0,1 0-16 0,0-1-5 0,-1 0 13 0,0 0 31 16,0 0 10-16,0 1 14 16,0-1-4-16,0 0-15 15,-3 0-6-15,-6 0-12 16,-21-1-7-16,18 4-3 15,1 2-1-15,1 0-1 16,-2-3-1-16,2 3-7 16,1 1-4-16,1 1-6 15,1 1-3-15,0-3-3 16,1 1 0-16,0-2 2 16,0-1 0-16,3 2 0 15,0-3-2-15,2 4-3 16,0-2 0-16,0 0-2 15,0 2 0-15,2-1-1 16,0 3 1-16,2-2-1 0,1 2 1 16,1-1 0-1,0-1 0-15,1 1 0 0,2-2 0 16,2-1 1-16,1 3 0 16,0-2 1-16,-1-1 0 15,3 1 0-15,0-2 0 16,0-2 2-16,0 2 0 15,-2-3 7-15,2 1 3 16,0-3 2-16,-1-2-1 16,-3 2-5-16,1-3-3 0,0-2-2 15,-6-1 0-15,5-2 6 16,-5 1 3-16,-2 2 3 16,5-1 1-16,-4 3-5 15,-2-3-4-15,2 2-4 16,-1 1-1-16,-1-2-2 15,0 6 1-15,0-4 1 16,-2 1 1-16,0 1 3 16,1-4 1-16,-1 3 1 15,2 1-2-15,-5 0 0 16,5 2-1-16,-6 1-2 16,-1-3 0-16,2 1-2 15,-2 1 0-15,3 0 0 16,-1 2 0-16,-3 0-1 0,-1-2 0 15,3 2-2 1,-1 1 0-16,1-2-2 0,-1 2 0 16,0-1-9-16,-2 0-11 15,3 6-34-15,-1 1-35 16,4 0-136-16,-2 2-114 16</inkml:trace>
  <inkml:trace contextRef="#ctx0" brushRef="#br1" timeOffset="150580.54">17871 3369 190 0</inkml:trace>
  <inkml:trace contextRef="#ctx0" brushRef="#br1" timeOffset="150861.99">17877 3402 303 0,'-2'-4'219'0,"-1"1"7"0,2 1-83 15,1 1-100-15,0 0-19 16,0 0-15-16,0 0-2 16,0 1 4-16,0-1 0 15,2 0 0-15,2-1-2 16,0 0-5-16,-1 2-4 16,1-1 0-16,-1 1 0 15,-2 0 0-15,-1 0 1 16,0 0 2-16,0 0 2 0,0 0 3 15,0 0 1-15,0 0-1 16,0 0-2-16,0 0-3 16,0 0 0-16,0 0 16 15,0 0 8-15,0 0 8 16,0 0-1-16,0 0-16 16,0 0-11-16,0 0-38 15,0 0-39-15,0 0-58 16,0 0-35-16</inkml:trace>
  <inkml:trace contextRef="#ctx0" brushRef="#br1" timeOffset="151147.51">18026 3242 443 0,'3'5'33'0</inkml:trace>
  <inkml:trace contextRef="#ctx0" brushRef="#br1" timeOffset="151528.99">18035 3300 581 0,'-2'0'273'0,"-1"1"-128"15,-2-2-50-15,5 1-63 16,-1 0-18-16,0 0-9 16,0 0 0-16,0 0 0 15,0 0 0-15,0 0-2 16,0 0 0-16,1 0-2 15,0 0 0-15,0 0-1 16,0 0 0-16,0 0 0 16,0 0 0-16,6 9 1 15,15 21-1-15,-16-18 0 16,2 1 0-16,-1-5 0 0,0 3 0 16,1-5 0-16,-1-1 1 15,-1 1 0-15,-1 1 0 16,0 2 0-16,-2-1-1 15,1 1 1-15,-2-5-1 16,-1-2 1-16,3 3 0 16,0 0 0-16,-3 1 1 15,-4-2 1-15,1-3 0 16,-5 0-1-16,2-1-1 0,1 2-1 16,-1 1 0-16,-1-2-8 15,-2 1-9-15,-2-1-33 16,-3-1-28-16,1-2-53 15,1 0-18-15,2-1-35 16,1-1-25-16</inkml:trace>
  <inkml:trace contextRef="#ctx0" brushRef="#br1" timeOffset="151844.87">17979 3236 758 0,'0'0'278'0,"1"0"-209"16,5-1-89-16,-6 0-20 0,0 0-7 0,0 0 4 0,9-3 45 0,27-10 30 15,-18 4 29-15,2 1 9 16,-3-3-12-16,4-1-14 16,-2 2-23-16,-3 1-9 0,1 2-9 15,-6 0-1-15,3 5-2 16,-5-1 0-16,0 1-7 16,-1 2-25-1,-6 0-117-15,4 1-123 0</inkml:trace>
  <inkml:trace contextRef="#ctx0" brushRef="#br1" timeOffset="158978.41">18293 6413 136 0,'-1'-1'94'0,"0"0"-5"0,0 2-40 0,1-1-45 0,0 0-7 0,0 0 1 0,0 0 1 15,0 0 40-15,0 0 28 16,0 0 37-16,0 0 11 16,0 0-16-16,0 0-17 0,0 0-31 15,0 0-10-15,0 0-21 16,0 0-9-16,0 0-7 16,0 0 1-16,0 0 7 15,0 0 4-15,0 0 8 16,0 0 6-16,3 0 3 15,3 0-1-15,3-1-6 16,21-3-7-16,-19 1-11 16,0 1-3-16,3 2-3 15,0 0-1-15,-1 1 1 16,0-1-1-16,0 0 1 16,-1-3 2-16,-2 1 0 15,0 2 0-15,-4-1 0 16,-1 1-2-16,1 1-1 15,0-1-1-15,-2 4 0 16,1-3 0-16,-4 0 0 16,4 1 1-16,-5-1-1 0,0-1 1 15,0 0-1-15,-1 0 0 16,0 0 1-16,0 0-1 16,0 0 0-16,0 0 0 15,-2 5 0-15,-1-1 0 16,1-1 0-16,-20 23 0 15,18-22 1-15,1 2-1 16,-2 1 1-16,-2-2-1 0,-1-1 0 16,2 1 0-16,-3 2 1 15,2 0-1-15,-1 2 1 16,-2-1-1-16,3-2 0 16,-1 3 1-16,1-3-1 15,0 0 1-15,3-1-1 16,0 2 0-16,-1 0 0 15,1 1 0-15,-1-2 0 16,-1-1 0-16,2 1 0 16,1-1 0-16,0-2 0 15,1 0 0-15,3-1 1 16,-2 1-1-16,1-3 0 16,1 0 0-16,0 0 0 15,0 0-1-15,0 0 1 16,0 0 0-16,0 0 0 15,0 0 0-15,0 0 0 16,0 0 0-16,0 0 0 0,0 0 1 16,3 2-1-16,-1-1 1 15,2 1 0-15,0 1-1 16,-1-2 0-16,1 2 0 16,1 0 0-16,2 0 0 15,23 12 1-15,-22-15-1 16,2 0 2-16,-1-1 0 0,3-1 0 15,0 2 1-15,3-1-1 16,-1 0 0-16,-2-1-1 16,3 0-1-16,-3 0 1 15,1 1-1-15,-1 0 0 16,-1-3 1-16,-3 0 0 16,1 0 0-16,3 3-1 15,-7-4 1-15,7 5-1 16,-3-3 1-16,-3 0-1 15,5 3 1-15,-7-2 0 16,4 3 0-16,-4-1-1 16,0-1 1-16,-2 1-1 15,-2-1 0-15,0 0 1 16,0 0-1-16,0 1 1 16,0 0 0-16,0 0 0 15,0 0 1-15,0 0 3 16,0-1 3-16,0 0 1 0,0 1 0 15,0-1-3-15,0 0-1 16,0 0 3-16,0 0 1 16,1-3 5-16,0-3 4 15,1-2 2-15,6-21 0 16,-8 21-2-16,1 1-4 16,-1-2-5-16,0 2-3 15,1 2-4-15,-2 0 1 16,1 5 0-16,-1-2 0 0,1 3 1 15,0 0-1-15,0 0-2 16,0 0 0-16,-1 0-2 16,0 0 0-16,1 0-3 15,-1 0-3-15,0 0-21 16,1 0-19-16,-1 0-74 16,1 0-67-16</inkml:trace>
  <inkml:trace contextRef="#ctx0" brushRef="#br1" timeOffset="160106.34">18144 5906 165 0,'0'0'62'0,"2"-1"-70"0,1 2-40 0</inkml:trace>
  <inkml:trace contextRef="#ctx0" brushRef="#br1" timeOffset="161007.57">18146 5908 127 0,'0'0'112'0,"0"0"15"16,-1 0-24-16,0 0-56 0,0 0-23 15,0 0-20-15,0 0-2 16,0 0 16-16,1 0 21 16,-1 0 22-16,0 0 5 15,-1 0-14-15,0 3-20 16,1 1-24-16,-5 4-4 15,-12 19-3-15,15-21 1 16,0-2 0-16,1 0 0 16,1 1 4-16,1 0 2 0,0 1 0 15,1 0-1-15,0-1-3 16,0-1-3-16,0 3-1 16,1-1 1-16,1 1-1 15,-2 2 1-15,2-3 0 16,-2-1 0-16,-1 0 1 15,6-2-1-15,-2-1-1 16,1 3 1-16,2-2 0 16,-3 2 0-16,4-2 0 15,1 1 1-15,0 1 0 16,-2-4 0-16,4 3 3 16,-2-3 0-16,0 1 2 15,5 0-1-15,-3-2-2 16,-2-1 0-16,2 0-2 0,-3-3 1 15,-1 0 0 1,1 0 1-16,-2 0 3 0,0 1 0 16,-1-3 0-16,1 0-1 15,-1 1-2-15,-1 1 1 16,-1 2-2-16,-1 0 0 16,-1-4 0-16,1 1-2 15,1 1 0-15,0-1 0 16,0 0 1-16,-2 4 4 15,-1-5 12-15,1 5 6 16,-1 0 7-16,0 0 0 0,0 0-10 16,0 0-4-16,-1-1-7 15,0 0-1-15,1-2 3 16,-1 0 2-16,-1 1 2 16,0-2-1-16,0 0-2 15,-1 0-2-15,-13-21-4 16,12 23-2-16,-1-2-2 15,1 1-1-15,-1-2 1 16,1 0 0-16,-2-1 3 16,2 0 2-16,-2 4 1 15,3-1 0-15,-1 1-4 16,-1 1-1-16,2-1-3 16,-1 2 0-16,1 0 0 15,-1 0 0-15,1-1 2 16,-1-1 2-16,0 2 6 0,0-2 2 15,2 3 0-15,1 0-3 16,0 0-5-16,1 0-2 16,-1 0 2-16,0 0 1 15,0 0 2-15,-1 0-1 16,-2 0-3-16,1 0 0 16,-2 1-3-16,-1 2 0 15,-1 0-1-15,-22 19 0 16,18-15 0-16,-1 0 0 0,-1-1-15 15,-2 3-38-15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16:40.3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18255 6452 99 0,'0'-1'52'15,"-2"-1"-9"-15,1 1-21 16,1 0 11-16,0 0 31 16,-1 0 16-16,0 0 14 15,0 0-6-15,0 1-29 16,1-1-12-16,-1 0-18 16,1 0-7-16,0 0-3 15,0 0 1-15,0 0 9 16,0 0 4-16,0 1 3 15,0-1-2-15,0 1-13 16,0 0-4-16,0 0-10 0,0 0-2 16,0 0-4-16,-1-1-1 15,1 0 0-15,0 0 0 16,0 0 2-16,0 0 3 16,0 1 0-16,0-1 1 15,0 0-2-15,0 0 0 16,0 0 2-16,0 0 0 15,3-1 2-15,2 0-1 16,0-1-3-16,10-1 0 16,-7 2-2-1,0 1 0-15,1-1 0 0,2 0 1 0,-1 1 1 16,-2 1 2 0,-2 0 3-16,2 3 0 0,1-3-1 15,2 2 0-15,2-2-2 16,0-2-1-16,1 0-1 15,-1-1-1-15,0-1 0 16,0 1 0-16,-2 1-1 16,-1-1 1-16,1 3-1 15,0-2 0-15,-3 0-1 16,0 0 1-16,-2-1 0 16,0 3 1-16,-1-1-1 15,1 1-1-15,-2 2 0 16,-2-2-1-16,-1 0 1 15,-2 0-1-15,1-1 1 0,-1 0 0 16,1 1 1 0,0 0 0-16,0 0 0 0,0 0 2 15,0 0 2-15,0 0 0 16,0 0 1-16,0 0 0 16,0 0 8-16,-1 0 5 15,0 0 8-15,0 0 2 16,0 0 0-16,0 0-1 15,1 0-3-15,-1 0-1 0,0 0-8 16,0 0-3-16,0 1-4 16,-5 8-1-16,-16 21 1 15,16-24 2-15,-4 1 1 16,3-1 3-16,-2 2 1 16,-1 0 1-16,1-1-5 15,-3-2-3-15,5 1-5 16,0 0-2-16,3 0-1 15,1 0 0-15,-2 0 0 16,0 0-1-16,1-1 1 16,0 1 0-16,1-2 0 15,-2 0 0-15,2 0 3 16,1 0 0-16,-1 0 2 16,1 3-1-16,0-2 0 15,-1 1 0-15,0-3 4 16,-2-2 3-16,1 3 1 15,1-2 1-15,1 3-6 0,-1-2-2 16,1 0-3-16,0 2 0 16,0-2-2-16,1-2 1 15,0-1 3-15,1 0 4 16,-1 0 4-16,0 0 0 16,0 0-3-16,1 0-4 15,0 0-5-15,-1 0-1 16,0 0 0-16,0 0 0 15,0 0 0-15,1 0 0 16,-1 0-1-16,0 0 0 0,0 0-1 16,1 0-1-16,0 0 2 15,0 0 0-15,0 0 0 16,0 0 0-16,0 0 0 16,0 0 1-16,0 0 1 15,0 1-1-15,3 1 1 16,4 2-1-16,0 0 0 15,22 8 0-15,-21-10 0 16,-1-1-1-16,2 1 1 16,-1-1-1-16,1-2 1 15,4-1 0-15,0-3 2 16,3 1-1-16,-5-2 1 16,-1 1-1-16,2 2 0 15,-4-1-1-15,3 2 0 0,-3-2 0 16,-3 4-1-16,-2 0 0 15,2 0 1-15,-1 1-1 16,1 0 0-16,2 0 0 16,2-1 0-16,-2 0 1 15,0 0-1-15,-1-1 1 16,0-1 0-16,5 2 0 16,-3-3 0-16,1 0 0 15,-4 1 0-15,1-1 0 0,-1 1 0 16,-2 2 0-16,1-1 0 15,-2 0 0-15,-2 1-1 16,0-1 1-16,0 0 0 16,0 0 0-16,0 0 1 15,0 1 0-15,0-1 0 16,0 0 0-16,0 0 0 16,0 1 1-16,0-1 0 15,0 1 0-15,0-1 2 16,0 0 0-16,0 0 9 15,0 1 2-15,0-1 0 16,0 0 1-16,0 0-8 16,1-4-2-16,-1-4-2 15,1-22 0-15,-3 23 1 16,-1 1-1-16,1 1 0 16,-1 2-1-16,1 0-2 15,1 1 0-15,-1 0-1 0,0-2 0 16,2 4 1-16,-1 1-2 15,0-1 1-15,0 0-1 16,0 0 0-16,0 0 0 16,0 0 0-16,0 0 0 15,1 0-1-15,-1 1 0 16,0-1-4-16,0 0-14 16,0 0-64-16,0 0-69 15</inkml:trace>
  <inkml:trace contextRef="#ctx0" brushRef="#br0" timeOffset="2533.07">17798 3381 63 0,'1'0'45'0,"-1"-3"6"0,-2 3 14 0,1 0 4 16,0 0-1-16,1 0-8 15,-1 0-16-15,0 0-2 16,0 0 3-16,0 0 5 16,0 0 0-16,0 0-4 15,0 0-12-15,1 0-11 16,-1 0-10-16,0 0 17 0,0 0 24 16,0 0 7-16,0 0 5 15,0 0-16 1,1 0-23-16,-1 0-7 0,0 0-4 15,0 0 0-15,0 0 0 16,-1 0 1-16,-2 0-1 16,-5 2-2-16,-18 8 3 15,19-5 1-15,-2-3-2 16,4-2-1-16,-4 1-5 16,0-1-1-16,1 0 2 15,1 2 0-15,2 1 0 16,-1 2-2-16,0 0-3 15,-1 1-1-15,-1-1 1 16,1 2 0-16,0-2 0 16,1-1 0-16,0 2-2 15,0-1-1-15,0-1 0 16,0 0 0-16,0 0-1 16,2-1 1-16,1 3-2 15,-1-1 0-15,3 3-1 0,-2-2 0 16,1 0 0-16,-1 0 0 15,1-1 0-15,1 2-1 16,2 1 0-16,0-1 0 16,1 0 0-16,-1-2 1 15,3 1 0-15,-1-2-1 16,1 0 1-16,3 3 0 0,-4-2 0 16,3 1 0-16,-1 0 0 15,1-2 0-15,3-1 0 16,2 2 1-16,-2-3 1 15,1-2-1-15,-1-1 1 16,1 0 0-16,1-1-1 16,2 1 0-16,-2-1 0 15,1-1 1-15,3 0-1 16,3 3 0-16,-1-6 1 16,0 1 0-16,-4-2 0 15,-1-2 0-15,2 2-1 16,-5-2 0-16,4 0 1 15,-1 1-2-15,-3-1 2 16,6 2-1-16,-7 0 1 16,-1-1 0-16,1 3 0 0,-1-1 1 15,-1 1 2 1,-3-2 5-16,2 4 9 0,-4-4 2 16,0 2 4-16,0 0-4 15,-1-1-6-15,-1 1 1 16,0-2 1-16,-3 1 1 15,1-2-1-15,-1 1-1 16,-2 4-5-16,0 0-1 16,-3-2-2-16,2 3-1 0,1 1-3 15,-2-2-2-15,-1 1-1 16,0 2-1-16,-1 0 0 16,3 1-1-16,2 3-2 15,-1-3-13-15,2 0-47 16,-3 0-49-16</inkml:trace>
  <inkml:trace contextRef="#ctx0" brushRef="#br0" timeOffset="3832.8">17908 3426 180 0,'-2'0'115'0,"-1"0"-1"16,2 0-18-16,0-1-36 16,0 1-12-16,0 0-17 15,0 0-6-15,0 0-8 16,1 0-3-16,-1 7-8 15,0 0-2-15,-1 18-1 16,0-20 0-16,2 0-1 16,1 1 1-16,1-1 18 15,0-3 10-15,-1-1 23 16,-1-2 6-16,0 0-12 0,0 0-9 16,0 1-16-16,0-1-2 15,2-1 8-15,2-6 5 16,18-20 4-16,-22 22-2 15,-2 3-12-15,1 0-6 16,-2 3-10-16,2-1-5 16,0 0-4-16,0 0-8 15,1 1-92-15,-1 0-135 16</inkml:trace>
  <inkml:trace contextRef="#ctx0" brushRef="#br0" timeOffset="5332.72">18190 3183 54 0,'-2'0'30'15,"-2"-2"0"-15,4 2-23 0,0-1 9 0,-1 0 43 16,1 0 19-16,0 1 31 16,0-1-1-16,-1 0-36 15,1 0-18-15,0 0-30 16,0 0-9-16,0 0-5 16,0 1 1-16,0-1 6 15,0 0 3-15,0 0 2 16,0 0 0-16,0 0-7 15,2-2-5-15,-2 1-4 16,0-1 0-16,0 3 24 16,0-1 8-16,0 0 13 0,0 0 0 15,0 0-24-15,0 0-8 16,0 0-12-16,0 1-1 16,0-1 0-16,0 0 2 15,-1 1 10-15,-6 1 4 16,-5 3 3-16,-24 15-1 15,20-11-10-15,0 0-4 16,-1 1-6-16,0-2 0 16,0 2 5-16,3-1 7 15,2-1 8-15,0 1 2 0,3-2-4 16,0-1-6-16,4 0-7 16,1 1-2-16,1-4-2 15,1 3 0-15,1-4 1 16,1-1 0-16,-1 0 0 15,0 0-1-15,0 0-2 16,0 0-1-16,0 0-1 16,1 0-1-16,0 0 1 15,0 0-1-15,0 5 0 16,0 2 0-16,1 25 0 16,-1-19 0-16,2-1 0 15,-1 0 0-15,0-1 0 16,-1-3 0-16,1-1 1 15,1 1 0-15,0-5 0 16,-1 2 1-16,0-4 0 16,-1-1 1-16,0 0 0 0,0 0 1 15,0 0 3-15,0 0 1 16,0 0 11-16,0 0 3 16,0 0 2-16,0 0 1 15,0 0-8-15,0 0-3 16,0 0-3-16,0 0-2 15,0-1-5-15,0 0 0 16,0 0-3-16,0 0 0 0,0 1-1 16,1-1 0-16,5-4 0 15,0 4 0-15,23-24-1 16,-23 25 1-16,1-1-2 16,0 2 1-16,2 0 0 15,1 1 0-15,0-1 1 16,4 0-1-16,-5 0 1 15,-1 3-1-15,0 1 0 16,-5-1 1-16,4 3 0 16,-6-7-1-16,-1 6 1 15,4 1 0-15,-4-1 1 16,5 2 0-16,-3-2 0 16,-2-2-1-16,-2 1 1 15,-2 2 0-15,2-3 0 16,-2-1 0-16,3 1 0 15,0 0 0-15,-4 1 0 0,2 2 1 16,0-1 0-16,-4-3 0 16,2 1 0-16,0 1 1 15,-1-1 0-15,1 1 1 16,-1 0 0-16,-1-1 2 16,0 1 5-16,-2-1 1 15,0 2 2-15,0 0-1 16,0-2-7-16,-2 0-1 0,2 1-3 15,4-1-1-15,-2 0-1 16,1-1 0-16,2-1-6 16,2-2-22-16,2 0-80 15,0 0-71-15</inkml:trace>
  <inkml:trace contextRef="#ctx0" brushRef="#br0" timeOffset="11031.88">19383 5764 67 0,'-1'-2'66'0,"0"-2"22"15,0 1-5-15,1 2-27 16,0 0-15-16,0 1-21 16,0-1-7-16,0 0 19 15,0 0 7-15,0 0 13 16,0 0 3-16,0 0-21 15,0 0-8-15,0 1-7 16,0-1 5-16,0 0 19 16,0 0 8-16,0 0 8 0,0 0-1 15,0 0-2-15,0 1-1 16,0-1-6-16,0 0-6 16,0 0-9-16,0 0 0 15,0 0 1-15,-1 0-1 16,1 1-9-16,-1-1-3 15,0 0 0-15,1 0 2 16,0 0 3-16,0 0 0 16,-1 0-6-16,1 1-4 15,-1 0-3-15,0 0-2 0,0 0 3 16,1 0 1-16,-1 1 1 16,0-1 0-1,0 0-7-15,-3 11-3 0,-8 20-4 16,9-18-2-16,-1-1 0 15,4-4 0-15,0 3 0 16,0-2 0-16,-4-1 1 16,3 0 0-16,-2-2 1 15,-1 0 1-15,4-2-1 16,-2-1 1-16,1-1 0 16,1-2-2-16,-1 0-1 15,1 0 0-15,0 0 4 16,-1 0-17-16,0-1-55 15,1 1-54-15</inkml:trace>
  <inkml:trace contextRef="#ctx0" brushRef="#br0" timeOffset="12033.26">19328 5741 109 0,'0'-2'67'0,"1"-2"18"0,1 3 13 16,-2 1 10-16,0 0-3 15,0 0-28-15,0 0-17 16,0 0-28-16,-1 0-8 16,0 0 4-16,1 0 4 15,0 0 8-15,0 0 7 16,0 0-4-16,0 0-6 16,0 6-2-16,2 4-2 0,3 20 1 15,-4-21 1 1,0 0-4-16,-1 2 0 15,2 2-4-15,1 2-2 0,1 0 1 16,0 0 0-16,-1-1 0 16,-2 1 1-16,2 0 4 15,-1-1 1-15,-1-5-3 16,1-2-3-16,1-4-6 16,-2 0-5-16,0-2-6 15,-1-1-2-15,0 0-2 16,0 0-2-16,0 0-9 15,0 0-31-15,0 0-144 16</inkml:trace>
  <inkml:trace contextRef="#ctx0" brushRef="#br0" timeOffset="12648.949">19400 6131 249 0,'0'0'143'0,"-1"-1"-11"16,0 1-5-16,1-1-10 15,-1 0-2-15,0 0-9 0,0 0-8 16,0 0-14-16,0 0-4 16,0 0-6-16,1 1-4 15,-1-1-19-15,0 1-13 16,0 0-24-16,0 0-7 15,-1 5-4-15,0 7-2 16,-5 24 1-16,5-21 0 16,2 0 3-16,0-1 2 15,0 0 0-15,0 1 0 0,1 1-2 16,-1-4-1 0,0-2-1-16,2 0-1 0,-1-5 0 15,1 1 4-15,-1-3-55 16,0-2-61-16</inkml:trace>
  <inkml:trace contextRef="#ctx0" brushRef="#br0" timeOffset="13798.68">20425 5798 371 0,'-1'-1'162'0,"-2"0"-77"15,2-1-6-15,1 1-9 16,0 0-8-16,0 0 4 16,0 1 6-16,0-1 11 15,0 0-3-15,0 0-17 16,0 0-13-16,0 0-16 15,-1-5-5-15,0-1-6 16,-5-20 2-16,3 21 0 0,-1-2-3 16,2 3-7-16,0 0-4 15,0 2-5-15,0 0-3 16,-1-1-1-16,0 0-1 16,0-1 0-16,3 0 0 15,-4 2-1-15,2 1 1 16,-2 0 0-16,4 2-1 15,-1-1 0-15,0 0 0 0,1 1-2 16,-1 0-1-16,0 0 1 16,0 0-1-16,-1 3 1 15,-2 9 0-15,-7 22 1 16,11-21 0-16,0 0 1 16,-2 0 0-16,0 0 0 15,2-1 0-15,2 1 0 16,2-1 0-16,1-2 1 15,-5-1-10-15,2-1-35 16,2-2-31-16,-3 2-142 16</inkml:trace>
  <inkml:trace contextRef="#ctx0" brushRef="#br0" timeOffset="14680.84">20318 6083 420 0,'0'0'156'0,"0"2"-114"0,-2-1-35 0,1-1-2 0,0 0 10 16,0 0 35-16,0 0 21 15,1 0 19-15,-1 0-5 16,1 0-23-16,0 0-18 15,0 0-19-15,0 0-6 16,1 2-12-16,0 5-3 16,6 3 0-16,18 21-1 15,-19-18-1-15,-4-1 1 16,-1-1-1 0,1 0 0-16,-2-1 1 0,1 1 1 15,-2-1 0-15,-2 0 1 16,0 1 0-16,-5 1 0 0,6 0 6 15,-2 1 2-15,-3 0 1 16,5 1 1-16,-7 2-5 16,1-3 0-16,2-2 3 15,-4-5 2-15,7 0-1 16,-3-2 0-16,2 1-5 16,6 1 0-16,-1-1-2 15,1-1 1-15,0-4 1 16,-1 0 4-16,-1-1 9 15,0 1 4-15,0-1 5 16,10 1-2-16,21-3 4 16,-19-1 1-16,2 2 2 15,-2-3 5-15,2 0-3 0,0-1-4 16,-3-2-7-16,1 2-8 16,-3 0-9-16,0 0-3 15,-4 2-1-15,-1 1-2 16,-4 3-2-16,1-1 0 15,-1 1-20-15,0-1-27 16,0 0-85-16,0 1-80 16</inkml:trace>
  <inkml:trace contextRef="#ctx0" brushRef="#br0" timeOffset="15798.08">21278 5765 101 0,'2'-3'78'0,"1"-3"19"16,-1 0-6-16,1 2-13 15,-2-1-4-15,1 0-12 16,-1 0 1-16,-1 1 6 16,-1 1 0-16,0 3 0 15,1 0-5-15,0 0-18 16,0 0-9-16,0 0-11 15,0 0-3-15,0 0 3 16,0 0 7-16,0 0 10 0,0 0 4 16,0 0-4-16,0 0-7 15,0 8-4-15,-1 5-2 16,-1 21-3-16,-2-21-2 16,1 2-10-16,2 1-5 15,-2 1-6-15,2-2 0 16,0 2-3-16,-1-2 1 0,2-1-2 15,0 3-23-15,0-3-119 16,2 3-144-16</inkml:trace>
  <inkml:trace contextRef="#ctx0" brushRef="#br0" timeOffset="16697.45">21230 6167 514 0,'-1'0'190'0,"-2"0"-154"0,2-1-15 0,1 0 7 16,-1 0 11-16,1 0 48 15,0 0 19-15,0 1 8 16,0-1-6-16,0 0-34 16,0-1-17-16,1-2-21 15,-1 2-9-15,7-1-15 16,3-3-2-16,22-9-7 16,-22 15-1-16,1 4-1 15,-3 0 0-15,0 2 0 16,2 2 0-16,-4 0 0 15,1 0 0-15,-2 2 2 16,-4-2 0-16,-3 1 1 16,-1 1 1-16,-4 0-1 15,-2-2 0-15,-1 0-3 16,0 1-1-16,3-4-7 16,-1 0 0-16,2-2 0 15,1-1 3-15,1-2 3 0,2 0 1 16,1 0-3-16,1-1-2 15,0 0 0-15,0 1 0 16,0-1 1-16,0 0 2 16,6-2 0-16,5 0 0 15,21-3 0-15,-22 6 1 16,1 1 0-16,0 2 1 0,-2 1-1 16,2 1 0-16,-2 1 0 15,-1 1 0-15,-5-1 1 16,0 2 1-16,0 3 0 15,-1-1 0-15,-2 2 1 16,0-1 0-16,-7 1 0 16,-1-1 1-16,0 0 0 15,-5-1 0-15,0-2 0 16,-3-1 0-16,1 0 8 16,-2 2 8-16,1-3 13 15,-2-1 3-15,0-1-6 16,1-4-7-16,1 0-15 15,1-2-2-15,2-6-5 16,-1-1-5-16,2-1-40 16,2 1-40-16,2-5-218 0</inkml:trace>
  <inkml:trace contextRef="#ctx0" brushRef="#br0" timeOffset="17831.79">22245 5754 189 0,'-1'-1'116'0,"1"-1"-14"16,2 1-28-16,-2 0-48 16,0 1-6-16,0-1 25 15,0 0 9-15,0 0 21 16,-1 1 7-16,0-1-21 15,0 0-11-15,0 1-18 16,0 0-8-16,1 0-13 16,-1 0-4-16,-1 7-4 15,-1 4-2-15,-4 24 0 16,7-21 0-16,-4 0 0 16,2 1 0-16,2 0 0 15,-3-3 0-15,3-2 0 16,0 0-1-16,-3-3 1 15,4-1 0-15,0 0 0 16,-1-1 0-16,0-3 0 0,-2-1 0 16,1-1-8-16,1 0-20 15,-1-1-180-15</inkml:trace>
  <inkml:trace contextRef="#ctx0" brushRef="#br0" timeOffset="18780.32">22177 6105 603 0,'0'1'227'0,"0"-1"-171"16,0-2 12-16,-1 1-8 16,0 0 6-16,0 0 16 15,0 0-3-15,0 0 6 16,0 0 1-16,1 1-16 16,-1-1-9-16,0 0-23 15,0 1-12-15,0 0-16 16,0 0-6-16,0 0-3 15,-5 9-1-15,-7 27 0 16,14-22 1-16,0-1-1 16,-1 3 0-16,3-2 0 15,0-1 0-15,-1-3 0 16,5-1-1-16,-2-4 1 16,-1-2 0-16,2-3 0 0,-1 0 0 15,3-6 0-15,-2-2 1 16,8-3 1-16,-2-1 0 15,-1 0 0-15,0 0-1 16,-6 2 1-16,1-1 0 16,-2 4-1-16,-3-1 0 15,2 3 0-15,-2 5 1 16,0 0-1-16,-1 0 1 0,0 0-1 16,0 0 0-1,0 0-1-15,-1 0 0 0,1 0 0 16,-1 6-1-16,1 7 0 15,2 20 0-15,-1-16 0 16,1 0 1-16,2 6 0 16,-2 0 0-16,0-2 0 15,0 0 1-15,-2-3-1 16,3-2 1-16,-1-5 0 16,0 1 0-16,-2-5-1 15,0-2 1-15,1 0-6 16,-1-3-16-16,0-1-66 15,0-1-86-15</inkml:trace>
  <inkml:trace contextRef="#ctx0" brushRef="#br0" timeOffset="19947.56">23302 5730 131 0,'0'-2'101'0,"-2"-1"-1"16,-1 2-8-16,2 0 4 16,0 0-4-16,1 1 5 15,-1 0-3-15,0 0-12 16,0 0-22-16,0 0-13 16,0 0-18-16,0 0-5 15,1 6-5-15,-1 4-2 16,-5 25-3-16,4-19 0 15,-1 0-3-15,0 2-1 0,3 0-5 16,1-3-1-16,0 1-1 16,-2-4 1-16,-1-1-1 15,0-2-1-15,1-6 1 16,4 2-2-16,-2-5 0 16,1-1-1-16,-2 0-19 15,0 0-7-15,0-6-5 16,3-8 2-16,7-23 17 15,-5 20 8-15,0 4 4 16,-1 1 1-16,2 2 0 16,-3 4 1-16,-1 3 0 15,-2 0 1-15,-1 4 1 16,0 0 3-16,0 0 6 16,0 0 4-16,0 0 6 15,-2 6-2-15,-5 9-6 16,-21 23-5-16,23-21-8 0,0 0 0 15,3 1-2-15,-2-1 0 16,4 1 0-16,1-2-1 16,-1-3-42-16,2 1-47 15</inkml:trace>
  <inkml:trace contextRef="#ctx0" brushRef="#br0" timeOffset="20563.3">23203 6273 676 0,'-3'-2'284'0,"2"2"-165"15,-2 0-76-15,2 0-20 0,1 0-21 16,0 0-3-16,0 0 11 16,0 0 24-16,0 0 18 15,1 4 23-15,2 2-5 0,1 3-19 16,18 23-16-16,-14-20-22 16,3-1-6-1,-1 2-4-15,3-3 0 0,1 1-1 16,-4-1 0-16,4-1 0 15,-5 4 0-15,0-5 0 16,2 3 0-16,-5-3 1 16,-1-1 0-16,-5 0 5 15,0 2 4-15,-2-2 4 16,-1 0 1-16,-4 4-4 16,-1 0-2-16,-5 1-6 15,-4-2 1-15,2 0-3 16,1-1 0-16,-2-2-2 15,0 1-3-15,-4-3-21 16,-5-3-26-16,4 0-72 16,-1-2-60-16,0-4-178 15</inkml:trace>
  <inkml:trace contextRef="#ctx0" brushRef="#br0" timeOffset="21049.17">23142 6211 386 0,'1'1'194'0,"3"-1"-66"0,-1 1-9 15,-3-1-14-15,0 0-8 16,0 0-7-16,0 0-24 16,0 0-3-16,4 0-7 15,-3-1-8-15,7 0-2 16,20 0 0-16,-19 1-10 15,5 0 0-15,-2-1-2 16,1-2-3-16,2 1-3 16,0-2-5-16,0 0-9 0,2 0-4 15,-4-1-3-15,1 0-2 16,0 3-2-16,-3-2 0 16,-2 3-1-16,-1-1 0 15,-4-1-1-15,0 2-3 16,-4 0-24-16,0 1-17 15,0 0-67-15,0 0-69 16</inkml:trace>
  <inkml:trace contextRef="#ctx0" brushRef="#br0" timeOffset="29095.99">18680 3140 11 0,'3'-3'16'15,"1"-1"2"-15,-1-2 6 16,2 1 1-16,-2-1-4 0,3-1-1 16,-1 3-6-16,-2-3-1 15,3 0-3-15,-3 2-2 16,2-2 0-16,0 2 10 15,-1-1 11-15,1 1 2 16,-1-1 0-16,-1-1-12 16,2 2-11-16,-1 0-3 15,0 1-3-15,1-1 0 16,-1 1 0-16,0 0 0 0,0-3-1 16,0-2 0-16,0 0 0 15,2-1 0-15,-1 0-1 16,3 4 1-16,-1-2-1 15,-1 1 0-15,1 1 0 16,-3-1 0-16,-1 4 0 16,2 0 0-16,-3 0 0 15,5 2 0-15,-3-3 0 16,0 1 0-16</inkml:trace>
  <inkml:trace contextRef="#ctx0" brushRef="#br0" timeOffset="34445.43">18444 3363 89 0,'0'-1'63'0,"-2"-4"5"15,5 4-14-15,-3 0-22 16,0 0-10-16,0 0-14 15,0 0-5-15,0 0-1 16,0 1-1-16,0-1 29 16,0 0 15-16,0 0 20 15,0 0 10-15,0 0-17 16,0 0-14-16,0 0-23 16,0 1-9-16,0-1-12 15,0 0 0-15,0 0 0 16,0 0 2-16,0 0 1 15,0 0-1-15,0 1-1 0,0 0 0 16,0 0-1-16,0 0 0 16,0 0 1-16,0 0-1 15,1 6 1-15,-1 1 1 16,4 18 0-16,-7-21 0 16,1-1 0-16,-3-3-1 15,3 2 0-15,-2-2 0 16,1 0-1-16,2 0 0 15,0 0 1-15,0 0 1 16,0 0 0-16,1 0 2 0,-3 3 8 16,2-3 3-16,-3 2 3 15,1-1 0-15,0 1-8 16,1-2-3-16,1 0-3 16,0 0 0-16,0 0 4 15,0 0 2-15,0 0 8 16,0 0 2-16,0 0-2 15,0 0-3-15,0 0-9 16,1 0-3-16,-1 0-3 16,0 0 0-16,0 0 0 15,0 0 0-15,0 0 1 16,1 0 2-16,0-1 1 16,0 0 0-16,0 0 1 15,3 0-2-15,4-2 0 0,-1 0-1 16,22-13 2-16,-20 12 1 15,1 2 6-15,-4-2 1 16,1-1 1-16,-2 0 0 16,1-1-5-16,2-1-2 15,-1 2-3-15,-2 1-1 16,4 2 0-16,-7-2-1 0,4 1 1 16,-2-1 0-1,-2-2 1-15,3 4 1 16,2-1-1-16,-1-1 0 0,-4 0 1 15,6 0-2-15,-4-1 0 16,1 1 0-16,2-2-1 16,-4 0 1-16,2-1 2 15,-1 1 0-15,2-1 0 16,0 1 0-16,-3-1-2 16,5 1 0-16,-3 1-1 15,2 0 0-15,-2 0-1 16,-2-2 1-16,2 3-1 15,-1-2 1-15,3 1-1 16,0 1 0-16,0-1 0 16,0 0 0-16,-1 2 0 15,-2-2 0-15,2-1 1 16,-1 0 0-16,2 0-1 16,0 1 0-16,-2 1 1 0,1-1-1 15,-2 2 0-15,1-3 0 16,0 0 1-16,0 3-1 15,1-6 0-15,-2 3 1 16,2 1 0-16,-1-2 0 16,-1 3 0-16,2-2-1 15,-1 0 0-15,-1-2 0 16,3 2 0-16,0 2 0 0,-1 0 0 16,2-1 0-16,-2-2 0 15,2 0 0-15,-1-1 0 16,-1 4 0-16,3-2 0 15,-3-2 1-15,2 0-1 16,2 0 0-16,-2 0 0 16,4 1 0-16,-2-2 0 15,-2 0 0-15,4 2 0 16,-5-2 0-16,2 2 0 16,-1-2 0-16,-3 1 0 15,7 1 0-15,-7-1 0 16,3 1 0-16,0-1 1 15,-5 0-1-15,1 0 0 16,1 2 0-16,-1 0 0 16,4 1 0-16,-2-3 0 15,-1 2 0-15,0 1 1 16,-2-1-1-16,2 1 1 0,0 0-1 16,-1-1 0-16,-1 1 0 15,1 0 0-15,0 0 0 16,-1 1 0-16,4-1 0 15,-2 0 0-15,1-1 0 16,1 3 0-16,-2 0 0 16,1-1 0-16,-3-2 0 15,3 0 0-15,-1-1 1 16,1 2-1-16,0 2 0 0,1-2 0 16,-2 0 0-16,1 0 0 15,0-1 0-15,0 0 0 16,1 2 0-16,1-1 0 15,-2 0 0-15,-1 1 0 16,0-1 0-16,2-1 0 16,-1-1 0-16,-1 1 0 15,3 1 0-15,-2 1 0 16,1 2 0-16,2-2 0 16,-2-2 0-16,0 1 0 15,2 1 0-15,-3 0 0 16,4 1 0-16,-2-1 0 15,0-2 0-15,1 2 0 16,0-3 0-16,0-1 0 16,0 3 0-16,1-3 0 0,-2 1 0 15,1 2 0 1,-3-2 0-16,3 0 0 0,2 3 0 16,-3-4 0-16,1 1 0 15,0 1 0-15,-2-2 0 16,2-2 0-16,2 3 0 15,-4-1 0-15,1 0 0 16,1 2 0-16,-1-2 0 16,2 2 0-16,-1-1 0 15,-2-1 0-15,1 1 0 0,1 2 0 16,-1-3 0-16,1 2 0 16,2 2 0-16,-4-4 0 15,3 4 0-15,1-2 0 16,-3-1 0-16,3 2 0 15,-2-1 0-15,0 1 0 16,2-2 0-16,-1 1 0 16,-1 0 0-16,1-1 0 15,-1 1 0-15,3-1 0 16,-1 2 0-16,0-2 0 16,0 3 0-16,0-2 0 15,-2-1 0-15,4 2 0 16,-1-4 0-16,-1 5 0 15,0-4 0-15,-2 1 0 16,-2 2 0-16,3-2 0 16,2 3 0-16,-3-2 0 0,1 0 0 15,-2 1 0-15,1 1 0 16,0-2 0-16,-1-1 0 16,2 1 0-16,-3-3 0 15,1 4 0-15,3 0 0 16,-3-2 0-16,0 1 0 15,1 2 0-15,0-1 0 16,2 0 0-16,-3-1 0 0,2-1 0 16,0 0 0-1,0 0 0-15,0 0 0 0,1 1 0 16,-1-1 0-16,-1-1 0 16,0 2 0-16,1-1 0 15,1 1 0-15,0 1 0 16,-2-1 0-16,-1 1 0 15,1 0 0-15,0 1 0 16,0-2 0-16,0 1 0 16,2 0 0-16,0-1 0 15,2 2 0-15,-2-3 0 16,-1 1 0-16,4 0 0 16,-5-1 0-16,6 3 0 15,-3-2 0-15,-3-1 0 16,2 2 0-16,-3-2 0 0,3 4 0 15,-1-1 0-15,3-1 0 16,-3 1 0 0,2-1 0-16,0 0 0 0,-2-1 0 15,1 1 0-15,-2-1 0 16,0 1 0-16,1 1 0 16,1-1 0-16,1 3 0 15,1-4 0-15,-1 0 0 16,1-2 0-16,-2-2 0 0,0 1 0 15,1 3 0 1,0 1 0-16,0 1 0 0,1 2 0 16,-2-6 0-16,2 2 0 15,-1 1 0-15,1 1 0 16,-2-1 0-16,2 1 0 16,-1-4 0-16,2 1 0 15,0 1 0-15,-1 1 0 16,-3 2 0-16,-2-3 0 15,3 2 0-15,-4-2 0 16,2 0 0-16,-1 2 0 16,0-1 0-16,-1 0 0 15,2 1 0-15,1-2 0 16,1 1 0-16,0-1 0 16,1 1 0-16,-2 0 0 15,-2-1 0-15,4 3 0 16,-4-4 0-16,2 4 0 0,0-4 0 15,-1 2 0-15,1 2 1 16,-1-2-1-16,0 2 0 16,0-1 0-16,0-1 0 15,1 0 0-15,-1 1 0 16,2-1 0-16,1 1 0 16,0 0 0-16,0-1 0 0,2 0 0 15,-2 0 0-15,2 0 0 16,-1 0 0-16,3 1 0 15,-2-3 0-15,0 1 0 16,0 1 0-16,-4-2 0 16,1 2 0-16,-3 1 0 15,1 0 0-15,3 2 0 16,1-2 0-16,1 0 0 16,-2 0 0-16,-2-1 0 15,3 3 0-15,0-2 0 16,-1 2 0-16,0-2 0 15,0 0 0-15,0 0 0 16,-1 0 0-16,1 1-1 16,1 1 1-16,0-1 0 15,1-1 0-15,0-1 0 16,0-3 0-16,-2 5 0 16,-6 3 0-1,1-1 0-15,16-4 0 0,-2-2 0 0,0 5 0 16,-9-2 0-16,-3-2 0 15,5 5 0-15,-4-6 0 16,1 1 0-16,3 3 0 16,-4-1 0-16,2 2 0 15,1-1 0-15,-2 1 0 0,-1-1 0 16,-1 1 0-16,0-1 0 16,1 1 0-16,1-1 0 15,0-1 0-15,-2 0 0 16,0-2 0-16,1 3 0 15,1 2 0-15,0-2 0 16,1 2 0-16,-1-4 0 16,0 1 0-16,2 0 0 15,-1-1 0-15,2 2 0 16,0 1 0-16,1-2 0 16,0 1 0-16,-2 0 0 15,1-2 0-15,-1 0 0 16,1 0 0-16,-2 0 0 15,0-1 0-15,1 2 0 16,-2 0 1-16,4 0-1 16,-1 1 0-16,-1-1 0 15,1-2 0-15,-3 2 0 0,3 0 0 16,1 0 0-16,1 0 0 16,-2 1 1-16,0-1-1 15,1 1 1-15,0-1 0 16,0-1-1-16,0 0 0 15,0 0 1-15,0 0-1 16,-1 1 0-16,3 0 0 16,-2-1 0-16,1 4 0 0,2-1 1 15,-5-1-1-15,2 0 0 16,-2-2 0-16,1 1 0 16,-1 1 0-16,1 0 1 15,-3 1-1-15,0 1 1 16,3-1-1-16,-6 1 0 15,2-2 0-15,0 0 0 16,-1 0 0-16,1 2 0 16,0 0 0-16,2 0 0 15,-2 0 0-15,2-1 1 16,-1 1-1-16,-1-1 0 16,-1-1 0-16,2 1 0 15,-1 0 0-15,-2 0 0 16,2 1 0-16,0-1 0 15,1 0 0-15,0 2 0 16,2 0 0-16,0 0 0 16,-1 0 0-16,0-1 0 0,0-1 0 15,-2 2 0-15,0-3 0 16,2 1 0-16,2 2 0 16,-3-2 0-16,4 2 0 15,-5 0 0-15,1-3 0 16,1 3 0-16,-2-1 0 15,5-1 0-15,-4 2 1 16,4-1-1-16,-2-1 0 16,2 1 1-16,1-1 0 0,-1 0 2 15,1 1 0-15,-3-3 2 16,2 3 0-16,-1-2-1 16,-1 1 0-16,1 2-1 15,-2 0-1-15,1 0 3 16,1-1 0-16,0-1 3 15,0 1-1-15,1 0 0 16,2 1-2-16,-2-1-2 16,-1 0 1-16,1-1-1 15,-2 0-1-15,0-1 1 16,1-1 1-16,-3 3-1 16,0-1 1-16,0 1-2 15,-1 1 0-15,-1 0 0 16,-3-2-1-16,5 2 1 0,-2-1 0 15,3 0 0-15,4 1 0 16,-1-1 0-16,0-2 0 16,0 2-1-16,-2-2 0 15,1 3 0-15,2 0-1 16,-1-4 1-16,2 4 1 16,0-3-1-16,1 2 1 15,3-1-1-15,-1 1 1 16,-1 0 0-16,2-4-1 15,-1 3 0-15,-1-3 1 0,-1 3-1 16,-1-2 0-16,-1-2 1 16,-2 4-1-16,5-3 1 15,-2 2-1-15,0-1-1 16,3-1 0-16,1 2 0 16,1-1 0-16,-2 4 0 15,-1-2 0-15,0 0 0 16,-3 1 0-16,2 1 0 15,0-2 1-15,0 2-1 16,-1 0 1-16,2-4 0 16,-3 4 0-16,-2-4 5 15,3 1 6-15,-6 3 5 16,2-1 1-16,-2-1-5 16,0 0-6-16,-1 0-5 15,3 2 1-15,2 0-2 16,-3-1 0-16,3 0 0 0,0-1 0 15,0-1 0 1,0 1 0-16,2 0-1 16,-4 0 0-16,3 2 0 0,0 0 0 15,0 0 1-15,1 0-1 16,1 1 1-16,-3 0-1 16,0 0 1-16,-2-2-1 15,-1-1 1-15,-1 0-1 16,2 1 1-16,-3 2-1 15,-2-3 1-15,4 3-1 0,-5-1 1 16,0-2-1-16,4 4 1 16,-6-3-1-16,3 0 1 15,1 1-1-15,-3 1 1 16,3 2 1-16,-3 0-1 16,-3-3 0-16,1 0-1 15,0-2 0-15,-3 2 0 16,0-1 0-16,0 1 0 15,0 0 1-15,0 0 0 16,0 0 1-16,0 0-2 16,0 0-25-16,0 0-143 15</inkml:trace>
  <inkml:trace contextRef="#ctx0" brushRef="#br0" timeOffset="39929.01">17492 5740 27 0,'2'1'11'0,"-2"3"-8"0,0-3-3 16,0-1-1-16,0 0 0 15,-1 0 21-15,0 0 25 16,0 0 58-16,0 0 24 16,1 0 11-16,0 0-17 15,0 0-48-15,0 0-16 16,0 0-20-16,0 0 1 0,0 0 6 16,0 0 4-16,0 0 7 15,0 0-2-15,0 0-9 16,0 0-11-16,0 0-16 15,-1 0 0-15,0 0 6 16,1 0 3-16,-1 0 4 16,0 0-1-16,0 0-9 15,0 0-4-15,0 0-9 16,0 0-3-16,1 0-4 16,-1 0 0-16,0 0 0 15,0 2 0-15,-1 6 0 16,1 0 0-16,-2 25 0 15,3-23 0-15,0 1 0 16,-2 0 0-16,0-2 0 16,0 0 1-16,3-1-1 0,1-1 1 15,-2-1 0-15,0-1 0 16,-1-4 1-16,-2 0 1 16,2-1 1-16,0 0 1 15,0 0-1-15,0-1-1 16,1 1-2-16,-1-1-1 15,1 0 0-15,0-8 1 16,4-24 0-16,-4 20 1 0,1-1 0 16,0 0 0-16,0 0-1 15,-1 0 0 1,-1 2 0-16,1 2 0 0,-1-2 0 16,1 2 0-16,-1 2 0 15,-2-1-1-15,3 5 0 16,-3 0 0-16,5 2-1 15,-2 2-1-15,-1 0-1 16,1 0-1-16,0 0 1 16,0 0 0-16,0 12 2 15,2 26-1-15,-2-23 2 16,0 2 0-16,3-1 0 16,-3 0 0-16,-3-1 1 15,5-1-1-15,-4-4 0 16,2 0 0-16,0-2-6 0,-6 0-12 15,6-1-25-15,-2 0-27 16,-2 0-104-16,7 3-105 16</inkml:trace>
  <inkml:trace contextRef="#ctx0" brushRef="#br0" timeOffset="40696.56">17316 6169 316 0,'-1'1'107'0,"-2"1"-99"0,0-1-5 16,2-1 16-16,0 0 19 15,0 0 44-15,-1 0 17 16,-6 1 17-16,-24 7-4 15,26-6-25-15,-2-1-14 0,3 1-28 16,1-1-17-16,0 0-19 16,1 1-3-16,2-2-3 15,1 0-3-15,-1 0 0 16,0 0 0-16,0 0 0 16,0 0-1-16,0 0 0 15,0 0 1-15,1 0 3 16,0-1 2-16,0 1-1 15,0 0 1-15,0 0-2 16,0 0-1-16,6 1-1 16,3 0 1-16,26 3 0 15,-23-4 1-15,2-2 0 16,0 1 0-16,1-1-1 16,-1-1 0-16,0 1-1 15,-1-1 1-15,-2 2-1 0,-3 0 1 16,-1 1-1-16,-3-2-1 15,-2 2-3-15,2 2-21 16,-4-2-98-16,0 0-85 16</inkml:trace>
  <inkml:trace contextRef="#ctx0" brushRef="#br0" timeOffset="41500.46">17528 6110 396 0,'-1'0'180'0,"-1"0"-82"0,0-1-37 0,1 0-36 15,1 0-11-15,0 1 5 0,0-1 12 16,0 0 13-16,-1 0 5 15,0 1-8-15,1-1-12 16,0 0-10-16,0 0-5 16,0 0-6-16,0 0-2 15,0 0-3-15,0 1-1 16,0-1-1-16,0 0-1 0,0 0 0 16,0 0 0-16,0 0 2 15,0 0 3-15,0 0 11 16,0 1 5-16,0-1 5 15,0 0-2-15,0 0-7 16,0 0-2-16,0 0 7 16,0 0 3-16,0 1 1 15,0-1-1-15,0 1-10 16,0-1-3-16,0 0 0 16,0 0 3-16,0 0 8 15,0 0 2-15,0 0-4 16,0 1-4-16,0-1-8 15,0 0-4-15,0 0 0 16,0 0-1-16,0 0 8 16,0 0 3-16,0 1 6 15,0-1 2-15,0 0-6 0,0 0-3 16,0 0-8-16,0 0-3 16,0 0-1-16,0 1 0 15,0 0 4-15,0 0 1 16,0 0 1-16,0 1-1 15,0 8-3-15,2 22-1 16,-1-20-2-16,-1 0 1 16,1-1-2-16,-1 0 2 15,1 1-1-15,0-2 0 16,-1 2 0-16,0-3-1 0,0 0-11 16,0 1-17-16,-1-2-59 15,0-1-95-15</inkml:trace>
  <inkml:trace contextRef="#ctx0" brushRef="#br0" timeOffset="42311.92">16491 5727 86 0,'2'0'40'0,"3"0"-5"15,-2 0-31-15,-3 0 4 16,0 0 42-16,0 0 32 16,0 0 44-16,0 0 13 15,0 0-10-15,0-1-20 16,0 0-28-16,0 0-12 15,0 0-29-15,3-3-13 0,-2 0-16 16,-1 3-5-16,0 1-5 16,0-1 0-16,0 0-1 15,2-1 1-15,1 0 5 16,-1 1 2-16,2 1 4 16,-1 2 2-16,-1 12 0 15,21 26 0-15,-19-20-2 16,-1 1-2-16,1 2-3 15,0-1-1-15,-1 1-2 16,1 0-1-16,0 1-22 16,0 0-61-16</inkml:trace>
  <inkml:trace contextRef="#ctx0" brushRef="#br0" timeOffset="42778.36">16418 6277 453 0,'0'0'206'0,"-1"0"-74"15,3 1-55-15,-2-1-21 16,0 0-7-16,0 0-2 15,0-1 4-15,0 1 3 16,0-1-1-16,0 0-17 16,0 0-9-16,1-2-12 15,4-3-6-15,3 1-6 16,22-22-1-16,-21 22-1 16,2 2 0-16,-1 2-1 15,1 0 0-15,2-1 0 16,0 2-1-16,-1 0-21 0,-1 0-32 15,-2 2-129-15</inkml:trace>
  <inkml:trace contextRef="#ctx0" brushRef="#br0" timeOffset="43478.159">16619 6139 602 0,'2'4'209'0,"0"3"-205"0,2 1-58 16,-3 0-33-16,0-3-12 16,2 1 26-16,-3-4 115 15,-1-2 66-15,1 0 78 0,-1 0 9 16,0-1-68-16,1 0-32 16,0 0-67-16,0 0-16 15,0 0-12 1,0 1-2-16,0-1 0 0,4 0-1 15,8 0 2-15,22 3 1 16,-21-1 0-16,3 0 0 16,-8 1 0-16,-2 0 0 15,-1 2 0-15,-7 0-1 0,0 2 1 16,4 1 0-16,-2 1 1 16,3 2 0-16,-3 0 0 15,-1 1 0-15,-3-1 0 16,0-1-1-16,3 3 1 15,-4-3-1-15,4 4 1 16,0-1 0-16,-1-3 0 16,-2-2-1-16,2-2 1 15,0 1 0-15,0-2 0 16,2 1 0-16,0 0-1 16,-1-3 0-16,0 1 0 15,1-3 0-15,0 0 1 16,0 0 1-16,0 0 1 15,7 1 3-15,6-1 2 16,23-8 0-16,-17-1 0 16,1-1-3-16,6 0-3 15,-1-1-1-15,-3-1-23 0,0 1-25 16,-6 0-71-16,-1 1-36 16,-8 2-104-16</inkml:trace>
  <inkml:trace contextRef="#ctx0" brushRef="#br0" timeOffset="44560.43">15750 5784 293 0,'-2'1'173'0,"-2"0"-38"15,2 0-33-15,1-1-60 16,0 0-18-16,0 0-14 15,0 0-1-15,1-1-3 0,-1 0 4 16,0 1 18 0,0-1 4-16,0 0 5 0,0-1-4 15,-1-3-18-15,1 1-5 16,0 0-5-16,0 2-1 16,0 1 0-16,0-2-1 15,0 0 0-15,1 1 0 16,-1-2-1-16,0-2 1 15,1 2 3-15,0-1 10 16,-1-1 18-16,1-21 6 0,0 22 2 16,2 2-9-16,-1 0-15 15,-1 2-5-15,0 0-7 16,0 0-3-16,0 0-3 16,0 1 0-16,0-1 0 15,0 1 0-15,0 0 6 16,0 0 4-16,0 0 5 15,0 0 3-15,0 0-4 16,0 0-3-16,0 0-4 16,0 0-1-16,4 13-3 15,6 19 0-15,-8-19-1 16,1 3 0-16,0-1 0 16,1 0-1-16,0 0 1 15,-1-1 0-15,1 0 0 16,-1 0 1-16,1 1-1 0,-1 0 1 15,-1-1 3-15,0 3-22 16,-2 4-97-16,1 4-74 16</inkml:trace>
  <inkml:trace contextRef="#ctx0" brushRef="#br0" timeOffset="45293.43">15706 6149 626 0,'0'0'239'0,"0"0"-169"31,0 0-67-31,0 0-50 0,0 0-12 0,0 0 4 16,0 0 12-16,0 0 60 15,0 0 42-15,-1 0 63 16,0 0 17-16,0 0-13 16,0 0-27-16,0 0-61 0,0 0-16 15,0 0-18-15,1 0-3 16,-1 0-1-16,1 0-1 15,0 0 1-15,0 0-1 16,0 0 0-16,0 0-1 16,0 0 2-16,0 0 0 15,0 0 0-15,0 0 0 16,0 0 0-16,0 0 0 16,0 0 0-16,0 0 0 0,0 0 0 15,0 0 1-15,0 0-1 16,1 2 1-16,-1 1 0 15,0-1 0-15,0 1 0 16,0 1-1-16,0 1 0 16,-1-2 1-16,-1 0-1 15,1-1 0-15,-1 3 0 16,0 0 0-16,0-2 0 16,-1 1 0-16,1-2 1 15,0 0 0-15,-1 0 0 16,-1-1 0-16,-1 2-1 15,4-3 1-15,-1 0-1 16,2 0 0-16,-1 0 0 16,0 0-1-16,0 0-1 15,0 0 0-15,0 0 0 16,1 0 1-16,0 0-1 0,0 0 1 16,9-1 0-16,23-2-1 15,-18-1 1-15,1 0 0 16,1-1 3-16,-3 0-15 15,0 2-103 1,0 0-92-16</inkml:trace>
  <inkml:trace contextRef="#ctx0" brushRef="#br0" timeOffset="45977.39">15884 6103 646 0,'-2'0'270'0,"-2"0"-130"15,4 3-141-15,0-3-83 16,0 0-24-16,0 0-7 0,0 0 26 16,0 0 94-16,0 0 57 15,1-1 60-15,4 0 15 16,-1 0-27-16,2-2-25 16,3-1-51-16,25-12-15 15,-23 9-13-15,5 4-4 16,-4 0-2-16,-3 1 0 15,2-1-1-15,-1 3-2 16,-1 0-6-16,-1 0-2 16,-2 5 1-16,-2 0 1 15,-1 1 6-15,0 3 2 0,-3-1 1 16,-3 0 0-16,-1 0-3 16,-4 2-2-16,3-1-2 15,-2 2-1-15,1-3 2 16,1 1 3-16,3-4 3 15,-3-1 0-15,4-3-2 16,1 0 0-16,-1-1-2 16,0 0-1-16,1 0 1 15,0 0-1-15,5 0-3 16,9 0-2-16,19-1-4 16,-19 0-1-16,-1 1 4 15,0 1 2-15,0 3 5 16,-3-2 2-16,-1 3 1 15,-4-3 0-15,-3 5 1 16,0 1 2-16,-3-2 3 0,-1 3 2 16,-3-1-1-1,-3-1 0-15,-2 3-32 0,-2 0-55 16</inkml:trace>
  <inkml:trace contextRef="#ctx0" brushRef="#br0" timeOffset="46627.04">15090 5630 423 0,'-1'0'209'16,"1"2"-14"-16,2 1-188 15,-2-3-7-15,0 0-21 16,0 0-3-16,2 6-2 15,4 6 0-15,10 22 21 16,-15-21 4-16,1 2 15 16,1 2 10-16,0-3 7 15,0-1 2-15,1-1-14 16,-2-1-8-16,3 1-5 16,1 2-1-16,-2 1-1 15,-1-1-8-15,2 4-214 16</inkml:trace>
  <inkml:trace contextRef="#ctx0" brushRef="#br0" timeOffset="47026.86">14961 6168 543 0,'3'1'197'0,"3"1"-149"0,1 0-47 15,2-1 0-15,-1-1 2 16,0-1 1-16,-1-2 47 16,0 1 16-16,-1-3 26 15,-1 1 6-15,2 0-42 16,0-1-16-16,3 3-28 16,1-1-7-16,1 0-5 15,0 2 0-15,3 0-35 0,0 0-50 16,1 2-192-16</inkml:trace>
  <inkml:trace contextRef="#ctx0" brushRef="#br0" timeOffset="47543.51">15246 6038 780 0,'-2'0'304'16,"-3"-5"-180"-16,5 4-119 16,-3-1-5-16,5 2-3 15,-2 0 0-15,-1 0 2 16,1 0 1-16,-1 0 4 15,1 0 10-15,-1 0 3 16,0 0 1-16,0 1-2 16,0 8-8-16,-2 27-6 15,1-24 0-15,6 4-1 16,-1 1 0-16,7-2 1 0,0 2 0 16,-2-5-1-16,5-1 0 15,-3-6-2-15,4-3-2 16,1-7 1-16,-3-3-1 15,0-2 3-15,1 0 0 16,-4 0 0-16,0 1 1 16,-4 1 0-16,0 3 0 15,-1 3-1-15,0 0-1 16,0 3-1-16,-1 0 0 0,0 2 0 16,-2 1 1-16,0 4 1 15,-1 1 0-15,-1 3 0 16,0 2 1-16,-2 1-53 15,2 0-62-15</inkml:trace>
  <inkml:trace contextRef="#ctx0" brushRef="#br0" timeOffset="48260.68">14333 5723 342 0,'3'-2'125'0,"2"-5"-94"15,4 3-26-15,-1 0-7 0,1 0-4 16,-2 0 1-16,-2 0 2 16,-2 1 39-16,-2-2 31 15,-1 4 50-15,2 0 14 16,-2 0-26-16,0 1-29 15,0 0-49-15,0 0-16 16,0 0-10-16,0 0 0 0,0 0 1 16,3 8 1-16,13 28-1 15,-9-18 0-15,0-1 2 16,0 0 0-16,-1 1-1 16,-2-3 9-16,2 5-64 15,0 3-64-15</inkml:trace>
  <inkml:trace contextRef="#ctx0" brushRef="#br0" timeOffset="48644.06">14153 6331 440 0,'0'0'202'0,"5"1"-31"16,2 0-172-16,1 0 1 15,2-1 2-15,-1-2 0 0,-1-3 28 16,-1 0 26-16,0-2 39 16,0 2 10-16,2 0-18 15,-1-3-24-15,3 1-38 16,0 0-10-16,3-1-9 16,2 2-1-16,1 0-3 15,-2 0 0-15,1 2-42 16,-3 1-62-16,-1 0-187 15</inkml:trace>
  <inkml:trace contextRef="#ctx0" brushRef="#br0" timeOffset="49094.21">14589 6083 840 0,'0'1'340'0,"-1"-3"-173"16,1 5-163-16,0-3-6 15,0 0-8-15,0 5-2 0,0 9 0 16,0 24 0-16,-2-23 5 15,-2-2 5-15,0 0 2 16,2-1 1-16,1-1 2 16,0 1 0-16,3-1 0 15,2 1 0-15,-2-2-2 16,3-1 0-16,-2-1 0 16,3-1 1-16,1-1 0 15,-2-1-1-15,-1 1 0 16,-3-2 0-16,-1 2 0 15,0 0 0-15,-4-3 0 16,0 0-1-16,-4 2-14 16,-1 3-9-16,-3 1-29 15,4 2-13-15,-4-6-47 16,1-2-53-16</inkml:trace>
  <inkml:trace contextRef="#ctx0" brushRef="#br0" timeOffset="49393.17">14622 6059 853 0,'0'0'335'0,"-2"-3"-192"0,2 2-135 15,0 1-6-15,0-1-3 16,0 0 1-16,0 1 1 16,3-1 2-16,5-4 13 15,23-16 8-15,-18 8 7 16,0-3 2-16,3 0-14 16,2 2-7-16,2 0-10 15,2 3-1-15,-2 2-23 16,-3-1-30-16,-1 6-125 15</inkml:trace>
  <inkml:trace contextRef="#ctx0" brushRef="#br0" timeOffset="50426.95">13765 5734 268 0,'-1'-5'110'0,"1"-3"-63"0,1 0-33 16,2-1-13-16,-2 0-1 16,0-1-1-16,1 1 1 15,2 1 15-15,0 2 25 16,-2 2 39-16,-1 2 12 15,-2 0 6-15,1 2-16 16,-1-1-20-16,0 0-3 16,1 1-7-16,-1-1-7 0,0 1-18 15,0 0-10-15,0 0-14 16,1 0-1-16,1 13 0 16,4 26 1-16,-3-18-1 15,3 1 1-15,-4-1 0 16,0 3 1-16,4 0 0 15,1 1 2-15,1 5-97 16,-1 3-134-16</inkml:trace>
  <inkml:trace contextRef="#ctx0" brushRef="#br0" timeOffset="50826.99">13635 6130 667 0,'3'1'245'0,"1"0"-172"15,5 2-87-15,1-1-24 0,2 3-36 16,-1-1-2-16,-3-1 10 16,-2-2 28-16,-4-1 74 15,-2 1 38-15,0-1 42 16,0 0 9-16,0 0-33 16,0 0-34-16,0 0-43 15,0 0-10-15,0-1-5 16,0 0 0-16,0 1-1 15,7-2 1-15,4-1 0 16,24-5 0-16,-24 4 0 16,2 1-5-16,1 1-40 15,-5 0-43-15,3 2-133 16</inkml:trace>
  <inkml:trace contextRef="#ctx0" brushRef="#br0" timeOffset="51893.91">14011 6062 622 0,'1'-5'248'0,"0"-2"-136"0,4-1-102 16,1 2-6-16,0 2-4 15,1-3-2-15,-3-1 1 16,0 1 0-16,-3 0 2 16,0 1 2-16,-1 2 1 0,2 3 1 15,-2-2 2-15,0 3 3 16,0-1 3-16,0 1 2 15,0 0-1-15,-1 0-4 16,0 0-5-16,0 0-1 16,0 0-1-16,1 0 0 15,-1 1 2-15,-1 5 1 16,0 2-1-16,-6 21 0 16,6-21 0-16,-1 1 5 0,0 0 12 15,-1-1 3 1,1 1 3-16,-1 2-6 0,0 1-9 15,1-2-3-15,-3 1-5 16,2-1 0-16,-1-3-3 16,1 3 0-16,1-1 0 15,0 0-1-15,1 1 0 16,-1 2-1-16,1-2 1 16,-1 1 0-16,0 1 0 15,2-2-1-15,-2 1 0 16,1 0 1-16,0 2-1 15,1-2 1-15,0-1-1 16,1-2 0-16,2 2 0 16,-1-4 0-16,2 2 0 15,2 1 1-15,-1-7 0 0,2 3 1 16,-2-4 0-16,0-1 1 16,1 0 0-16,0-5 0 15,1 0 0-15,0 1 0 16,0-2 0-16,-1 2-1 15,1 1 0-15,0 0 0 16,0-4 0-16,3 0 1 16,-2 0-2-16,-1-2 1 15,1 2-1-15,-2-2 0 0,0 2 1 16,2 1 0-16,-3 1 1 16,-1 1 3-16,2-3 7 15,-5 0 3-15,3 0 3 16,-2 1-1-16,1 0-1 15,1 1 1-15,-3-1 4 16,-2 0 1-16,1 1 2 16,-2 1-3-16,-1 1-3 15,1 1-4-15,-3-1-8 16,-1 2-3-16,-1 0-2 16,-1 0-2-16,-3 1-40 15,-1 1-32-15,-2 4-130 16,0 5-143-16</inkml:trace>
  <inkml:trace contextRef="#ctx0" brushRef="#br0" timeOffset="58791.68">18397 3373 11 0,'0'0'6'0,"1"2"-1"0,-1-2 10 15,0 0 4-15,0 0 2 16,0 0 0-16,0-1-12 15,-1 1-5-15,1 0-3 16,-1-1 0-16,1 1 0 16,-1 0 12-16,1 0 12 15,-1 0 5-15,0 0 4 16,0 0-8-16,0 0 0 16,0 0 8-16,0 0 12 15,1 0 4-15,-3 5-8 16,0 1-9-16,-15 18-14 15,11-19-4-15,-1-3-5 16,2 2-1-16,-1 4 4 16,-4-5 5-16,2 3 7 15,-2-3 2-15,1 1-5 0,2 0-4 16,0 2-7-16,1-1-4 16,-2-1-3-16,2 3-1 15,-1-1-1-15,1 1 1 16,1-1 1-16,-2 1-1 15,3 2 1-15,-1-1 0 16,0 0 9-16,-1 0 5 0,0 1 8 16,-3 1 1-1,1 1-3-15,1 0-5 0,-1 0-6 16,-1-1-3 0,0 0-4-16,3 2-2 0,-3-3-1 15,2 2-1-15,-2-1-1 16,-1-1 0-16,2 4 1 15,-1-2-1-15,2-1 0 16,2 2 0-16,-1 0 0 16,-1 2-1-16,0-3 0 15,0 4 1-15,-2-3-1 16,1 0 0-16,0 3 1 16,-1-2-1-16,-1 0 1 15,1 0 0-15,-1 0-1 16,1-2 1-16,0 0 0 15,1-2-1-15,1 1 1 16,0 0 0-16,0 0-1 16,-1 0 1-16,-1-3-1 0,3 2 1 15,-3-1-1-15,0 2 1 16,1 2-1-16,-2-2 0 16,2 1 0-16,3 1 0 15,-1-1 0-15,0 2 0 16,1-1 0-16,-1 0 0 15,1 0 0-15,-2-2 0 0,3 3 0 16,-1-2 1-16,-2 2-1 16,1 0 1-16,-3-4-1 15,4 3 0-15,-1-3 0 16,1 1 1-16,0 1-1 16,-1-4 0-16,0 0 0 15,-2-1 0-15,1 0 0 16,0 1 0-16,2 2 0 15,-2 0 0-15,-1 1 0 16,1 0 0-16,0 1 1 16,0-3-1-16,0 0 1 15,-1 0 0-15,4 0-1 16,-2 0 0-16,0 1 1 16,2 1-1-16,-3-1 0 15,0-1 0-15,0 1 0 16,-1 0 0-16,2-1 0 0,-1 1 0 15,2 2 1-15,-3-1-1 16,2 2 0-16,-1-1 0 16,-3-3 0-16,3 4 0 15,-3-4 0-15,6 3 0 16,-2-1 0-16,1 0 1 16,0 0-1-16,-4-1 0 15,5 1 1-15,-2-2-1 0,1-1 0 16,-1 3 0-1,-2-2 0-15,1 0 1 0,3 1-1 16,3-4 0-16,-2 0 1 16,0 1-1-16,-5-5 0 15,0 4 0-15,2 0 0 16,3-1 0-16,2 2 0 16,0-2 0-16,-2 1 1 15,-1-1-1-15,-1 0 0 16,1-1 0-16,0 1 0 15,0 0 0-15,1 2 0 16,0-2 0-16,2 2 0 16,-2-1 0-16,-1-3 0 15,1 2 0-15,0-1 0 16,-1 1 0-16,3 0 1 16,-2 0-1-16,-1 1 0 15,1-1 1-15,-1 0-1 16,-1 1 1-16,0 0-1 0,1 0 0 15,-1 1 0-15,2-1 0 16,-1 1-1-16,1-2 1 16,-1 0 0-16,-1 2 1 15,1 0-1-15,-2 0 0 16,2 2 0-16,-2-2 0 16,2 0-1-16,0 0 1 0,-1 0 0 15,2 1 0-15,-2-1 0 16,0 3 1-16,0-2-1 15,-1 0 0-15,1-1 1 16,0 0-1-16,1 0 0 16,-2 0 0-16,1 0 0 15,2 0 0-15,-2 1 0 16,2-1 0-16,1 0 0 16,-3-1 0-16,1 1 0 15,0 2 1-15,0-3 0 16,-1 3 0-16,-1-3-1 15,-1-2 1-15,4 4-1 16,2-1 0-16,-2-3 0 16,1 4 0-16,-3-5 0 15,0 2 1-15,3 2-1 16,-3-3 0-16,0 4 1 16,-2-4 0-16,-2 0-1 0,3 2 0 15,-2-1 0-15,0 1 0 16,2 2 0-16,-3 0 0 15,0-1 0 1,2 2 0-16,-2-1 0 0,-1-2 0 16,2 2 0-16,-1-1 0 15,1-2 0-15,-1 2 0 16,2-2 1-16,0 1-1 0,1 0 0 16,-1 1 0-16,-1-1 0 15,2 0 0-15,-1-1 0 16,0 1-1-16,0-2 0 15,1 0 1-15,-1 0 0 16,1 2 0-16,0 0 0 16,0 1 0-16,1 0 0 15,-4-2 0-15,3 1-1 16,-1-1 1-16,-1 3-1 16,5-1 1-16,-6 0 0 15,4 1 0-15,-1-1 0 16,-2-1 0-16,3 1 0 15,-1-1 0-15,3-1 0 16,-2 2 0-16,3-3 0 16,-1 1 0-16,-4 0 1 15,5-2-1-15,-2 2 0 16,-2-2 0-16,3 2 0 0,-4-1 0 16,3 1 0-16,1-1-1 15,-3 2 0-15,1-1 1 16,-1 1-1-16,-1-1 1 15,2 0 0-15,-1 2 0 16,-1-2 0-16,1 2 0 16,-1-2 0-16,2-2 0 0,-1 1 0 15,0-1-1-15,1 3 1 16,0 1 0-16,0-2 0 16,-1 1 0-16,1-2 0 15,-1 1 0-15,2 2 0 16,-1-1 1-16,-1-2 0 15,1 1 0-15,-1-1-1 16,1 1 1-16,0 0 0 16,-1 0-1-16,0 1 0 15,1-2 0-15,-1-1 0 16,0 1 0-16,1 0 0 16,0-1 0-16,0 2 0 15,-1-1 0-15,1 1 0 16,-2-2 0-16,0 4 0 15,0-6 0-15,-1 3 0 16,1 2 0-16,2-1 0 16,-3 2 0-16,-1 0 0 15,-2-1 0-15,0 1 0 0,3 0 0 16,-1-2 0-16,4 2 0 16,-4 0 0-16,0 0 0 15,-1-1 0-15,-1 2 0 16,-1-4 0-16,2 2 0 15,1 0 0-15,-1-1 0 0,1-1-1 16,0 3 1-16,1-2 0 16,-1 0 0-16,1 2 0 15,0-2 0-15,1-1 0 16,1 2 0-16,-1-1-1 16,1-1 1-16,-1 2 0 15,0-3 0-15,2 2 0 16,-2-1 0-16,2 1 0 15,1-1 0-15,-2-1 0 16,3 1 0-16,-4-1 0 16,1 1 0-16,0-2 0 15,0 3 0-15,1-1 0 16,3 2 0-16,-2-1 0 16,0 0 0-16,-1 0 0 15,-2-2 0-15,2 3 0 16,-3-3 0-16,2 0 0 15,3 3 0-15,-4-1 0 16,4 0 0-16,-1 4 0 0,-3-5 0 16,3 2-1-1,-3 0 1-15,2-2-1 16,0 2 1-16,-2 1 0 0,0-2 1 16,-1 0-1-16,2 1 1 15,0-1-1-15,0-1 0 16,0 0 0-16,-1-1 0 0,0 1 0 15,1 1 1-15,1 2-1 16,-1-3 0-16,1 1 0 16,-1-2 1-16,1-1-1 15,0 0 1-15,-1 0 1 16,1 0-1-16,0-1 1 16,1 2-1-16,-1 0-1 15,1 0 0-15,0 0 0 16,0-1 0-16,1 0 0 15,-1-1 0-15,0 1 0 16,0 0 0-16,0 0 0 16,0 1 1-16,0 1 0 15,1-2 1-15,-1 2 0 16,1-1 0-16,-3-1 0 16,1-1 0-16,1 2 1 15,0 1-1-15,0-3 0 16,-1 1-1-16,-1-3 2 15,1 1 0-15,1 2 21 0,2 1 4 16,-1-2 4-16,-5 0 1 16,4 0-20-16,-1 0-5 15,0 0-6-15,3 1 0 16,-4 0-2-16,1 0 1 16,-1-1 0-16,2 1 0 15,-2-1 0-15,0 1 0 0,1 4-1 16,-2-2 1-16,1 1 0 15,0-2 0-15,-2-2 0 16,-2 0 0-16,2 1-1 16,-2-1 0-16,2 0 1 15,0 3-1-15,0 1 1 16,-1-1 0-16,2-1 0 16,-1 1 0-16,-1-3-1 15,1 2 1-15,-1 0-1 16,1-2 1-16,2 4 0 15,0-2 0-15,0-1-1 16,-1 1 0-16,0 1 1 16,-1-3-1-16,2 1 0 15,1 1 1-15,0 1 0 16,0-2-1-16,-1-1 0 16,0 0 1-16,1 0-1 15,-3 0 0-15,3 1 0 16,-1 0 0-16,1 2 0 0,1-1 0 15,0-2 0-15,1 0 0 16,-2 0 1-16,1 3-1 16,1-2 1-16,-4 0 0 15,3-1 0-15,0-1 0 16,0 1 0-16,1-2 0 16,1 2-1-16,-3-1 0 0,2 1 0 15,1 1 0-15,-4-1-1 16,3 3 1-16,-3-2-1 15,1 2 1-15,0-3 0 16,0 0 0-16,4 0 0 16,-6-1 0-16,4 2 1 15,-1 0 0-15,-3 0 0 16,4 1 1-16,-3-1 5 16,0 0 2-16,2 0 2 15,-1-1 0-15,1 0-6 16,-1 1 0-16,0 1 1 15,0 0 4-15,-1-1 4 16,0 0 2-16,-1-1 6 16,0 0 1-16,1 0 1 15,0 0-1-15,1 1-9 16,0-1-4-16,-1 0-6 16,1 1-2-16,-1 1-2 0,1 1 1 15,-2-1 0-15,1 2 0 16,-3-2-1-16,2 1 1 15,-1 1-1-15,-1-1 0 16,0 1 0-16,2 1 0 16,-3-2-1-16,3 1 1 15,1-1 0-15,-2 0 0 16,1-2 0-16,-1 0 0 0,-1 2 0 16,2-2 0-16,1 2 0 15,-2-2 0-15,2 0 0 16,2 1 1-16,-3-2-1 15,4 0 1-15,-5 1 0 16,2-1 0-16,1 0 0 16,-1 0-1-16,3-1 1 15,-3 0 0-15,2-1 0 16,-2 0 0-16,-2-1-1 16,2 0 0-16,0 1 1 15,1 2-1-15,2-1 0 16,-1-1 1-16,-1-1 0 15,-2 0-1-15,1 0 0 16,0 2 1-16,1-1-1 16,-1 1 0-16,1 0-1 15,-1-1 1-15,2 2 0 16,-2 0 0-16,0 0 0 16,0 0 0-16,-2 0 0 0,0 0 0 15,0 1 0-15,1 0-1 16,-1 1 1-16,2 0 0 15,-1-1 0-15,-1 1-1 16,1 1 1-16,-1-2 0 16,-1 1 0-16,2 0 1 0,0-1-1 15,0 0 1-15,1-1 0 16,-1 0-1-16,4 0 1 16,-2 0 0-16,-2-1 0 15,0 0 0-15,1 0-1 16,-1 0 0-16,7 0 0 15,-2 1 0-15,-4 0 0 16,2 0 0-16,-7-1 0 16,3 0 0-16,3-1 0 15,0 1 1-15,0 0-1 16,-2-1 1-16,-1 2-1 16,-1-2 1-16,0 1-1 15,1-1 1-15,3 1-1 16,-1-1 0-16,0 1 0 15,-2 0 0-15,0-1 0 16,2 2 0-16,1 0 0 16,0 0 1-16,-2 0-1 15,-1-1 1-15,1 1-1 16,0-2 1-16,1 2 0 0,0 0 0 16,0-2 0-16,-1 1-1 15,0 0 1-15,1-1-1 16,-1 2 0-16,1 1 0 0,0-1 0 15,0 0 0-15,0-1 0 16,-2-1 0 0,3 2 0-16,-2 0 0 0,0 0 1 15,1 0-1-15,-1 0 0 16,0 0 1-16,1-2-1 16,-5-1 1-16,5 2-1 15,-2-2 1-15,2 3-1 16,3-1 1-16,-5-2-1 15,-1 2 0-15,-5 0 0 16,1 0 0-16,0 1 0 16,1 0 0-16,-1-1 0 15,-1 0 0-15,0-1 1 16,0 0 0-16,-1 0 0 16,1-2 1-16,-1 2 0 15,-1-1 0-15,0 0 0 16,0 2-2-16,0-1 0 15,0 1 0-15,0 0-4 0,-1 0-31 16</inkml:trace>
  <inkml:trace contextRef="#ctx0" brushRef="#br0" timeOffset="75106.14">20101 2904 135 0,'0'0'64'0,"0"-1"-17"16,0-1-6-16,0 1 23 16,0 0 19-16,0 0 27 15,0 0-1-15,0 1-24 0,0-1-17 16,0 0-29-16,0 0-9 15,0-1-10-15,0 0-1 16,1-1-1-16,5 0 1 16,3 0-1-16,22-22 0 15,-18 20-4-15,3 1-3 16,1 0-6-16,3 0-1 0,1 3-3 16,-1-1 0-16,1 3 0 15,-1 2-1-15,-1 1 1 16,1 0-1-16,-2 3 1 15,-2 0-1-15,0-1 1 16,-2 1-1-16,-4-1 1 16,1 2-1-16,-5 0 1 15,-1 1 0-15,-3 0 2 16,-1 0 1-16,-2-1 2 16,-2 2 0-16,-2 3 0 15,-4 0 0-15,1 5-1 16,-3-2-1-16,-1 2 5 15,-2 0 5-15,-1-1 6 16,-4-1 2-16,0 2-3 16,0-1-4-16,-3 0-5 15,0 1-2-15,-2 0-1 16,0-2-1-16,5-1-1 0,-1 0-1 16,5-2 2-16,2 1 2 15,4-4 5-15,1 1 1 16,3-5-1-16,1-2-3 15,3 1-6-15,-1-4-1 16,3 2 0-16,-1-3 1 16,0 0 2-16,0 0 0 15,0 0-2-15,7 2 0 0,3-1-2 16,25 4 0-16,-20-5-1 16,3 0 1-16,1 2 0 15,2-2-1-15,1 0 1 16,-2 0-1-16,0-2 0 15,-2 0 1-15,0 0-2 16,0 0 1-16,-1 0 0 16,1-2 0-16,-1 1 1 15,-2-3 0-15,1 0 0 16,-3 1 0-16,-1 0-1 16,0 2 0-16,-3 0 0 15,-2 1-1-15,-3 0 1 16,0 1-1-16,-2 1 0 15,-2-1 1-15,0 0 1 0,0 0 0 16,0 1 2 0,0-1-1-16,0 0 1 0,0 0 0 15,0 0 13-15,1-1 5 16,3-7 9-16,11-22 5 16,-13 21-7-16,-1-1 0 15,0 0-3-15,-1 0-2 16,-1 0-6-16,-1 2-3 15,-2 1-7-15,2 1-1 16,0 3-4-16,0 0-1 0,-2 1-3 16,1 0-3-16,0 3-22 15,-1 0-21-15,-3 4-65 16,0 3-74-16</inkml:trace>
  <inkml:trace contextRef="#ctx0" brushRef="#br0" timeOffset="75505.64">20780 3062 378 0,'0'-2'232'0,"-1"-1"-10"15,0 3-150-15,1 0-34 0,0 0-32 16,0-1-3-1,0 0 15-15,0 0 9 0,0 0 15 16,3-1 4-16,8-3-9 16,22-10-8-16,-19 8-15 15,0-2-6-15,1 1-5 16,0 0-1-16,0 2-1 16,-1 0-1-16,-1 2-35 15,0 0-65-15</inkml:trace>
  <inkml:trace contextRef="#ctx0" brushRef="#br0" timeOffset="75889.45">20843 3210 152 0,'2'0'61'16,"-1"0"-10"-16,1-1 17 0,-2 0 35 15,0 0 21-15,0 0 8 16,0 0-12-16,0 0-24 15,0 1-17-15,4-3-31 16,3-1-13-16,24-14-16 16,-21 11-5-16,3 0-6 15,2 1-2-15,1 0-2 16,-1 1-1-16,-1 1-1 16,0 0-1-16,-4 1-1 15,-1 0 5-15,-3 2-76 16,-1 1-82-16</inkml:trace>
  <inkml:trace contextRef="#ctx0" brushRef="#br0" timeOffset="77039.33">21429 2744 162 0,'0'-1'110'0,"-1"-2"-8"0,-2 3-34 15,2 0-21-15,0 0 3 16,1 0 27-16,-1 0 14 16,0 0-7-16,1 0-3 15,-1 0-21-15,0 0-15 0,0 0-18 16,0 0-7-16,1 0-3 16,-1 0 2-1,0 3 4-15,-1 3 0 0,-1 0-3 16,-8 25-3-16,10-20-9 15,0 1-2-15,-5 4-3 16,2-1 0-16,3 3-2 16,-5 1 1-16,7 1-1 15,-1 1 0-15,3-1 1 16,1-1-1-16,0-4 0 16,1-1 1-16,-4-4 0 15,2 1-1-15,1-3 1 16,-2-1 0-16,3-2 0 15,0-3 2-15,1 0 0 16,1-6 1-16,2 0 1 16,-2-1-1-16,2-5-1 15,3 2 0-15,-3-5 0 0,4-1-1 16,0-2 0-16,-2 0 0 16,-2 3-1-16,-2 0 0 15,-2 2-1-15,-1 3 0 16,-1 1 0-16,0 2 0 15,-1 2-1-15,-1 0 0 16,0 3-1-16,-1 0-1 16,0 0-1-16,0 0 0 15,0 0 1-15,0 0 0 0,0 1 2 16,3 12-1-16,6 24 1 16,-9-21 0-1,2 0 0-15,-2 1 0 0,0 0 0 16,1 0 1-16,-1-3-1 15,1-2 1-15,-1 0 0 16,-1-3-1-16,1 0 0 16,-2 0 1-16,1-4-1 15,1 4 1-15,-2-4 0 16,1-2-1-16,0 0 1 16,1-1 1-16,-1-2 1 15,1 0 1-15,0 0 0 16,0 0-3-16,0 0-40 15,0-1-46-15,0 0-142 16</inkml:trace>
  <inkml:trace contextRef="#ctx0" brushRef="#br0" timeOffset="77539.67">21804 2987 181 0,'0'1'77'0,"1"1"-46"15,-1 6-12-15,-4-5-8 16,3 2 14-16,-3-2 71 15,2-1 33-15,2 0 43 0,0-2 0 16,-1 0-51 0,0-1-28-16,0 1-43 0,0-1-16 15,0 0-17-15,-1-8 2 16,-1-19 11-16,6 22 0 16,-2 1-2-16,-1 4-9 15,-1-1-16-15,1 1-10 16,-1 0-51-16,0 1-41 15,0 0-144-15</inkml:trace>
  <inkml:trace contextRef="#ctx0" brushRef="#br0" timeOffset="78772.98">22149 2660 100 0,'3'0'87'0,"0"-2"8"0,2 0-6 16,-2 0 0-16,-1 0-8 15,-1 2-2-15,-1 0-11 16,-1 0-7-16,0 0-17 16,1-1-9-16,0 1-11 15,0 0-5-15,0 0 0 16,0 0 7-16,0 0 10 15,0 0 3-15,0 0 2 16,-1 0-4-16,0 3-7 16,-3 5-3-16,-12 24-8 15,12-21-5-15,-2 1-7 16,0 0-2-16,-2 0-2 16,-1 0-1-16,1 1 6 15,-3 2 3-15,2-1 6 0,-3 1 0 16,0 1-4-16,5-1-4 15,-1 2-5-15,2 0-1 16,2-1-1-16,-1 0 0 16,2-1 0-16,-1-3-1 15,1 0 1-15,1 1-1 0,-1-2 0 16,2 2 0-16,1-1 0 16,0-1 0-16,0-2 0 15,0 2 0-15,3-5 1 16,0 3-1-16,2 0 1 15,1-2 0-15,2-1 0 16,-1-1 0-16,5-1 0 16,-2 0 0-16,3 0 1 15,-3-1-2-15,3-1 1 16,1 1 1-16,-3-2-1 16,6-1 0-16,-4 0 1 15,0 0 0-15,1-3-1 16,-3-2 1-16,1 0-1 15,1 2 0-15,-1 0-1 16,0-1 1-16,-1 1-1 16,-2-1 1-16,-1 0 0 15,0-1 0-15,-1-1 1 0,1 0-1 16,-1-2 0 0,0 0 0-16,-1 1 0 0,-1 2 0 15,-2-2 0-15,-2 4 1 16,-1-1 0-16,-1-2 0 15,1 3-1-15,-3-3 0 16,1 5-1-16,-2 0 1 0,0 0 0 16,3 0 0-1,0 0 3-15,0 0 2 0,0 0 5 16,1 1 3-16,-6-3 1 16,0 0-1-16,-22-13-4 15,21 11-1-15,0 1 1 16,0 0 2-16,1 1 2 15,-2 0 0-15,2 3-4 16,-2 0-2-16,1 1-3 16,-3 0-1-16,-2 1-2 15,1 2 0-15,-1-1-3 16,4 2 1-16,-5 2-1 16,-2 1 3-16,-6 3-64 15,-4 0-89-15</inkml:trace>
  <inkml:trace contextRef="#ctx0" brushRef="#br0" timeOffset="82538.53">20138 3804 262 0,'0'-3'126'0,"1"1"-52"16,-1 1-31-16,0 1-33 15,0-1-4-15,0 0 29 16,0 0 22-16,1-9 35 16,9-26 14-16,-7 22-12 15,1-2-18-15,0 2-31 16,0-3-14-16,-1-1-16 16,0 3-3-16,-1 0 1 15,-1 1 5-15,-1 2 13 16,-2 0 7-16,-1 3 3 15,-2 2-1-15,-1 2-11 16,0 0-7-16,-3 4-9 0,0 0-6 16,-2 5-6-16,-1 3-1 15,2 2 0-15,-3 3-1 16,4 5 0-16,-2 0 1 16,-1 5 0-16,4-1 0 15,0-1 0-15,2-1 0 16,3-2-1-16,0-3-1 0,3-4-3 15,2-1-2-15,3-8-1 16,2-1 2-16,5-5 2 16,3-3 3-16,4-4 0 15,3-2 0-15,1-3 1 16,-3 2 0-16,1 0 0 16,-3 3 0-16,-1 3 0 15,0 2 0-15,-5 5-1 16,-2 2-2-16,-2 2-1 15,1 5-2-15,-2 7 0 16,-1 2 0-16,1 9 2 16,-3 3 1-16,0 3 1 15,1 2 1-15,-1-1-1 16,2 1-1-16,-2-3 0 16,0 0 1-16,-8 1 0 15,1 0 1-15,0 0 1 0,-3-1 0 16,0-3 0-16,-1-2 0 15,-6-6 0-15,1-1 1 16,-3-2 3-16,-3-4 3 16,-3-3 10-16,-3-3 3 15,0-4 0-15,-1 1-3 0,-1-4-11 16,2 1-1-16,1-3-2 16,0-4 0-16,2-2 0 15,0-2-2 1,8 0-45-16,5-1-55 0</inkml:trace>
  <inkml:trace contextRef="#ctx0" brushRef="#br0" timeOffset="83023.5">20560 3522 540 0,'0'-1'192'0,"1"0"-156"15,0 1-33-15,-1 0-2 0,0 0-1 16,0 0 13-16,0 0 19 16,0 0 2-16,0 0 8 15,4 6-9-15,3 9-9 16,2 28 1-16,-14-16-3 15,-2 1-5-15,1 8-6 16,2-3-4-16,4 3-3 16,0-1-1-16,1-3-1 15,1 2-1-15,3-1 1 16,2-2 0-16,3-3 0 16,0-3 1-16,2-7-1 15,3 0 0-15,1-4 0 16,0-1-4-16,0-5-99 15,2-3-127-15</inkml:trace>
  <inkml:trace contextRef="#ctx0" brushRef="#br0" timeOffset="84043.56">20708 3700 440 0,'0'-3'174'0,"0"-5"-107"0,2 2-52 16,-1-1-8-16,2-2-4 16,0 2 4-16,0-1 29 15,2 1 7-15,1 0 21 16,2-2 5-16,-1 2-27 15,1 0-8-15,-1 2-21 16,3 1-9-16,3 1-4 16,0 0 0-16,5 2 0 0,-3 1 0 15,1 0 0-15,-1 0 0 16,-2 1 0-16,1 2 0 16,-2 1 0-16,0 1-1 15,-4 2 1-15,0 1 0 16,-3 2 0-16,0-1 0 0,-4 1 1 15,-1-1 1-15,-1 2 1 16,-1 1 1-16,-4 2 3 16,-2 0 2-16,-4 4 2 15,0-3 1-15,-1 2-2 16,-1-1 0-16,0-3-4 16,0 0-2-16,0-4 0 15,1 3-2-15,1-1 0 16,1-1 1-16,1 1-1 15,-1-1 0-15,4 0 0 16,-1-1 0-16,2-3-1 16,1 1 1-16,3-3 0 15,2 1 1-15,1-1-1 16,0-1 1-16,-1-3-1 16,0 0 1-16,0 0-1 15,0 0 1-15,0 0-1 16,8 1 0-16,3 2 0 15,21 5-1-15,-16-8 1 16,0-1 0-16,0-2 0 0,1-1 0 16,1-2-1-16,2 1 1 15,3-1-1-15,-2 1 0 16,-4 2 0-16,-2 0 1 16,0 0-2-16,-4 1 1 15,-1 2 0-15,-1-3 0 16,-6 2 0-16,2 1-1 15,0 0 1-15,-3 0 0 0,1-2 2 16,-3 1 2-16,-1 0 0 16,0 0 1-16,0 1 0 15,0-1-1-15,1 0 0 16,-1-3 5-16,0-6 7 16,-5-19 2-16,2 18-1 15,3 1-3-15,-2 2-10 16,-2-1-1-16,-1 2-4 15,0 1 0-15,2 5-54 16,-1-1-72-16</inkml:trace>
  <inkml:trace contextRef="#ctx0" brushRef="#br0" timeOffset="84605.75">21138 3505 536 0,'1'-1'195'16,"1"0"-147"-16,1 1-44 16,-3 0-3-16,0 0 0 15,1 0 0-15,9 2 7 16,24 11 3-16,-21-4 3 15,3 3 2-15,-1 1-8 16,1 0-1-16,0 5-3 16,2 0-1-16,0 6 0 15,0 2 0-15,-1-1 0 16,0 1 0-16,-5-1 2 16,-1-1 4-16,-6-2 9 15,-3 1 4-15,-2 2 3 0,-3-3-2 16,-5 1-2-1,-1-1 1-15,-4-2 2 0,-2-2 4 16,2-1-2-16,1-2-3 16,-2-3-5-16,3 1-7 15,-1-3-5-15,0 0-4 0,2-1-16 16,-1-2-37-16,2-2-201 16</inkml:trace>
  <inkml:trace contextRef="#ctx0" brushRef="#br0" timeOffset="85122.489">21472 3741 441 0,'0'0'159'0,"2"0"-120"16,0 0-38-16,-2-1 0 15,0 1 1-15,0-1 13 0,0 0 47 16,0 0 11-16,3 0 14 16,3 0-9-16,-1-1-43 15,24-9-10-15,-19 9-13 16,1-4-3-16,2 4 3 15,3-1 0-15,-2 3 1 16,4 0-3-16,-3-1-5 16,0 0-2-16,-3-1 0 15,-1 0 0-15,-3 0-1 16,-1 0 1-16,-2 0 0 16,1 2-17-16,-2-1-135 15</inkml:trace>
  <inkml:trace contextRef="#ctx0" brushRef="#br0" timeOffset="85472.02">21491 3923 299 0,'0'1'106'0,"0"1"-94"15,-2 1 8-15,1-3 16 16,1 0 20-16,0 0 52 16,0 0 4-16,0 0 7 15,0 0-13-15,0 0-45 16,1-1-13-16,6-1-26 15,1 0-8-15,23-9-9 16,-20 6-1-16,3-1-2 16,1 1-1-16,-1-2 0 15,3 1-1-15,-1 1 2 16,1 0-21-16,2 0-139 16</inkml:trace>
  <inkml:trace contextRef="#ctx0" brushRef="#br0" timeOffset="87055.5">22036 3606 269 0,'-2'0'127'16,"0"0"-56"-16,0-2-28 15,2 2-18-15,-1 0 6 0,0 0 20 16,0 0 9-16,0 0-3 15,0 0-1-15,0 0-5 16,-2 2-4-16,-3 1-3 16,0-1-7-16,-24 25-13 15,24-20-5-15,0 1-9 16,2 2-3-16,0-2-2 16,-1 6-1-16,0-2 0 15,0 0 0-15,2 1 0 16,-1-3-1-16,2 1 1 15,0 1-2-15,1-1 1 16,1 0-1-16,0-2 1 16,2 0-1-16,-2 0 1 15,5-1 0-15,-2-2 0 16,2 1 1-16,0-2-1 16,0 1-1-16,0-3 0 0,0 0 0 15,1 1 0-15,2-1 1 16,3 0 1-1,2 1 2-15,-2-3-1 0,1-2 1 16,2-2-1-16,-2-1 0 16,3 0-1-16,-1 2 0 15,-3-1-1-15,4-2 0 16,-5 0 0-16,0-3 0 0,0 0 1 16,-4 1 0-16,1-1 0 15,-3 1 1 1,2 0 21-16,-1-2 5 0,-2-2 12 15,-2 0 3-15,3 4-18 16,-2-4-6-16,-2 3-11 16,0 1-3-16,-1-3-3 15,0 2 1-15,-3 1 2 16,-1-2 4-16,0-1 7 16,-2 2 0-16,5-2-2 15,-4 2-4-15,3 2-8 16,2-1-1-16,-4 1-2 15,1 0-1-15,0-1 0 16,-7 0 0-16,6 1 0 16,-1-1 1-16,0 1-1 15,3 2 1-15,0 1-1 0,0 0 1 16,-1 1-1-16,-1-2 2 16,-2 1-1-16,-1-1 0 15,1 2-1-15,-1-1-1 16,0 1 0-16,2 1 0 15,0 0-34-15,-3 1-36 16,0 4-133-16,-2-1-121 16</inkml:trace>
  <inkml:trace contextRef="#ctx0" brushRef="#br0" timeOffset="88121.28">22346 3722 548 0,'0'0'211'0,"-1"-1"-157"16,1 2-22-16,0-1-5 16,0 0 14-16,0 0 31 15,-1 0 6-15,0-1-18 16,1 1-14-16,0 0-32 16,0 0-6-16,-1 0-6 0,0 0 0 15,0 0 0-15,0 0 0 16,0 0 16-16,0 1 7 15,1 0 12-15,-1-1 3 16,1 0-12-16,0 0-7 16,0 0-10-16,0 0-1 15,0-1-2-15,0 0 0 16,0 1-2-16,0-1-2 16,0 0-31-16,0-1-61 15,-1-1-177-15</inkml:trace>
  <inkml:trace contextRef="#ctx0" brushRef="#br0" timeOffset="89204.459">22745 3549 379 0,'1'-4'197'0,"3"-1"-44"0,-2-1-108 16,0 1-10-16,0-2 9 16,0 0 24-16,-1 0 43 15,-2-2 0-15,1 0-8 16,0 0-18-16,-3-1-35 16,1 0-10-16,0 0-16 15,-3-1-5-15,0 1-7 16,0 1-1-16,-2 2 1 15,-2 0-1-15,1 2-3 16,-2 3-2-16,0 2-4 16,0-1-1-16,-2 3 0 15,1-1-1-15,0 1 1 16,-1 2-1-16,0 0 0 16,0 4 1-16,-1-1-1 0,-1 2 0 15,0 4 0 1,-1 0-1-16,5 1 1 0,-2-3 0 15,5 1 0-15,2 0 0 16,0 1 0-16,3 0 0 16,-4-2 0-16,0-3 0 15,3 0 0-15,0-2 0 16,4-2 0-16,1 1 1 0,6-5 0 16,0 0 0-16,5 0 1 15,1 0 0-15,1-4 0 16,1-2 1-16,2 0-2 15,-1-3 1-15,1 0-1 16,-1 0 1-16,0 1 0 16,-3-1 0-16,-1 1 0 15,0 1-1-15,-4 2 0 16,-1 2 0-16,-4 1-1 16,-1 2 0-16,-3 1-2 15,0-1-1-15,0 0 0 16,0 0 1-16,0 15 1 15,-2 24 0-15,0-18 1 16,0 4 0-16,-3 3 0 16,1 3 0-16,-2 1 0 15,1-3 0-15,0 2 0 0,0-5 1 16,-2-2-1 0,1-3 1-16,0-5 0 0,-1-3 0 15,2-1 0-15,1-2 0 16,0-3 0-16,0-1 0 15,2-2 0-15,1-1 0 16,0 0 1-16,0-3 0 0,0 0-9 16,0 0-25-16,0 0-97 15,0-1-109-15</inkml:trace>
  <inkml:trace contextRef="#ctx0" brushRef="#br0" timeOffset="90387.88">23033 3553 250 0,'2'-2'113'0,"2"-1"-53"0,-2-2-32 0,1 1-21 16,-1-1-3-16,0-3 43 16,0 1 29-16,0-1 42 15,0 1 15-15,-1-1-28 16,0-2-28-16,0 4-41 15,-1-2-13-15,2 2-3 16,-1-1 7-16,0-2 14 16,2-1 5-16,-3 1 2 15,-2-1-5-15,1 4-10 16,-1-2-4-16,-1 0-8 16,0 1-1-16,-2-2-5 15,0 5-1-15,-2-3-3 16,-2 3 0-16,0 0-3 15,-1 4-2-15,-2 0-3 16,2 6-2-16,0 1-1 0,-1 2 0 16,0 2 0-16,-1-1 0 15,-1 1 0-15,1 0 0 16,1 3 0-16,2 0 0 16,-1 1 0-1,3 0-1-15,0 2 1 0,-3-1 0 16,4-2 0-16,0 0 0 15,5-4 0-15,1 0-1 0,0-2 0 16,4 0 0-16,-2-4 0 16,4 0 1-16,5-4 0 15,-1-2 1-15,4-3 1 16,1-2-1-16,3-3 0 16,2 2 0-16,2-5 0 15,2 1 0-15,-2 0 0 16,-1-2 0-16,-5 3 0 15,-2 1-1-15,-4 5 0 16,-2 1 0-16,-3 4 0 16,-1 0-1-16,-3 0 0 15,3-1 0-15,-4 1-1 16,0 0 0-16,0 0-1 16,0 0 2-16,0 6-1 15,1 7 1-15,-3 25 0 0,-2-21 1 16,-1 6-1-16,-2 2 1 15,0 1 0-15,-1 6 0 16,-2-1 0-16,-1 1 0 16,-1 0 1-16,-2-1-1 15,0-4 1-15,1-2-1 16,3-5 1-16,2-1-1 16,4-6 2-16,0 1-1 0,2-4 0 15,0-1 2-15,0 1-2 16,0-3 2-16,2 0 0 15,-1-4 9-15,2-1 6 16,0-1-2-16,-1-1 2 16,0 0-11-16,0 0-3 15,0 0 0-15,0 0 0 16,0 0 1-16,0 0-1 16,0 0-1-16,0 0-9 15,0 0-28-15,0 0-153 16</inkml:trace>
  <inkml:trace contextRef="#ctx0" brushRef="#br0" timeOffset="98004.09">23638 3547 220 0,'0'0'173'0,"0"-1"-4"0,-3 1-48 16,2 0-34-16,1 0-46 16,0-1-6-16,0 1 5 15,0 0 6-15,0 0 6 16,0 0-4-16,0 0-22 15,-1 0-9-15,1 0-10 16,-1 0 1-16,0 0 0 16,0 0 1-16,0 0-2 15,-1 4-1-15,-1 5-2 16,-9 23 0-16,8-21 1 16,1 1-1-16,-5 0-1 15,4-1-1-15,-4 1-1 16,4-1 1-16,-5 0 0 15,0-2 0-15,2-2 2 16,-4 2 2-16,4-2 4 0,-1 0 1 16,-4 0-1-1,1-2-2-15,1 0-4 16,-1-3 0-16,1 1-1 0,0-2 11 16,0-2 13-16,-1-1 3 15,0-2 4-15,0 0-8 16,-2-1-11-16,1 1-4 0,2 0-6 15,0-2-1 1,1 2-3-16,-1-3 0 0,3 4 0 16,1-2 0-16,0 1 0 15,2 4-1-15,-3 0 0 16,2 2-1-16,-1 0 0 16,-3 3 0-16,6 0 0 15,-2 1 0-15,2 3 1 16,1-1-1-16,0 2 1 15,-3-2 0-15,2 2 0 16,-3-3 0-16,2 0 0 16,3 0 0-16,-2-3 0 15,2 0 0-15,-1-1 0 16,1 0 1-16,1-3-1 16,0 0 0-16,0 0-37 15,0 0-43-15,0 0-171 16</inkml:trace>
  <inkml:trace contextRef="#ctx0" brushRef="#br0" timeOffset="99070.48">23613 3844 136 0,'-1'-1'95'0,"-1"-3"7"16,0 2-13-16,1 1-28 16,0 1-18-16,0-1-23 15,0 0-1-15,0 0 8 16,0 0 5-16,1 0 8 16,-1 0-2-16,1 1-9 15,-1 0-6-15,0 0-14 16,1 0-3-16,0 0-2 15,0 0 0-15,-1 0 4 16,0 0 0-16,0 7 1 16,0 2 0-16,-5 22-3 15,1-22 1-15,0 1 3 16,-2 0 1-16,2-2 8 16,-1 1 8-16,-2-2 13 15,5-2 1-15,-3-1-5 16,-4 0-7-16,1-1-14 0,-6 0-3 15,1 1 1-15,2-1 4 16,-1-3 11-16,0 1 4 16,-3-4 6-16,0 1 0 15,-1-1-2-15,3-1-1 16,7 3-5 0,1 0-5-16,-23-4-12 0,4-2-4 0,-1 3-5 15,13 3-3-15,0 1 0 16,0 0-1-16,4 2 0 15,-2 0 0-15,3 0 0 16,3 1 0-16,0 0 0 16,2 0 0-16,2 1 0 15,-3 0 0-15,0 1-1 16,0 0 0-16,1 0 1 16,3 1 0-16,1 0 0 15,3-2 0-15,1 0 0 16,-3 0 1-16,2-2 0 15,-4 2-1-15,1-1 0 16,1 0 0-16,-2-3-21 16,0 0-39-16,0 0-273 15</inkml:trace>
  <inkml:trace contextRef="#ctx0" brushRef="#br0" timeOffset="100570.6">24176 3507 349 0,'-1'-1'153'16,"1"1"-69"-16,0 0-62 15,0-1-14-15,0 1 10 16,0 0 24-16,0 0 36 16,0-1 9-16,0 1-2 0,0-1-22 15,0 1-33-15,0 0-8 16,0 0-10-16,0 0-1 16,0 0-4-16,0 1-1 15,2 7-3-15,8 27 1 16,-10-21 2-16,-1 3 1 15,-1 4 0-15,1-1-1 16,0 6-3-16,1 1 0 0,0-2-1 16,1 1-1-16,0-3 1 15,-1-7-1-15,1-1 1 16,-1-2 0-16,2-4-1 16,-2 2 1-16,0-3-1 15,-1-2 1-15,-2-2 1 16,2 0-1-16,-1-2 2 15,1-2-1-15,0 0 2 16,0 0-1-16,1 0 2 16,-1 0 0-16,0-1 1 15,0 0 0-15,0 0 0 16,0 0 0-16,-1-2 1 16,-1-8-1-16,-7-24-1 15,9 20 0-15,-1-4-1 16,0-2 1-16,2-2 0 15,0 1 1-15,0-2 0 16,-1 1 1-16,0-1 2 0,-3 4 2 16,3 2-1-16,1 1 1 15,0 4-4-15,0-1-2 16,-1 3-2-16,1 1-1 16,1 1 0-16,-1 1-1 15,1 1 0-15,-1 0 0 0,-1 1 2 16,1 2 0-16,2 3 1 15,-2-2 1-15,0 3-1 16,0-1 0-16,0 0 0 16,0 1-1-16,0 0-1 15,0 0-1-15,0-1 1 16,0 1 1-16,0-1 2 16,0 1 0-16,-1 0 2 15,0 0-1-15,1 0-1 16,-1 0-1-16,-6 3-2 15,-5-1-1-15,-24 27 0 16,21-20 0-16,-2 2-1 16,0 0 1-16,0 0 0 15,3-1 0-15,0-3 1 16,2 0 1-16,1 0-1 16,1-2 2-16,0 2-1 15,1-4-1-15,1-1 0 16,-1 1-1-16,3-1 0 0,0 2-1 15,-1-2-1 1,-1-1 0-16,4 3-26 0,-2 0-41 16,6 3-160-16</inkml:trace>
  <inkml:trace contextRef="#ctx0" brushRef="#br0" timeOffset="101369.08">24151 3779 125 0,'0'-4'57'0,"-3"0"-17"0,1-2-36 16,2-1-4-16,-1 2 11 16,1-1 18-16,0 1 35 15,0 3 15-15,0 2 12 16,-1-1-13-16,0 0-21 15,0 0-6-15,0 0-8 16,0 0 0-16,0 0-8 16,0 1-8-16,1-1-17 15,-1 0-7-15,0 0-3 0,0 1-2 16,0 0 0-16,0 0 1 16,0 13 1-16,1 25 0 15,2-22 0-15,0 0 1 16,0 0-1-16,1-2 1 15,0-1-1-15,-1-2 1 16,0-2-1-16,0 0 1 16,1-2 0-16,1-1 0 0,-1 0 0 15,1-2 0-15,-1 1 0 16,0-1 0-16,-1-3 1 16,-1 3-27-16,-1-4-161 15</inkml:trace>
  <inkml:trace contextRef="#ctx0" brushRef="#br0" timeOffset="102369.73">24076 4000 185 0,'0'0'94'0,"-2"-1"-21"16,1 1-17-16,0-1 3 15,0 0 16-15,0 1 23 16,0-1-3-16,-1 1-7 15,-4-1-15-15,0 1-28 16,-22 0-8-16,20 1-22 16,-1 1-6-16,1 0-2 15,-1-1 5-15,3 0 12 16,4 0 3-16,-1 1-1 16,2 2-6-16,1-4-11 15,-1 0-3-15,0 0-1 16,1 0 1-16,0 0 4 15,0 0 1-15,2 0 1 16,13 0-2-16,26-2 0 16,-16-4 1-16,4-1 4 15,4 1-1-15,2-1-2 0,1 3-3 16,0-3-4-16,-4 1 0 16,-1-1-1-16,-2 0 1 15,-9 2 0-15,0 2-1 16,-6-1 1-16,-4 1-1 15,-3 1 0-15,-4 1 0 0,-3 1 2 16,0 2 0 0,-1-2 1-16,0 0 0 0,0 0-2 15,-12 5-1-15,-25 11 1 16,19-9-1-16,-4 0-1 16,-1 0 0-16,-6 0-1 15,2 0 0-15,0 0 0 16,3 0-1-16,2 0 1 15,-1-1-1-15,7-1 2 16,-2 0 2-16,5-1 2 16,2-2 1-16,4 1-1 15,4-1-2-15,1-1-4 16,1 1-1-16,1-2 0 16,1 0 0-16,0 0 3 15,0 0 1-15,17 0 0 16,25-1-1-16,-13-4-1 15,1-1 0-15,2 2-2 0,5-1 1 16,-1-1 0-16,0 1-1 16,-4-1 1-16,-6 1 0 15,-2 0-1-15,-4 2-5 16,0-2-31-16,-1 2-29 16,-6 2-77-16,0 0-39 15,-4 4-113-15</inkml:trace>
  <inkml:trace contextRef="#ctx0" brushRef="#br0" timeOffset="107535.59">14115 3178 303 0,'2'-3'135'0,"3"0"-50"16,3 0-69-16,-4 3-14 15,3 0-1-15,-7 0 0 16,0 0 1-16,4 0 15 16,-4-1 15-16,0 0 19 15,0 0 5-15,0 0-13 16,0 1-13-16,0-1-18 16,0 0-5-16,0 0-4 15,4-2-2-15,5 1 0 16,25-25-1-16,-21 20 1 15,5 2-1-15,4-2 1 16,3 1-1-16,2 2 0 16,2-1 0-16,-2 4 0 15,1 0 0-15,0-1 1 16,-4 1-1-16,-4 0 0 16,0 3 0-16,-5 0-1 15,-1 0 1-15,-5 3-1 16,-3-1 0-16,-2 4 1 0,-1 0 0 15,-3 3 0-15,0-2 2 16,-1 3 4 0,-2 0 2-16,-4 1 8 0,-3 1 3 15,-2 3 4-15,-2 2 0 16,-2 0-5-16,0 2-1 16,-1 2-2-16,0 0 1 15,1 0 4-15,0-3 2 0,1-2 2 16,2-4 1-16,1-1-4 15,1-2-3-15,2-3-7 16,1-2-2-16,1 1-5 16,2-1-1-16,0 2-1 15,3 1-1-15,0-3 0 16,2-1 0-16,1-1 1 16,0-2-1-16,3 0 1 15,-4-2 0-15,0 0 1 16,1 0 0-16,10 3 1 15,25 5-1-15,-21-10 0 16,3 1 1-16,2-2-2 16,-1 1 1-16,3-1-1 15,0-1-1-15,1-1 1 16,-1 0 0-16,-3 1-1 16,0 0 1-16,0-1-1 0,-2 0 1 15,-2-1 0-15,1 0 0 16,-5-3-1-16,1 2 1 15,-2 3-1-15,-2-4 0 16,0 6 0-16,0-2 0 16,0-1 0-16,1 1 0 15,-3-2 0-15,0 0 2 16,-1-1 0-16,-2 0-3 16,0-4 24-16,-2 1 7 0,0-3 15 15,-1 3 10-15,0 0-13 16,-2-2-4-16,1 0-11 15,-2-2-6-15,3 0-10 16,0 2-3-16,-2 2-5 16,2 0 0-16,-2 2 6 15,-1 1 4-15,2 1 3 16,-1-1-1-16,1 4-7 16,0 0-5-16,1 3-2 15,-1 0-2-15,1-1 1 16,0 0-14-16,0 0-68 15,0 0-48-15,-1 0-158 16</inkml:trace>
  <inkml:trace contextRef="#ctx0" brushRef="#br0" timeOffset="109551.38">14915 3092 181 0,'-2'1'66'0,"1"0"-48"0,0 1-6 15,0-2 5-15,1 0 1 16,0 0 17-16,0 0 8 15,0 0 15-15,0 0 5 16,0 0-7-16,0 0-8 16,0 0-14-16,10-1-6 15,22-2-5-15,-19-2 0 16,6-1 0-16,0 0-2 0,3 0-8 16,1 0-4-1,-2-1-6-15,0 3-1 0,-2-4 0 16,0 3-1-16,-2 0 1 15,0-1-1-15,-4 5-1 16,-2 0 6-16,-3 2-132 16</inkml:trace>
  <inkml:trace contextRef="#ctx0" brushRef="#br0" timeOffset="109968.51">14959 3264 677 0,'-1'1'231'0,"1"3"-242"0,4 1-51 15,0 1-74-15,2 1-12 16,-1-4 30-16,0 0 34 0,-3-2 102 16,2-1 31-1,-1 0 36-15,-3-1 8 0,0 1-16 16,0-1-14-16,0 0-20 16,7-3-3-16,9-1-4 15,22-27-3-15,-17 20-12 16,5 0-8-16,3 0-9 15,1-1-1-15,3 0-1 16,-5 0-1-16,-3 1 0 16,-4 1 0-16,-5 0 0 15,0 2 0-15,-4 2-41 16,1 1-78-16</inkml:trace>
  <inkml:trace contextRef="#ctx0" brushRef="#br0" timeOffset="110868.65">15546 2963 637 0,'-3'0'251'0,"-4"-1"-141"16,2 5-108-16,2-2-6 16,1 3-9-16,0-1 0 15,2-2 3-15,1-1 2 16,-1-2 9-16,0 0 4 0,0 0 5 15,0 0 1-15,0 0 3 16,0 0 1-16,7-1 0 16,4-3 0-16,22-12-1 15,-18 12-2-15,-2-5-4 16,3 1-1-16,2 0-3 16,0-1-1-16,0 1-1 15,2 1 0-15,-7-3 0 16,0 1 0-16,-2 4 1 15,-5 0 0-15,0 3-1 16,-2 1-1-16,-2 1 0 16,-1 0 1-16,-1 1 1 15,-1 0 1-15,0 0 0 16,0 0 1-16,-1 0-3 16,-10 5 1-16,-23 14 0 15,20-11-1-15,1 3 0 16,0 0-1-16,-2 0 1 15,5 1-1-15,0-3 0 16,0 2 0-16,2-1 0 0,-1-2 0 16,1-5 0-16,4-1 0 15,4-1 0-15,1 2 0 16,0-3-1-16,0 0-1 16,0 0-62-16,0 0-74 15</inkml:trace>
  <inkml:trace contextRef="#ctx0" brushRef="#br0" timeOffset="111785.2">15907 2628 556 0,'-2'-6'235'0,"1"-3"-102"16,1 3-137-16,1 3-43 0,1 1-57 16,1-1-2-16,-3 2 22 15,0 0 42-15,0 1 88 16,0-1 20-16,0 0 22 15,0 0-7-15,0-2-33 16,0 2-16-16,0 1-26 16,0-1-5-16,0 0-2 15,0 0-1-15,0 0 2 16,0 1-1-16,0 0 1 16,2 12 0-16,3 26 0 15,-5-20 0-15,0-2 0 16,1 3 0-16,5 2 0 15,-1-2 0-15,3 2 0 16,-1-2 1-16,-1 1-1 16,2-1 1-16,-2-5 1 15,-2-3-1-15,0-4 0 16,4-1 0-16,-5-5 1 0,4-1 0 16,2-1 0-16,-2-5 1 15,4-1-2-15,-1-4-1 16,3 0 0-16,-2 1 0 15,0-2 1 1,-3 3 1-16,0 0 0 0,-2 0 0 16,-1 2 0-16,-2 1 0 15,1 1 0-15,-1 1 0 0,1 3-2 16,1 1 0-16,-3 0-1 16,-2 0 1-16,0 0 2 15,0 0 2-15,0 0 1 16,3 5 1-16,1 7-1 15,11 21-1-15,-8-20-1 16,1 2 0-16,0 1-1 16,2 0 0-16,-1-2 0 15,0-1 0-15,-1-1 1 16,1 0-1-16,-1-2 1 16,1 1 0-16,-3-5 0 15,1-3 0-15,0 2-4 16,-2-5-22-16,2 0-72 15,-1 0-45-15</inkml:trace>
  <inkml:trace contextRef="#ctx0" brushRef="#br0" timeOffset="112284.92">16391 2635 845 0,'3'-1'291'0,"3"1"-346"15,0 3-83-15,1 4-70 16,-4 2-6-16,-1-1 93 15,-2-2 82-15,0 1 118 16,1 1 26-16,-4-1 16 16,0-3-23-16,-2 2-48 15,2-1-20-15,0-2-22 16,0 2-5-16,-2-4 0 16,1 3-1-16,3 0 1 15,1 0-1-15,0-2-2 16,0-2 1-16,0-1 0 15,0 0 2-15,0 1 3 0,0-1 1 16,0 0 7-16,0 0 1 16,0 0 0-16,2-4 3 15,1 0-1-15,-1-5-1 16,10-15-2-16,-10 23-3 16,-3-1-6-16,1 2-4 15,0 1-8-15,-1 0-17 16,1 0-60-16,-1 0-41 0,0 0-114 15</inkml:trace>
  <inkml:trace contextRef="#ctx0" brushRef="#br0" timeOffset="112636.2">16710 2355 445 0,'0'-2'90'0</inkml:trace>
  <inkml:trace contextRef="#ctx0" brushRef="#br0" timeOffset="113302.05">16679 2360 357 0,'-2'0'153'0,"-4"3"-70"0,-1 1-68 16,1-3-10-16,0 5-3 15,3 0 0-15,-3 1-1 16,1 3 1-16,-1-1 0 15,-1 2 1-15,2 3-1 16,-3-1 0-16,2 3-1 16,3 1-1-16,-1 2 1 15,2 3 0-15,-3-1 0 16,1 1 1-16,2-4-1 16,-1 1 0-16,2 1 1 15,0-2-2-15,1 5 1 16,0-8 0-16,0 1-1 0,2-1 0 15,2-3 0 1,2 2-1-16,1-1 0 0,-1-1 0 16,3-1 0-16,1 0 0 15,1-2 1-15,0-2 0 16,0-2 2-16,1-2-1 16,0-3 1-16,1 0 1 0,5-1-1 15,-3 0 1 1,1-3-1-16,0-2 0 0,-5 0 0 15,2-1 1-15,-1-2 6 16,-1 1 1-16,0-1 0 16,-1 2-1-16,-2 0-4 15,-1-1-1-15,-1 1 14 16,0-2 6-16,-4 2 13 16,1 0 5-16,-3 1-11 15,0-1-3-15,-1 0-8 16,0 3-1-16,-1 2 0 15,1 1 0-15,0 0 7 16,0 0 1-16,0 0 1 16,0 0 1-16,0 0-6 15,0 0 0-15,-5-3 0 16,2 2 1-16,-2-2-2 16,-21-22-2-16,23 24-5 0,-2 0-4 15,2 2-6-15,-1 2-2 16,1-1-1-16,-2 1-2 15,-1 2 0-15,-1-2 0 16,-6 4-23-16,0 3-91 16</inkml:trace>
  <inkml:trace contextRef="#ctx0" brushRef="#br0" timeOffset="116718.59">14367 4034 29 0,'5'-6'19'0,"5"-5"0"0,-1 0 4 15,0 0 27-15,0-1 18 16,-4 1 43-16,-2-2 18 15,-2 4 3-15,0-2-10 0,-1 3-35 16,-3-1-18-16,-1 1-29 16,-2 0-7-16,-2 3-3 15,0 2 0-15,-1 1-1 16,-3 2-4-16,2 0-10 16,-3 3-4-16,1 1-7 15,1 1-2-15,-1 4-2 16,0 0 0-16,1 1 0 15,1 4 0-15,0 3 0 16,3 2 0-16,-5 3 0 16,6-1 0-16,0-1-1 15,4-1 1-15,3-6-2 16,0-2 1-16,4-6-1 16,-1-3 2-16,6-3 0 15,1-5 1-15,4-5 1 16,0-5 0-16,2-2-1 15,1 4 0-15,0 2-1 16,-1 3 0-16,-2 4 0 0,-1 1-1 16,-1 6-1-16,3 4-1 15,0 5-1-15,-2 4 0 16,0 6 1-16,-3 3-1 16,-2 4 2-16,0 3-1 15,-5 0 2-15,1 0 1 16,0 2 0-16,-2-3 0 15,2 2 0-15,-3-1 1 0,-4 2-1 16,4 3 0-16,-6-2 0 16,0 1 0-16,1-6 0 15,-4-3 1-15,-4-6 0 16,0-4 1-16,-6-5 1 16,-4-2 6-16,1-3 19 15,-1-1 9-15,0-4 10 16,0-1 0-16,0-4-15 15,2-2-7-15,4-4-9 16,-1-3-4-16,4-5-3 16,2 0-3-16,4-6-11 15,2-4-15-15,4-7-38 16,4-2-41-16,5 0-113 16</inkml:trace>
  <inkml:trace contextRef="#ctx0" brushRef="#br0" timeOffset="117217.61">14676 3798 657 0,'0'0'245'0,"2"0"-194"0,4 1-78 0,1 0-29 16,-2 3-3-16,-1-3 20 16,-2 1 13-16,-1 1 65 15,-2-3 27-15,0 0 28 16,0 0 8-16,0 0-42 15,0 0-21-15,0 0-28 16,0 0-7-16,-4 13-4 16,-20 26-1-16,22-18 1 15,3 3 0-15,-2 5 0 16,2 1 0-16,1 8 0 16,-1 1 1-16,0 4-1 0,1 0 1 15,-1-6-1 1,1-3 0-16,2-8 1 0,-2-4-1 15,2-3 0-15,3-3-2 16,1-3-8-16,1-3-10 16,4-4-41-16,1-2-29 15,4-4-72-15,3 0-80 16</inkml:trace>
  <inkml:trace contextRef="#ctx0" brushRef="#br0" timeOffset="118184.59">14803 3950 547 0,'-1'0'186'0,"1"0"-175"0,0 1-11 0,0-1-4 0,0 0 1 15,0 0 3-15,0 0 2 16,0-1 12-16,2 0 15 15,4-2 12-15,5-2-1 16,23-12-9-16,-20 8-15 16,8 3-13-16,-4 1-2 15,5 1 0-15,1 3 0 16,-5-1-1-16,1 1 1 0,-4 1-1 16,-2 0 0-16,-3 3 0 15,0 0-2-15,-4 2 0 16,-2 1-1-16,-4 4 0 15,-1-1 2-15,-5 4 1 16,0 1 0-16,-4 2 1 16,1 5 1-16,-5 0 0 15,-2 1 0-15,0 1 2 16,-1 0 2-16,1-2 4 16,4 1 0-16,-3-5 0 15,2 0 0-15,1-4-3 16,-3 0 0-16,5-2-2 15,1-2 0-15,2 0-1 16,-2-4-1-16,2 2-1 16,1 0-1-16,2-2 0 15,3 2 0-15,3-2-1 16,-2 0 0-16,3 1 0 0,0-2 0 16,0-2 1-16,3-2 1 15,0 0 0-15,2 0 1 16,1-1-1-16,3 0 0 15,-1-2-1-15,1 1 1 16,1-3-1-16,-2 0 1 0,2 0-1 16,0 0 1-1,-1 0 0-15,-1 0 1 16,-1-2 0-16,1 0 0 0,-1 1-1 16,-3 0 0-16,1 1-2 15,-2 2 2-15,-2-2 0 16,1 3 0-16,-3-1 29 15,-1 1 4-15,-2-3 3 16,0 4 1-16,0 1-28 16,0-1-6-16,0 0 22 15,0-3 9-15,1-7 17 16,4-23 8-16,-6 21-15 16,0-1-6-16,-1-2-17 15,1 2-8-15,0 2-10 16,1 4-3-16,0 2-2 15,0 3-3-15,0 1-40 16,0-2-43-16,-1 3-114 0,0 0-70 16</inkml:trace>
  <inkml:trace contextRef="#ctx0" brushRef="#br0" timeOffset="118668.57">15236 3678 929 0,'-1'-2'329'0,"4"6"-289"15,5 5-83-15,-2 3-84 16,4 2-37-16,-3 1 7 16,-2-1 25-16,-1-5 116 15,-4-1 70-15,-1-3 51 16,-2-3 11-16,1 4-30 16,1-1-30-16,1 2-34 15,5 5-11-15,3 3-8 16,6 7-1-16,5 2 0 15,-1-1-1-15,5 6 1 0,-5-2 0 16,1 4 0-16,-3 2-1 16,-6-3 0-16,0 1 0 15,-5-4-1-15,-4-4 2 16,-1-1-1-16,-4-4 0 16,0 2 0-16,-1-2 0 15,-1-2 0-15,-1-2-1 16,-1-3-10-16,1-1-5 0,0-4-32 15,-1 2-38-15,1-3-117 16</inkml:trace>
  <inkml:trace contextRef="#ctx0" brushRef="#br0" timeOffset="119117.63">15539 3910 394 0,'-2'0'146'0,"1"2"-102"0,4-1-42 0,-3-1 4 16,0 0 29-16,0 0 26 16,0 0 48-16,0-1 14 15,0 0-5-15,0 0-21 16,0-5-44-16,1-3-20 0,11-20-24 15,-5 19-4-15,-1 1-5 16,3 0 0-16,3-1-1 16,1-1 0-16,3 1-2 15,-1-2 0-15,1 2-39 16,-2-1-29-16,1 4-73 16,-3 0-50-16</inkml:trace>
  <inkml:trace contextRef="#ctx0" brushRef="#br0" timeOffset="119416.81">15595 4017 868 0,'1'-2'319'0,"2"-1"-220"16,5 1-121-16,1 0-19 0,3-2-26 16,2 1 0-1,0-6 17-15,5 0 17 0,0-3 31 16,-2-1 2-16,2 0-5 15,-1-1-45-15</inkml:trace>
  <inkml:trace contextRef="#ctx0" brushRef="#br0" timeOffset="119650.58">15994 3632 607 0,'2'0'128'0,"0"3"-249"15</inkml:trace>
  <inkml:trace contextRef="#ctx0" brushRef="#br0" timeOffset="120317.209">15986 3676 501 0,'-5'-1'253'0,"0"1"-88"16,4 2-68-16,-3 0-72 16,4 2-16-16,-1-4-8 15,0 0 0-15,0 0-1 16,1 1 1-16,-2 5-1 15,0 3 1-15,-2 20-1 16,3-23 1-16,-2 0 0 16,1-1 0-16,0 2-1 15,2 1 0-15,3 4 0 16,-1 1-1-16,2-1 1 16,3 1 0-16,-2-5 0 15,5 0 0-15,-2 1 1 16,-5-2 0-16,4-1 0 15,-2 0 0-15,-1-2 0 16,6 0 1-16,-1-4 1 16,0 0 1-16,-1 0 0 0,-3-2 1 15,1-3 0 1,1 2-1-16,-1-1 0 0,2-1-1 16,-2-2-1-16,1 0 0 15,-2-3-2-15,2 5 1 16,-1-2 0-16,-1-2 0 15,0 4 2-15,-2-3 0 16,1 2 0-16,-1-1 1 16,-1-1 1-16,-1-3 4 0,-1-1 11 15,0 4 5-15,-1-4 7 16,0 2 0-16,-1-1-9 16,0-1-3-16,-1 3-4 15,1-1 0-15,-3-1 2 16,1 4 0-16,-2-1-4 15,1 0-3-15,-1 2-3 16,0 0-1-16,0 0-1 16,0 2-1-16,2 0 1 15,0 1-1-15,-3 1-1 16,-3-1 0-16,-2 2-1 16,-1 1-2-16,0 3 0 15,3 0 0-15,1 2-1 16,0 1-1-16,2 1-4 15,2 1-7-15,-1 4-42 16,-3-1-29-16,5 1-94 16,0 1-86-16</inkml:trace>
  <inkml:trace contextRef="#ctx0" brushRef="#br0" timeOffset="120867.6">16315 3618 749 0,'-3'-2'296'15,"-2"-1"-182"-15,6 3-197 0,0 2-41 16,-1-2-99-16,0 0 11 16,0 0 72-16,0 0 62 15,0 0 139-15,-1 0 26 16,0 0 13-16,0 3-14 16,-1-1-30-16,1 0-10 15,0 1-20-15,0-3-9 16,0 0-9-16,1 0 3 15,-1 0 37-15,0 0 4 0,0 0 3 16,0 0-5-16,0 0-36 16,1 0-5-16,0-1-6 15,0 0 0-15,0 0-3 16,0 0 0-16,0 0-22 16,0 0-34-16,0 1-167 15</inkml:trace>
  <inkml:trace contextRef="#ctx0" brushRef="#br0" timeOffset="122833.56">16540 3461 219 0,'-2'-2'159'0,"-2"-1"10"0,0-3-37 0,0 3-61 15,0-2-23-15,2-1-26 16,1 4-9-16,0-3-8 16,2 3-1-16,-1 2-1 15,0-1 1-15,0 0 7 16,0 0 5-16,0 0 5 15,0 0-1-15,0 0-10 16,0 1-7-16,-1-1-4 16,1 1-1-16,0 0 2 15,0 0 0-15,0 1 1 16,-1 7 2-16,0 22 0 16,-3-23 2-16,2 0-1 15,-1 0 0-15,2 4-2 0,1-3 0 16,-3 2-1-16,1-2 0 15,0 0 0-15,1 1 0 16,1-1-1-16,0 0 1 16,0-2 0-16,0 2-1 15,4 0 0-15,-1 0 0 16,1 0 1-16,-1 1-1 16,0-2 1-16,1 0 1 0,0-3-1 15,0 0 1-15,2-2 0 16,0 2-1-16,1-1 2 15,2 0-2-15,-2 0 1 16,-1-3 0-16,1 0 0 16,-1-1 1-16,4-2 2 15,-1-1-2-15,2-1 1 16,0 0-1-16,-1 0-1 16,0-1 0-16,-2-1 1 15,-1-1-1-15,-1 0 2 16,-2 0 1-16,3 1 2 15,0 0 4-15,-3 0 16 16,2 0 5-16,-1 0 10 16,-3 1 1-16,-1 0-5 0,-3 1-3 15,-1 0-8-15,3 0-5 16,-2-1-11-16,3 0-4 16,0-3-4-16,-3 1-1 15,2 2 13-15,-3 0 5 16,-2 1 7-16,3 1 1 15,-4-1-11-15,2 1-4 16,1-2-7-16,-1 2-2 16,1 1-1-16,-2 0-1 15,-2 0 0-15,2 0-1 16,-1 0 1-16,-1-3 0 0,0-1-1 16,0 0 1-16,-1 1-1 15,0-1 0-15,0 6-1 16,-4-3 0-16,2-1 0 15,0 3 0-15,-1 0-1 16,-1 1-1-16,0 1-2 16,2 3-1-16,-1-3-9 15,3 4-9-15,3-2-15 16,-2 1-3-16,4 0-6 16,1-3-5-16,2 4-16 15,0-4-7-15,0 0-8 16,0 0-1-16,12-2 0 15,27-3 4-15,-20 0 19 16,1-1 17-16,3-1 31 0,0 1 9 16,1 0 4-16,2 0 1 15,-3-1 0-15,0 0 0 16,-2-3 0-16,0 3-1 16,-2 0 0-16,-1-1 3 15,-3-2 20-15,-2 3 7 16,-3-2 9-16,-4 2 0 15,1 5-18-15,-2 0-7 16,-2 2-8-16,0 0-1 0,-3 0 1 16,0 0 4-16,-1 0 7 15,0 0 3-15,0 0 0 16,0 0-2-16,0 0-5 16,-2 1 0-16,-5 7-1 15,-23 22 0-15,23-19-4 16,-1-1-2-16,0 2-4 15,0 0 1-15,0 1-1 16,-1 0 0-16,2-2 2 16,5 1 1-16,-1-1-1 15,4 0 1-15,-1-1-1 16,-2-1 0-16,0-3 0 16,1 5 0-16,2-3-1 15,-1-2-1-15,1 1 1 16,0-4-1-16,4 3 1 15,2-1 0-15,1 1 0 16,1 0 1-16,-2-1-1 16,2-1 0-16,4 0 0 15,-1 1 0-15,0-4 3 0,-2 0 1 16,-1-2 3-16,4-1 1 16,1-1-2-16,2 0-2 15,1-1-2-15,-1 0 0 16,0-1-1-16,0 1 3 0,-3-2 6 15,1 2 6-15,-3-5 11 16,-1 0 4 0,1 4 7-16,0-1 0 0,-3-1-6 15,-1 1-6-15,-3-4-14 16,-3 0-4-16,2 0-6 16,0 2 3-16,0-1 11 15,2 1 5-15,-7-2 4 16,0-3-2-16,-3 1-10 15,-1 0-4-15,5 0-5 16,-2 4-1-16,0-2 1 16,0 1-1-16,-3 0 0 15,-1 1 0-15,0 0 0 16,1 1 0-16,0 3-1 16,0-1 0-16,-1 2-3 15,-3-1 0-15,2 3-2 16,-2-1-1-16,0 2-1 15,0 0-1-15,-3 1 1 16,1-1-2-16,2 6-13 0,1-3-21 16,1 4-74-16,2 3-63 15</inkml:trace>
  <inkml:trace contextRef="#ctx0" brushRef="#br0" timeOffset="123550.709">17180 3101 669 0,'-1'-2'240'16,"0"1"-231"-16,0 0-64 16,0 1-58-16,0 0-7 15,1 0 45-15,-1-1 55 16,0 0 97-16,0 1 22 16,0-1-2-16,0 0-18 15,0 0-48-15,-1 0-15 0,-3 0 0 16,0 0 9-16,3 1 17 15,1-1 2-15,-2 1-5 16,1 0-8-16,-1 0-14 16,0-1-5-16,2 1-5 15,0 0-3-15,0 0-4 16,0 0 1-16,0 0-1 16,0 0 1-16,0 2 0 15,-5 7-1-15,-3 25 0 16,12-18 0-16,3 6 0 15,3 2 0-15,-1 6 0 16,2 2 1-16,2-1 0 16,-3-3 1-16,1-5 2 15,2-1 1-15,-3-7 12 16,2-4 4-16,-1 0 2 16,-1-6 0-16,2 2-12 0,-1 4-4 15,0-7-2-15,-3 5-2 16,2-2 1-16,-3-3-2 15,-1 0-30-15,2 0-173 16</inkml:trace>
  <inkml:trace contextRef="#ctx0" brushRef="#br0" timeOffset="128032.69">17608 2804 63 0,'0'0'43'16,"0"-1"2"-16,1 0-16 15,-1 0-4-15,0 1 10 16,0-1 17-16,0 0 11 16,0 0-1-16,0 0-7 15,0 1-11-15,0-1-6 0,0 0 1 16,0 1 3-16,0-1 7 15,0 0-2-15,0 1-7 16,0 0-5-16,0 0-4 16,0 0 0-16,0 0-3 15,0 0-4-15,0 0-11 16,0 0-6-16,0 0-5 16,0 0-2-16,0 0 0 15,-1 0 0-15,0 2 0 16,0 6 0-16,0 3 0 15,-1 22 0-15,1-21 0 16,-1 1 0-16,0 1 0 16,-1-2 1-16,1 2-1 15,-1 0 1-15,-1 0-1 16,0-1 1-16,-1-2-1 16,-1-1 1-16,0-1 0 0,0 1 0 15,0-6 2-15,-1 2-1 16,0-3 1-16,-2 1 1 15,1-1-1-15,-1 2 2 16,0-3 6-16,2 3 3 16,-2-3 7-16,3 0 1 15,-1-2-1-15,2 1-2 0,-3 0-4 16,0-1-2-16,-1 3-6 16,1-2-1-16,3 2-3 15,3-1-2-15,-3 3 0 16,-3-4-1-16,-1 3 0 15,0 2 0-15,-1 0 0 16,4 3 0-16,1 1 0 16,0-1-1-16,3 0 0 15,0 0 1-15,0-3 0 16,-1-1 0-16,0-1 0 16,2 0 0-16,1-3-1 15,3 1 0-15,-3-2-12 16,0 0-14-16,0 0-82 15,0 0-78-15</inkml:trace>
  <inkml:trace contextRef="#ctx0" brushRef="#br0" timeOffset="128815.48">17672 3066 441 0,'-1'-1'200'0,"-2"-1"-81"16,2 0-80-16,0 1-34 15,0 0-3-15,0 0 5 16,0 0 13-16,0 1 16 15,0-1 2-15,1-1-5 16,-2-2-12-16,1 4-16 0,0-1-4 16,0 0-4-16,0 0-2 15,0 0 0-15,1 0 2 16,-1 0 2-16,1 1 0 16,0 0-1-16,0 0 1 15,0 0 1-15,0 2-1 16,0 9 0-16,1 19 0 15,-3-19 1-15,-2-2 0 16,-1-2 0-16,1 1 0 0,-3-2 1 16,-1-1 1-1,-1-1 1-15,-3-1-1 0,1 0 0 16,0 0 0-16,1 1-1 16,1-2-1-16,-1-1 1 15,1 0-1-15,-1 0 1 16,2 0-1-16,-2 1 1 15,2-1-1-15,1 1 0 16,-3 2-1-16,7 1 1 16,-2-3-1-16,0 4 1 15,0 0 0-15,0-2 0 16,0 3 0-16,-1-2 0 16,6 1 0-16,-2 4-1 15,1-1 1-15,3 1-1 0,-2-2 1 16,1 0 0-1,-1-1 0-15,0-2 0 0,1 1 0 16,1-2-4-16,-2 0-27 16,3-1-142-16</inkml:trace>
  <inkml:trace contextRef="#ctx0" brushRef="#br0" timeOffset="130033.56">17738 2802 285 0,'1'-2'136'0,"2"-3"-55"0,1 4-37 0,0 0-34 16,-1 1-5-16,-3 0 11 16,0 0 16-16,-1 0 24 15,0 0 6-15,0 0-11 16,1 0-16-16,-1 0-24 16,0 0-7-16,0 0-3 15,0 0-1-15,-1 7 0 16,-3 1 0-16,-8 24 0 15,11-22 0-15,2 3 0 16,5-1 0-16,-2 0 0 16,2-1 0-16,0-1 0 15,-2-1 1-15,2 2-1 16,1-2 1-16,-1-2 0 16,1-1 0-16,-3-3 0 15,6-1 1-15,-4 2-1 0,3-2 0 16,1-2 1-16,-3 0 0 15,7-4 1-15,-3 0 0 16,4-1 0-16,1 1 0 16,-3-4 0-16,2 1 0 15,-2 0 0-15,-3-3 2 16,2 1 5-16,-2 0 10 16,0-2 7-16,0 1 1 0,-2 2-3 15,1-1-9-15,-2 2-5 16,-2-2 1-16,0 0 5 15,-4-1 3-15,0 0 8 16,0-1 1-16,0 2 2 16,-1 0-1-16,0 1-7 15,-1 0-4-15,0 1-3 16,-1 1 0-16,0 1 2 16,-2 0-2-16,-1 0-5 15,0 1-1-15,-1 1-4 16,0 0 1-16,1-1 3 15,0 1 1-15,-1-2-1 16,2 1-1-16,-2 1-2 16,2 0-3-16,-1 3-1 15,-1-1-1-15,0 0-2 16,1-2 0-16,0 0 1 0,2 1-1 16,0 3 0-1,-1-1 0-15,3 2 0 0,-2-2 0 16,0 1 0-16,3-1 1 15,0 0 0-15,0 0-1 16,0 0 0-16,0 0 0 16,-2 1-1-16,1-1 1 15,0 1 0-15,-5 2 0 16,0 2 0-16,-18 17-1 16,19-16 0-16,2 0 0 0,3 1-1 15,-3 0-1-15,1 4-32 16,3 2-37-16,2 4-158 15</inkml:trace>
  <inkml:trace contextRef="#ctx0" brushRef="#br0" timeOffset="-127836.77">1421 5693 116 0,'0'0'70'0,"-5"0"-6"16,4 0-8-16,0 0-20 15,0-1-9-15,0 1-12 16,0-1-4-16,0 0-5 0,0 1-1 16,1 0 2-16,-1 0 5 15,0 0 14-15,0 0 10 16,0 0 9-16,0-1 1 15,0 1-7-15,0 0-7 16,1 0-15-16,-1 0-5 16,0-1-4-16,0 0 1 15,1 0 6-15,0 0 1 0,2-1-3 16,10 0-5-16,21-28-4 16,-26 22-2-16,5 4 0 15,-2-1-1-15,1 2 0 16,1 3 0-16,-1 0 0 15,-5 1-1-15,-1 2 1 16,1 0-1-16,-2-1 1 16,2 2 0-16,-1 2 1 15,-1-2-1-15,0 9 2 16,0-1-1-16,-4 5 1 16,0 1 0-16,-2 0 0 15,-1 1-1-15,1-2 0 16,-1 1 0-16,0-2 0 15,-1 0 0-15,-4-2 0 16,2-2 0-16,0-3 1 16,1-2-1-16,2-1 2 15,-1-3-1-15,0-1 2 0,4 0-1 16,-3-3-1-16,2 0-2 16,1 0-2-16,-1 0-1 15,1 0 0-15,3-11 1 16,10-25 0-16,-2 19 1 15,0-5 0-15,-1 0-1 16,3 2 1-16,1-5-1 16,2 3 1-16,-2-1 0 15,0-1 0-15,-1 4 0 0,-2 2 0 16,-1 3 1-16,-3 3-1 16,-2 3 0-16,0 4 0 15,-2 3 0-15,-1 0-2 16,-1 3 0-16,-1 0 2 15,0 0 0-15,0 0 1 16,0 0 1-16,-1 4 0 16,-1 10 0-16,-6 21-1 15,3-20 0-15,-1 2-1 16,-1-3 1-16,-1 5-1 16,1 1 1-16,-1-2 1 15,0-1 0-15,2-2 1 16,0-2-1-16,1-1 0 15,1 0-1-15,3-1-1 16,0-1 0-16,1-4 0 16,0-1-1-16,0-3 0 15,2 1 0-15,-2-3 1 0,0 0 0 16,0 0 0-16,4-1 1 16,8-1 0-16,21-11 0 15,-21 5-1-15,1 2 1 16,0-1-1-16,0 2 0 15,-1-1-21-15,0 0-50 0</inkml:trace>
  <inkml:trace contextRef="#ctx0" brushRef="#br0" timeOffset="-126903.49">1888 5615 127 0,'-5'2'84'0,"-3"1"6"0,1 1-11 16,2-1-15-16,2 1-6 15,1-2-18-15,-2-1-6 16,-4-1-13-16,2 1-7 15,1-1-7-15,6 2-3 16,-1 0-3-16,-1-2 0 0,0 0-1 16,0 0 0-16,0 0 0 15,0 0 0-15,0 5-1 16,1 3 0-16,-2 23 0 16,-2-24 1-16,4 2 1 15,0 0 1-15,2-2 5 16,2 3 3-16,-3-1 3 15,4 0 1-15,-3 0 0 16,0-1-2-16,1-1-1 16,1 0-2-16,2-1-2 15,2 1-2-15,0-2-2 16,-2 0 0-16,0-1 0 16,0-1-1-16,2 0 1 15,0-2-1-15,-1-1 1 16,-3 0 0-16,2 0 1 15,1-1 0-15,0-2 1 0,2 0 2 16,-2-1 4-16,0 0 1 16,-2-1 4-16,-2-2 0 15,1 0-1-15,-2-2 0 16,1 1-2-16,-1-2 2 16,-2 1 2-16,0 0 1 15,0 1-1-15,-1 1-2 16,0-4-4-16,-1 4-2 15,1-2-2-15,0-2-2 16,-1 4-1-16,-1-3-2 0,1 3 4 16,0 3 6-16,0 1 11 15,1 1 4-15,0 1 5 16,0 0-5-16,0 0-6 16,0 0-5-16,0 0-5 15,0 1-3-15,1-1-2 16,-7-3 2-16,1 1 10 15,-23-17 4-15,24 17 3 16,-2 0-1-16,0 2-8 16,1 0-5-16,0-2-5 15,-1 3-2-15,2 0-3 16,-2 3-24-16,-2 7-242 0</inkml:trace>
  <inkml:trace contextRef="#ctx0" brushRef="#br0" timeOffset="-121986.83">3063 5764 91 0,'0'-2'68'0,"-4"-2"9"16,2 0-9-16,0 2-19 15,-1 0-9-15,3 2-14 16,-1 0-6-16,1 0-12 16,0 0-3-16,0-1-5 15,0 1 0-15,-1 0-1 16,1 0 1-16,0 0 2 15,0 0 1-15,-1 0 1 16,1 0 1-16,-1 2 3 16,1 3 1-16,0 2 0 15,0 21-1-15,0-21-3 16,1 1-1-16,0 2-2 16,2-3-1-16,1 4 0 0,-1 0-1 15,4 2 0-15,-1 0 1 16,2 2-1-16,-1-2 0 15,0 0 0-15,0 2 0 16,1-4 1-16,3 3-1 16,-2-2 1-16,1-4 0 15,-1 3-1-15,2 1 1 16,0-7-1-16,0 3 1 16,0-2 0-16,0-1 0 0,0 3 0 15,-2-2 1 1,2-3-1-16,-2-3 1 0,-2-4 1 15,0-1-1-15,-1-4 1 16,0 1-1-16,2 0 0 16,1-1 1-16,-4-2 0 15,0-2 1-15,0-3 3 16,2-1 2-16,-2 0 4 16,-3-4 2-16,-2-1 2 15,0 1 3-15,-1 2 7 16,1-1 0-16,0 1-1 15,-2-1-5-15,0-1-7 16,-3 4-3-16,0-3-4 16,-2 3-1-16,-1 3-1 15,-2-4-1-15,-2 4 0 16,0 2 1-16,-2-1 3 0,-2 3 6 16,0 1 4-16,0 2 1 15,-2 1-3-15,2 4-5 16,0 2-6-16,-1 0-1 15,2 3-2-15,-1 1 0 16,2 4 0-16,-1-2-1 16,2 0 0-16,0 1 0 15,1 0-1-15,3 3 0 16,-1 1 0-16,0 0 0 16,-1-1 0-16,1 3-1 0,3-1 0 15,0 1 1-15,3 2-1 16,2-2 1-16,-1-2-3 15,3 1 1-15,0-3-1 16,1 0-1-16,4 1 2 16,-2-3-1-16,5 0 1 15,-3-2 0-15,2 1 1 16,4-2 0-16,-1-1 0 16,3-3 1-16,2 0 0 15,-1-1 0-15,5-3 0 16,-1 2 0-16,1-3 0 15,0-3 0-15,2 1 0 16,1-3 1-16,1 0-1 16,3 0 1-16,-1-3 0 15,-2 0-1-15,-2 1 1 0,-4-1-1 16,-3 3 1-16,-2 1 0 16,-2 3 0-16,1 5 0 15,-4-1-13-15,0 0-31 16</inkml:trace>
  <inkml:trace contextRef="#ctx0" brushRef="#br0" timeOffset="-120853.85">3431 5845 58 0,'0'-1'23'0,"3"2"-15"0,-2-1-8 0,-1 0 0 15,0 0-1-15,0 0 2 16,0 0 21-16,0 0 63 16,0 0 19-16,0 0 17 15,0 0-16-15,0 0-55 16,-1 0-14-16,1 0-18 15,-1 0-4-15,0 1-9 16,0 1-3-16,-1 2-2 0,1 0 0 16,0 6 0-16,-1 20 0 15,3-20 0-15,-1 2 1 16,0-2-1-16,1 4 0 16,0-2 0-16,-1 1 0 15,0-3 0-15,0-1 0 0,1-1-1 16,1 0 0-16,1 1 0 15,1-1 1-15,-1-2 0 16,1-2 0-16,1-1 0 16,-1-2 0-16,1-1 0 15,2 1 0-15,0-1 0 16,1 2 1-16,0-2 1 16,1-2-1-16,-2 0 1 15,0-3 1-15,1 0-1 16,-1 3 1-16,0-2 0 15,-1-4 1-15,-2 2 0 16,-1-3 3-16,-2-1 10 16,1 4 3-16,-1-1 0 15,0 1-2-15,2 0-10 16,-2-1-3-16,1 0 1 16,-1-1 2-16,-2 0 18 15,-3-1 5-15,-1 4 4 16,0 0 0-16,0 0-15 0,1 1-6 15,-2 0-4-15,0 0 0 16,-1 0 11-16,-1 0 4 16,1 0 3-16,0 2 0 15,0-1-5-15,0-2 1 16,0 2 0-16,1 0 1 16,0 0-6-16,2 1-3 15,0 0-9-15,1 0-2 16,2 2-5-16,0 0-32 0</inkml:trace>
  <inkml:trace contextRef="#ctx0" brushRef="#br0" timeOffset="-118888.14">2818 7294 253 0,'-2'-1'149'0,"-3"-2"-18"0,0-1-18 16,-1 3-43-16,-1-3-16 15,4 3-28-15,0 1-11 16,1-1-13-16,2 1-2 15,-1 0-3-15,0 0 0 16,0 0 2-16,1 0 1 16,-1 0 0-16,0 0 0 15,0 3 2-15,-1 4 0 0,0 1 2 16,-9 21 1-16,9-21 1 16,-2 1-1-16,3 0-1 15,-2 1-1 1,0 2-2-16,2 0 0 0,-1 1-1 15,0 2 1-15,2-3 0 16,-2 2 0-16,1 0 1 16,2-1-1-16,-1 1-1 15,3-3 0-15,0 2 1 16,1 0-1-16,-2-2 1 16,2 4-1-16,0-5 1 15,-1-3-1-15,0 0 0 16,2-2 0-16,-1 2 0 15,1-4 0-15,1 2 0 16,0 0 0-16,3-3 0 0,-2 1 0 16,0-2 1-16,1-3 1 15,1-2 0 1,1-2 0-16,3-2 1 0,-1 1 0 16,-5-6 0-16,0 0 0 15,0-4-1-15,-2-5 1 16,8 0-1-16,-2 1 0 15,-1-2 1-15,1 3-1 0,-7-1 0 16,3-1 0-16,-3 3 0 16,3-2-1-16,-4 2 1 15,1 0 1-15,-4 2-1 16,-4 0 2-16,4 2 0 16,-4-1 7-16,2 1 19 15,-2 1 6-15,-6-1 7 16,4 4-3-16,-4 2-17 15,1 0-4-15,0 5-6 16,-5-3-1-16,1 4-4 16,-1 1-1-16,-5 0-3 15,3 0 0-15,-3 2-1 16,1 3-1-16,1 2-1 16,2 0-1-16,0 0 0 15,1 3 0-15,2-1 0 16,2 1-1-16,0 1-1 0,2 0 1 15,2 0-1-15,1 2 0 16,2-4-1-16,1 2-1 16,2 2 0-16,1 0 1 15,1 2 0-15,1-2 1 16,2 0 0-16,0 0 0 16,2-3 0-16,2 1 0 15,1-3 0-15,1 0 0 16,2-2 1-16,-1-1 0 0,3-1 1 15,2-2 0-15,3 0 0 16,0-1 0-16,6-3 0 16,-4 1 0-16,0-2 0 15,3 0 0-15,-8-3 1 16,2-1-1-16,0 0-24 16,-4-3-42-16</inkml:trace>
  <inkml:trace contextRef="#ctx0" brushRef="#br0" timeOffset="-118254.83">3130 7394 470 0,'-5'-3'251'0,"-4"0"-74"0,2 0-66 0,4 0-82 0,3 1-18 0,0-2-11 15,0 3-1-15,0 1 1 16,0-1 0-16,0 0 16 15,0-3 15-15,1-3 29 16,0-19 11-16,-3 21 1 16,0 0-13-16,1 3-28 15,0 0-13-15,1 2-19 16,0 0-4-16,0 0-1 16,0 0 1-16,4 7 4 15,4 7 1-15,22 28 0 16,-21-21 1-16,-2 0 0 0,1 3 0 15,-3-4 0-15,-1-1 1 16,-3-5 0-16,-1-1 1 16,1 0-1-16,-1-3 0 15,0-3 0-15,-1-1-2 0,1-3-20 16,0 2-22 0,2-2-82-16,0 1-94 0</inkml:trace>
  <inkml:trace contextRef="#ctx0" brushRef="#br0" timeOffset="-116921.45">2865 8654 60 0,'-1'0'55'15,"-3"0"7"-15,3 4 2 16,0-4 4-16,0 0 9 0,0 0 2 16,0 0 7-16,0 0 0 15,-1 2-20-15,-3 3-12 16,1 1-25-16,-19 24-10 15,18-19-13-15,3 3-2 16,-3 3-3-16,1 2 0 0,1 2 0 16,0 2 0-1,1 0 0-15,1 0-1 16,1 1 0-16,0 0 0 0,2 0 0 16,2-1 0-16,-1-1 0 15,1 0 0-15,-1-6 1 16,2 4-1-16,-1-8 0 15,2-1 1-15,0-3-1 16,-1-5 0-16,4 1 0 16,-3-5 0-16,5 1 1 15,-2-2 2-15,3 0 0 16,-2-3 0-16,-1-2 1 16,1-5 0-16,-1-4 0 15,3 0 0-15,-4-7 5 16,-2 1 7-16,0-5 11 15,-2-2 4-15,2 3-1 16,3-2-4-16,-4 1-5 0,0 1 0 16,-3 0 1-16,-3 2 2 15,-3 1 9-15,-1 4 3 16,-1-2 1-16,0 4-2 16,-3-1-13-16,-3-2-5 15,0 5-8-15,-2-2-1 16,0 5-2-16,-2 1-1 15,-1 3 0-15,0 1-1 0,-1 2 0 16,1 3-1-16,1 2-1 16,0 2-1-16,2 3-1 15,0 1 0-15,2 2-2 16,2 3 0-16,3 1-1 16,1 1 1-16,2 1-1 15,1-2 0-15,3 2-1 16,3-2 0-16,2 4 2 15,3 0 0-15,0 0 0 16,2 1 0-16,1-3 1 16,2-1-1-16,2-1 1 15,2 0 0-15,1-2 0 16,1-1 0-16,0-4-1 16,-3-1 1-16,-2-4 0 15,2-1 0-15,-6-3 1 16,4-1 0-16,-3-4 0 15,0-1 0-15,2-1 1 0,-2-1-1 16,3 0-1-16,-4 0-28 16,3 3-94-16,1 1-109 15</inkml:trace>
  <inkml:trace contextRef="#ctx0" brushRef="#br0" timeOffset="-115954.96">3168 8788 558 0,'-6'-1'228'0,"-5"0"-149"0,3-1-31 16,2-1-36-16,1 1-7 16,0 0-5-16,-1 1 0 15,-1 0 0-15,0 0-1 16,0 1 1-16,1 0 0 16,1 0 1-16,-1 1 0 0,3-1 0 15,-1 2 0-15,4-3-3 16,0 1-4-16,0 0-2 15,0 0-1-15,0 0 2 16,0 0 2-16,10 1 4 16,25 3 1-16,-20-3 0 15,1 0 0-15,0 1 0 16,-1 0 0-16,-1-1 0 16,-2 1 1-16,-3 1-1 15,-1 0 1-15,0 1 1 16,0 2 0-16,-5 1 0 15,2 1 1-15,-5 0 0 16,0-1 1-16,-4 1-1 16,0 0 0-16,-2 1-1 15,3 3 0-15,-1-2-1 0,0 1 1 16,0-1-1 0,-6 0 0-16,4-1 0 0,-2 0 0 15,3-1 0-15,2-3-1 16,-1-1 0-16,3 0 0 15,1-2-2-15,-1 2 0 16,1-4 0-16,0 0-1 16,0 0 1-16,0 0 0 15,0 0 2-15,6-1 0 0,0 0 1 16,25-6 0-16,-20 2 5 16,-1-2 2-16,2-2 9 15,-2 1 3-15,1-2 2 16,1-1 2-16,2-1-2 15,-1-3 0-15,0 1-2 16,2 2-1-16,-1-2-3 16,-2 0 0-16,-2 1-1 15,0 2-2-15,-2 3-3 16,-1 2 0-16,0 3 0 16,-5-1-1-16,1 4 0 15,-3-1-2-15,0 1-3 16,0 0 2-16,0 0-1 15,0 0 1-15,0 0-70 16,-1 0-160-16</inkml:trace>
  <inkml:trace contextRef="#ctx0" brushRef="#br0" timeOffset="-112105.99">5665 6363 34 0,'0'-3'21'0,"0"3"22"16,0 2 23-16,-1-2 32 16,1 0 14-16,-1 0-4 15,1-1-17-15,-1 0-17 16,0 1-8-16,0-1-20 15,1 1-10-15,0 0-21 16,0 0-9-16,0 0-6 0,0 0-1 16,0 0 1-16,0 0 0 15,0 0 8-15,0 0 6 16,0 0 4-16,0-1 1 16,0 0-6-16,3-1-5 15,6 0-3-15,27-4-1 16,-23 2-2-16,5 1-1 15,-3 2-1-15,-2-7 1 16,-1 6-1-16,-4-2 0 0,4 4 0 16,-3 0 0-16,2 1 0 15,4 0 0 1,-7 0 0-16,4-1 0 0,-2 1 0 16,-3-1 0-16,-1 0 0 15,1 1 0-15,-4 1 0 16,2 1 0-16,-2 1 0 15,-1-1 0-15,-1 2 0 16,-2-2 0-16,2 5 1 16,-1 0 0-16,-1-2 0 15,-1 0 0-15,-3-2 0 16,2 4 1-16,-3 0 0 16,1 1 0-16,0 1 0 15,-3-5 0-15,1 2-1 16,-1-1 1-16,-3 0-2 15,4 2 1-15,2 1-1 0,-2-1 0 16,3 4 1-16,-4-2-1 16,0 2 0-16,0 0 0 15,-1-4 0-15,2 2 1 16,-1-3 0-16,4 1 0 16,-1-1 1-16,-3 0 0 15,-1-1 4-15,2-1 3 16,1 1 1-16,0-3 0 15,2 1-4-15,1 2-4 0,1-1-2 16,1 0 0-16,0 0 1 16,1 0-1-16,0-3 0 15,1 1 0-15,-1-3-1 16,0 0 1-16,0 0 0 16,0 0-1-16,0 0 1 15,0 0 0-15,0 0 0 16,0 1 0-16,2 1 0 15,-2-2 0-15,1 2 0 16,-1-1 0-16,0-1 0 16,5 3 0-16,-1-2 0 15,0 2 0-15,-4-2 1 16,0-1-1-16,3 2 0 16,0 0 0-16,2 1 1 15,3 1-1-15,18 6 1 0,-23-11 0 16,2 0 0-16,-3-2-1 15,2 2 1-15,3 0-1 16,-4-1 0-16,4 1 0 16,0-1 0-16,0 2 1 15,5-1-1-15,-1 0 0 16,-2-3 1-16,3 1-1 16,-1-2 1-16,-1 0 0 0,1 0 0 15,3-1 1-15,1 1-1 16,0-2 0-16,3 4-1 15,-2-1 0-15,-2 0 0 16,2 1 0-16,-2-1 0 16,-1 0 1-16,1 0 0 15,-1 2 1-15,-2-1-1 16,1 0 0-16,-3 1 1 16,2 0 0-16,-6-1 10 15,2 1 7-15,-4 0 8 16,-1 0 2-16,1 2-6 15,-3 0-8-15,0 0-8 16,0 0 0-16,0-1 3 16,-1 0 4-16,1 0 9 15,0 1 1-15,-1-1-2 16,0 0-5-16,0 0-9 16,0 0-3-16,0 0 3 15,0 0 4-15,0 0 7 0,0-1 4 16,-4-4 0-16,2-1-2 15,-13-22-5-15,16 21-3 16,0-1-5-16,0 1-2 16,0 0-3-16,-1 1 0 15,0 1-1-15,-1 3 1 16,0 2-2-16,0-3 0 16,2 3-1-16,0 0-4 0,0 0-9 15,0 1-17-15,0 0-63 16,0 0-83-16</inkml:trace>
  <inkml:trace contextRef="#ctx0" brushRef="#br0" timeOffset="-108854.33">6226 6297 85 0,'-1'-1'38'0,"0"1"-17"16,-1 0-7-16,2 0-5 15,-1 0-2-15,0 0 0 16,0 0 5-16,1 0 19 16,-1 0 13-16,0 0 16 15,0 0 1-15,0 0-11 16,0 0-13-16,0 0-15 16,1 0-1-16,-1 0 6 15,0 0 4-15,0 0 9 16,0 0 4-16,0 0 1 15,0 0-4-15,0 0-11 16,1 0-11-16,-1 0-13 0,0 0-2 16,0 0-2-16,0 2 1 15,0 2 3-15,0-1 7 16,1-3 9-16,-1 1 4 16,0-1 1-16,0 1-5 15,0-1-8 1,0 0-4-16,0 1-5 0,0-1-1 15,1 2-2-15,-1-1 1 0,0-1 0 16,1 4 1-16,0-4 2 16,0 0 0-16,0 2 3 15,0-2 2-15,0 0 2 16,0 0 1-16,4 3 0 16,4-1-2-16,25 4 1 15,-23-9-2-15,1-3-4 16,2 1-1-16,0 1-3 15,0 0-1-15,-1 2 0 16,0-1 0-16,-2 0 0 16,-1 2-1-16,-3-1 0 15,1 0 0-15,-2 1 0 16,-2-2-1-16,1 3 0 16,-1 2 0-16,-2-2-7 31,-1 0-13-31,0 0-42 0,0 0-31 0,0 0-110 15</inkml:trace>
  <inkml:trace contextRef="#ctx0" brushRef="#br0" timeOffset="-108355.21">6261 6472 56 0,'-1'3'21'0,"-1"2"-11"0,0-2 9 0,-3-1 60 16,1 0 37-16,2-2 52 15,1 0 9-15,0 0-36 16,0 0-33-16,0 0-57 16,0 0-20-16,0 0-28 15,0 0-3-15,1 0 2 16,0 0 1-16,0 0 6 15,0 0 6-15,0 0 9 16,8 0 2-16,7-2-4 0,22-7-5 16,-20 3-9-1,6 2-3-15,-1-1-2 0,0-1-1 16,0 0 0-16,-6-1-1 16,0 0 0-16,2 2-13 15,-6 0-63-15,2 2-43 0,-7-3-161 16</inkml:trace>
  <inkml:trace contextRef="#ctx0" brushRef="#br0" timeOffset="-107272.7">6679 6159 350 0,'0'0'147'0,"0"-2"-73"0,0-2-18 15,0 3-16-15,-1 0-2 16,0 0-4-16,0 0 1 16,0 1 3-16,1-1-3 0,0 0-15 15,0 0-7-15,0 0-9 16,0 0-3-16,0 0 1 15,0 0 0-15,0 1 13 16,0-1 8-16,0 0 14 16,-1 0 4-16,1 0-7 15,-1 0-8-15,1 0-12 16,0 1-2-16,-1-1-3 16,1 0 0-16,0 0 0 15,-1 0 1-15,1 0 4 16,-1 0 2-16,1 1 1 15,0-1-2-15,0 0-6 16,0 0-3-16,0 0-3 16,0 0-1-16,0 0-1 15,0 1 1-15,0 0 0 0,0 0 1 16,3 0-1 0,8 0-1-16,22 3 0 0,-23-1-1 15,1 0 1-15,0 2-1 16,-3 1 1-16,1 0-1 15,-2 2 0-15,1 3 0 16,-4 0 0-16,-2 2 0 16,-2 1 1-16,0 1 0 15,-3 1 0-15,0 2 0 16,-3 1 0-16,-3-4 0 0,1 3 0 16,-1-2 0-16,0-3 0 15,1 3 0-15,0-5 0 16,-1-2 1-16,5-5 0 15,3 1 1-15,0-4 2 16,2 1 0-16,-1-2-3 16,0 0 0-16,0-1-2 15,7-14-1-15,20-22 1 16,-14 20 0-16,0-2 0 16,0-1 0-16,2 1 0 15,-2 0 0-15,1 4 0 16,-1 2 1-16,-4 3-1 15,-4 1 0-15,-2 2 0 16,0 2 0-16,-1 4 1 16,0 0-1-16,0 1 0 0,-2 1 0 15,0 0-3-15,0 0 1 16,0 0-1-16,0 0 1 16,-1 0 1-16,0 0 0 15,-1 6 0-15,0 2-1 16,0 25 0-16,3-25 0 15,6 5 0-15,0 0 0 16,0 0-3-16,-1-1-2 0,2-1-11 16,3-1-10-1,2-3-24-15,3 0-11 16,1-4-14-16,0-3-13 0,-2-6-71 16</inkml:trace>
  <inkml:trace contextRef="#ctx0" brushRef="#br0" timeOffset="-106752.7">7082 6154 141 0,'4'-5'67'0,"1"-3"-23"0,2 1-22 0,-4 3-16 0,0 3-1 0,-3 1 5 16,-1 0 9-16,0 0 34 16,0 0 19-16,1 0 31 15,-1 1 4-15,-3 5-16 16,-1 2-17-16,-17 22-33 15,15-22-14-15,-2 1-15 16,1 0-6-16,1 1-3 0,2-1-2 16,-1 2-1-16,0-3 0 15,3 3 0-15,0 0-2 16,3 2 1-16,1-1-1 16,1 1 1-16,2-2 0 15,0 0 1-15,1-2 0 16,2-5 2-16,-2-4 1 15,2-1 1-15,0-3 2 0,2-2-1 16,2 1 1-16,0-4-2 16,2-2 0-16,-1-3 1 15,-4-1 2-15,1 3 14 16,0-1 7-16,-2 3 7 16,1 2 2-16,-4-1 0 15,-4 0-3-15,0 2-4 16,-2 1-4-16,-2-1-9 15,-1 4-4-15,-1-2-4 16,-2 1-1-16,-1 0-3 16,-2 1-1-16,0 0-4 15,-1 0-3-15,-2 2-28 16,1 1-36-16,0 1-108 16,-1 1-122-16</inkml:trace>
  <inkml:trace contextRef="#ctx0" brushRef="#br0" timeOffset="-104157.42">6845 6023 79 0,'0'0'27'15,"2"-1"-27"-15,0 1 0 0,-2-1 5 16,0 1 28-16,0 0 45 16,0 0 17-16,-1 0 13 15,0 0-23-15,0 0-43 16,0 0-15-16,1 0-20 15,-8 1-5-15,-1 2-1 16,-22 14 0-16,22-8 0 16,0-2-1-16,0 3 0 15,1 1 0-15,2 0 0 16,-3 0 0-16,1 1 0 16,0 2 1-16,1-2-1 15,1 2 1-15,3-2-1 16,-1-1 1-16,2 0-1 15,-2-1 1-15,3 1 1 0,1-1 0 16,0-1 0-16,3 1 1 16,0-3 0-16,2 4 0 15,1-2-1-15,-1 1-1 16,3-1 0-16,-2-2 0 16,3-1 1-16,0 0 0 15,1-2 0-15,1 0 1 16,-1-2-1-16,1-2 2 15,4 0 0-15,0 0 1 16,0-3 3-16,1 0 0 16,-2-5 0-16,-2-1 0 0,0 0 1 15,1-1 7-15,-1-2 16 16,1 1 6-16,-2-3 4 16,0 0-8-16,1-2-15 15,-4-1-7-15,1 0-5 16,1 2 4-16,-5-1 8 15,-1 1 5-15,-1-1 7 16,-2 2-1-16,-2 1-5 16,-1-1-2-16,-2-3-1 15,-4 0 1-15,1-1 6 16,-3-1 0-16,-1 4-4 16,3 0-3-16,-3 1-3 15,2 3-1-15,-1 1-2 16,-1-1-2-16,2 1-7 15,-1 2-1-15,-4 1-4 0,-1 2-1 16,2 3 0-16,0 1 0 16,0-1 0-16,1 2 0 15,-2 3-1-15,0-1 0 16,1 3-2-16,-2 1 0 16,3 0 0-16,2 5 1 15,0 0 0-15,1 0 0 0,-1 3-1 16,1-2 0-16,1 2 0 15,2 3 0-15,1-2 1 16,1 1 0-16,1-1-1 16,-1 1 0-16,3-2 1 15,-1-1-1-15,2 1 2 16,0-3-1-16,1-1 0 16,0 0 0-16,2-1-1 15,0 1 1-15,3 0 0 16,0-1-1-16,0-1 2 15,4-1 0-15,5-3 0 16,3 0 2-16,4-4 0 16,-1 0 0-16,5-1 1 15,3-3 0-15,-3-2 0 16,-4-3 1-16,-3-1 0 0,-1-2 0 16,1-1-1-1,1 1 1-15,0 1 0 0,-4-1 0 16,-3 2-1-16,1 1 1 15,-4 1 0-15,-3-1 0 16,-4 3 0-16,-1 0-1 16,-2 5-3-16,-1 1-10 15,0 0-74-15,0 0-62 16</inkml:trace>
  <inkml:trace contextRef="#ctx0" brushRef="#br0" timeOffset="-103039.85">6843 5947 284 0,'0'2'153'16,"-5"-2"-24"-16,-2 0-5 0,2 1-20 0,-2-2-4 15,-1-2-8-15,2 1-9 16,0-4-13-16,-4 3-10 16,3 3-29-16,0 0-12 15,-4 1-13-15,3 0-5 16,-1 1-1-16,-1 3-2 16,3 2-1-16,0 3 1 15,-1 4-2-15,1 3 1 0,0 2 2 16,1 2-1-16,0-1 2 15,1-2 0-15,0 0 0 16,-2-3 0-16,1 1 0 16,0 1 0-16,3-2 0 15,2 2 0-15,-2-4 0 16,3-1-1-16,-1 1 0 16,1-1 0-16,3 1 0 15,0-2 1-15,1 0-1 16,0 0-1-16,2 0 1 15,1-1 0-15,-1 0 1 16,1-3 0-16,2-1 0 16,1 1 0-16,3-1 0 15,1 1 0-15,2-4 1 16,0-3 1-16,0-2 0 0,1 1 1 16,1-4-1-1,-4-1 1-15,3-3-1 0,-5-3 1 16,2-4-1-16,4 2 1 15,-6-3 0-15,2-1 1 16,-4 0 1-16,-1-2 0 16,0 1 2-16,-2-1 2 0,-1 0 3 15,-2 1 3-15,-4-1 0 16,0 3-1-16,-3-3-3 16,-1 1-2-16,-1 1 1 15,-1 0 3-15,-5 1 3 16,4 4 1-16,-3 2-3 15,1 0-4-15,1 5-6 16,-4-2-1-16,1 5-3 16,-4-1-1-16,-2 3 0 15,2 1 0-15,-4-1 0 16,3 3 0-16,-1 3 0 16,-1 3-2-16,3 2 1 15,-2-1-1-15,4 3-1 16,1 0 1-16,3 2-1 15,3 0 0-15,0 2 1 16,1 0 0-16,-1 0 1 16,2 3-1-16,-1-2 0 0,3-1 1 15,2 1-2-15,0-1 1 16,2-3 0-16,1-5 0 16,3-1 0-16,-1-2 0 15,6-4 0-15,1 0 1 16,5-2 1-16,6-4 1 15,2-2 0-15,7-1 1 16,-1-4-1-16,-2 1-1 0,-1-1-17 16,-4 0-15-16,-2 3-73 15,-6 0-81-15</inkml:trace>
  <inkml:trace contextRef="#ctx0" brushRef="#br0" timeOffset="-102672">7104 6158 147 0</inkml:trace>
  <inkml:trace contextRef="#ctx0" brushRef="#br0" timeOffset="-102256.33">7097 6171 249 0,'-3'1'166'0,"-3"1"-9"16,0 2-56-16,-1-1-72 16,0 2-15-16,0 1-12 15,0 0-2-15,0 1 0 16,3 3 0-16,-1 0-1 16,2 1 0-16,-2 2 0 15,2 0 0-15,1 0 0 16,0 1 0-16,2 0 0 0,1 0 1 15,-1-3 1 1,1-3 0-16,-1 0 0 0,0-5 1 16,2 3 3-16,0-2 3 15,0-5 11-15,4 0 7 16,0-7 0-16,1-3-2 16,4-3-11-16,2-3-7 15,1-3-2-15,-1-1 0 16,0-1 10-16,-2 4 9 0,-4 0 11 15,-1 4 5 1,-3 3-9-16,0-1-5 0,-3 5-14 16,0-2-5-16,-5 1-4 15,1 0-3-15,-4 3-23 16,3 3-27-16,-3 0-63 16,1 2-62-16</inkml:trace>
  <inkml:trace contextRef="#ctx0" brushRef="#br0" timeOffset="-101439.151">7243 6053 765 0,'-2'-2'280'0,"1"2"-228"0,0-2-30 0,0 1-21 16,1 0-1-16,0 1 0 16,0 0 1-16,0-1 5 15,0 0 3-15,0 0 1 16,0 0-1-16,0 0-5 16,4 1-4-16,3 1-1 15,1 1 0-15,21 14 0 16,-23-6 1-16,1-2-1 15,-7 2 1-15,1 0 0 16,3 1 0-16,-4 2 0 16,3 0 0-16,-3 0 0 15,-7-1 1-15,3 2 0 16,-4 0 0-16,0 2 0 16,4-2 0-16,-3-3-1 0,2 0 1 15,1-3 0-15,4 0 1 16,-1-5 1-16,-4 0 2 15,5-2 4-15,0-5 0 16,1-2-2-16,9-4-2 16,-2-8-5-16,3-2-1 15,4-2 0-15,-3-2 1 0,1 3 0 16,-2-1 0 0,-4 2 1-16,1 0 1 0,-5 2-1 15,1 2 0-15,1 7 0 16,-1 1-1-16,-2 3 0 15,-1 3-1-15,-1-1-2 16,0 3 0-16,0 0-2 16,-1 0 2-16,0 0 1 15,0 0 2-15,0 0 0 16,-1 6 0-16,-1 6-2 16,-7 20 0-16,9-18-1 15,0 3 2-15,0-2-1 16,2 1 1-16,1-2-1 15,1-1 0-15,3-3 0 16,0-1-9-16,3-1-43 16,0-2-46-16</inkml:trace>
  <inkml:trace contextRef="#ctx0" brushRef="#br0" timeOffset="-100889.9">7580 6089 745 0,'0'0'270'0,"-2"0"-202"0,0 1-69 16,1-1-4-16,0 0 0 15,0 0 2-15,1 0 3 16,-1 0 2-16,0 0 15 15,-3 3 2-15,-2 2 0 16,-23 21-3-16,23-17-12 16,1 1-4-16,1 2 0 15,0 0-1-15,0-1 0 16,2-2 0-16,0 3 1 16,1-2-1-16,1-3 1 15,0 0 0-15,1-4-1 16,2-1 0-16,2-1 1 15,1-1 0-15,4-4 0 16,0-1 0-16,3-3 1 16,2-3-1-16,-2 0 0 0,-2-2 1 15,0 1 2-15,-4 0 0 16,-2 0 1-16,4 1 1 16,-8 1 6-16,0 0 5 15,-1 3 17-15,-1-3 8 16,-1 2 12-16,2 1 3 15,-3 0-8-15,-2 2-8 16,1 0-19-16,-4 1-8 0,1 1-13 16,-2 0-3-16,-1 3-17 15,-2-2-14-15,-1 3-54 16,0 2-80-16</inkml:trace>
  <inkml:trace contextRef="#ctx0" brushRef="#br0" timeOffset="-98722.42">7777 5948 732 0,'-2'-3'278'0,"-2"1"-179"0,4 2-99 16,0-1-6-16,0 0-5 15,0 0 3-15,0 0 8 16,0 0 3-16,0 1 25 15,0-1 4-15,0 0-2 16,-1 0-5-16,1 0-20 16,0 0-6-16,0 0-3 15,0 1-2-15,0-1 3 16,6 0-1-16,13-2 3 16,23-6 1-16,-15 1 0 15,5-1 0-15,0-1-1 16,3 0-24-16,-8-1-83 15,-7-3-105-15</inkml:trace>
  <inkml:trace contextRef="#ctx0" brushRef="#br0" timeOffset="-98406.7">7910 5778 912 0,'-4'-1'342'15,"-1"0"-259"-15,1-2-54 0,3 3-28 16,1 0-5-16,0 0-3 16,0 0 1-16,0 0 3 15,0 0 3-15,0 5-1 16,1 6 0-16,3 26 0 15,-3-21 1-15,0 3 0 16,0 1 0-16,5 4 0 16,0-3-1-16,3 5-15 15,-1 2-37-15,0-2-160 16</inkml:trace>
  <inkml:trace contextRef="#ctx0" brushRef="#br0" timeOffset="-97774.03">8209 5758 1131 0,'0'0'393'0,"-1"-1"-364"15,1 1-52-15,0 0-41 16,0 0-17-16,0 0 11 16,0 8 11-16,-3 24 37 15,-1-19 18-15,-2 0 9 16,0 3 5-16,1 1 2 16,1 1 0-16,2 3-5 15,2 1-5-15,2-2-2 16,1-2 1-16,1-7 0 15,2-3 0-15,0-6 1 16,0-3 0-16,4-4 1 16,3-5 0-16,3-6-1 15,1-2-1-15,0-5 2 16,-1-3 0-16,-4-1 3 16,-3 1 5-16,-3 0 14 15,-4 1 8-15,-4 1 6 0,-1 2-1 16,-4 3-13-16,-4 0-5 15,-4 0-8-15,-1 0-3 16,-1 4-2-16,3 4-2 16,1 4-3-16,1 1-1 15,-1 4-1-15,4 0-1 16,0 1-1-16,3 1-2 16,1 5-2-16,-1 2-2 15,2 5 0-15,-3 2 0 0,3 5 2 16,1-1 1-16,2 2-1 15,1-5 1-15,2 0-4 16,2-2-3-16,5-3-1 16,2 2-1-16,4-4 2 15,1-2-1-15,5-2-26 16,1-4-27-16,3 0-146 16</inkml:trace>
  <inkml:trace contextRef="#ctx0" brushRef="#br0" timeOffset="-97440.6">8516 5719 852 0,'0'-1'379'0,"-2"-1"-99"0,3 2-316 15,-1 0-15-15,0 0-26 0,0 0 9 16,0 0 28-16,0 0 14 16,0 0 34-16,3 9 6 15,6 25 1-15,-7-18 1 0,-1 4-9 16,1 2-4-16,3 3-2 15,0 3 0-15,4 3-21 16,0 2-60-16</inkml:trace>
  <inkml:trace contextRef="#ctx0" brushRef="#br0" timeOffset="-96774.4">8703 5686 1037 0,'0'-1'388'16,"-4"-4"-311"-16,8 5-140 15,2 0-99-15,1 2-40 16,0-2 22-16,-2 0 44 0,0 0 154 16,-3-3 75-16,2 3 44 15,-1-1 0-15,-3 1-72 16,0 0-32-16,0 0-29 16,6 1-3-16,1 1-1 15,25 15-1-15,-25-6-5 16,-4 0-1-16,0 3-2 15,-3 3-1-15,0 3 0 16,-1 3-5-16,-4 3-6 16,-2 2 0-16,0-3 5 15,-2-1 7-15,0-4 9 16,2-5 0-16,-1-5 3 16,4-5 3-16,3-7 5 15,0-5-1-15,3-6-3 16,1-6-5-16,6-7-5 15,6-1-2-15,2-3 0 16,-2-4 1-16,1 3 2 0,-3 0 2 16,-3 3 3-16,3 5-1 15,-5 4 1-15,-1 4-1 16,-4 7 1-16,1 1-2 16,-3 5-1-16,0 2-2 15,-1 4-2-15,-1-4 2 16,1 0 2-16,-1 6 0 15,-1 10 2-15,-2 23 1 16,4-18 1-16,0 1-2 0,5-1 0 16,0 0-2-16,4 0 0 15,3-2 0-15,2-3-33 16,3 0-33-16,3-4-141 16</inkml:trace>
  <inkml:trace contextRef="#ctx0" brushRef="#br0" timeOffset="-96489.09">9093 5692 1210 0,'-2'2'403'0,"2"1"-414"16,5 5-25-16,-3 0-28 0,0 0 3 16,3 4 23-16,-5-1 7 15,3 5 28-15,1 2 3 16,-4 1 0-16,0 2 1 16,0 2 0-16,1 1-1 15,2 4-54-15,1-4-80 16</inkml:trace>
  <inkml:trace contextRef="#ctx0" brushRef="#br0" timeOffset="-96174.181">9240 5644 1137 0,'0'2'378'0,"1"1"-407"16,4 5-48-16,1-2-51 15,3 3 0-15,-1-4 39 16,0-4 43-16,0-2 100 0,0-5 20 15,4 3 9-15,5-2-13 16,4-1-47-16,4 2-14 16,-1-7-38-16,3 1-38 15</inkml:trace>
  <inkml:trace contextRef="#ctx0" brushRef="#br0" timeOffset="-95858.41">9408 5452 1186 0,'-1'0'403'0,"-4"0"-400"16,3 5-48-16,2 5-37 15,-3 1-9-15,2 3 28 16,-1 1 14-16,-1 0 35 16,3 1 14-16,-2 5 2 15,-5-2 3-15,0 2 0 16,1 2-1-16,0-1-1 16,1 1-2-16,5 3-1 0,-2-1-1 15,3 3-105-15,7 2-93 16</inkml:trace>
  <inkml:trace contextRef="#ctx0" brushRef="#br0" timeOffset="-95158.04">9663 5459 1111 0,'-1'-1'380'0,"0"-1"-407"16,-1 2-63-16,1 0-56 15,0 0-4-15,0 3 57 16,-6 10 53-16,-15 21 103 15,12-20 23-15,0 1 16 16,3 6-22-16,-1-1-49 16,2 1-15-16,-1 1-14 0,3-3-2 15,4 3 0 1,0-3-1-16,5-2-6 16,2-2-2-16,0-6 1 0,2-2 1 15,1-7 7-15,1-4-1 16,5-5-8-16,0-4-3 15,5-2-2-15,-4-2 2 16,-1-5 9-16,0 0 4 16,-3-4 3-16,-2 0 0 15,-3-1 2-15,-1 2 0 16,-7-2 0-16,-1 0 0 0,-5 1 7 16,-1 3 5-16,-3 3 10 15,2 3 4-15,-2 4-9 16,-1 1-5-16,1 6-12 15,-1 2-6-15,-1 4-1 16,-1 2-2-16,-2 0 0 16,1 5 1-16,0 0 0 15,0 5-1-15,3 1 0 16,-2-4 0-16,6 2 0 16,1-1 0-16,2-1 0 15,3 3-1-15,1-2 0 16,0-1 1-16,3 0 0 15,-1 1-2-15,1-3-6 16,1-1-4-16,3-3 1 16,4-2 1-16,3-5 8 15,5-2 3-15,5-3-55 0,0-2-107 16</inkml:trace>
  <inkml:trace contextRef="#ctx0" brushRef="#br0" timeOffset="-94522.89">9898 5538 1149 0,'0'-2'381'0,"1"1"-415"16,2 0-36-16,-3 1-49 0,0 0 0 16,8 1 43-16,0 0 18 15,20 9 68-15,-22-8 19 16,-2 1 7-16,1-3 1 0,-2 4-19 15,1-3-10-15,-2 4-8 16,0 1 1-16,-1 2-1 16,-1 3 1-16,-2 1 1 15,-2 0-1-15,-3 3 0 16,-1 1 0-16,-3-2-1 16,0 6 1-16,-1-4-1 15,2 1 1-15,1 1 0 16,2-6 1-16,3-4-1 15,1-1 1-15,4-4 1 16,3 0 1-16,4-9 0 16,4-1 1-16,9-6-3 15,0-4 0-15,9-1-28 16,1-2-68-16</inkml:trace>
  <inkml:trace contextRef="#ctx0" brushRef="#br0" timeOffset="-93906.8">10050 5407 1297 0,'-2'0'435'0,"0"0"-459"0,3 2-53 0,-1-2-55 16,0 0-4-16,3 1 45 16,12 3 26-16,19 4 57 15,-23-9 11-15,1 1 6 16,-5 1 0-16,1 4-1 16,2 2-4-16,-2 5-3 15,-1 0-1-15,-1 5 0 16,-2-1 1-16,-5 3 0 15,1 2 0-15,-4-3 0 16,1 0 0-16,-6-1 1 16,0-3-1-16,2-2 1 15,-1-3 0-15,6-1 2 16,-3-4 2-16,3-4 5 16,1-1 1-16,0 0-2 15,1 0-3-15,2-8-6 16,9-32-1-16,0 14 0 0,-2-4 0 15,0 0 0-15,1 0 1 16,-3 4 0-16,-2 3 1 16,0 6-1-16,2 7-1 15,-6 5-1-15,-1 2-3 16,-1 4-4-16,4 4 1 16,-2 2 0-16,1 3 2 15,-2 3 3-15,-3 0 0 0,5 6 2 16,0 1-1-1,5 3 0-15,-2-1 1 0,0-2 0 16,6 0 0-16,-2-3-2 16,4 1-12-16,1-8-89 15,-1-3-149-15</inkml:trace>
  <inkml:trace contextRef="#ctx0" brushRef="#br0" timeOffset="-93474.38">10346 5432 1164 0,'0'-2'391'0,"4"1"-354"15,6 1-161-15,1 1-55 16,4 2-9-16,-1-3 29 16,-1 1 98-16,-1-1 72 15,-1 1 56-15,1 1 4 16,-1 2-29-16,0 2-16 16,0 6-22-16,0 0-2 0,-4 3-1 15,-7 2-1-15,-2 1 2 16,2 2 0-16,-6-2-1 15,4 3 1-15,1-4-1 16,-5-1 1-16,8-2-1 16,-4-4 0-16,2-5 0 15,0-2 1-15,11 0 3 16,0-4 2-16,8-2 1 16,4-2 0-16,-5-7-3 15,8 2-10-15,-3-6-59 16,-2 1-63-16</inkml:trace>
  <inkml:trace contextRef="#ctx0" brushRef="#br0" timeOffset="-92690.57">9418 5663 100 0,'2'5'34'0,"-2"5"-33"16,1-2-1-16,-3-1 5 15,-1-1 33-15,1-3 77 16,3 1 41-16,0-4 53 15,-1 0-29-15,0-1-77 16,0 0-42-16,0 0-123 16</inkml:trace>
  <inkml:trace contextRef="#ctx0" brushRef="#br0" timeOffset="-84824.77">6007 6838 3 0,'1'0'2'0,"1"-1"-1"16,2-2-1-16,-4 3 0 16,0-1 1-16,0 1 38 15,0 0 21-15,0-1 22 16,0 1 0-16,0 0-35 16,0-1-22-16,0 0-21 15,0 0 0-15,0 0 10 16,0 0 6-16,0 0 6 0,0 1 2 15,0-1-11-15,-1-1-6 16,0 1-7-16,0-1-1 16,0-1-2-16,0 2 0 15,0-2 0-15,1 2 1 16,-1-2 17-16,-1-1 10 16,1 2 15-16,-1-2 5 15,1 2-5-15,0 0-7 16,-1 0-11-16,0 1-5 15,-3-3-12-15,1 2-1 16,-1-1-1-16,-23-10 1 0,24 17 1 16,-2-3-1-1,4 0 0-15,-1 1 1 0,2-2-2 16,1 0 0-16,-4 2-2 16,-1 1 0-16,0 1 0 15,-24 16-1-15,24-14 1 16,-2 0-2-16,0 1 2 15,2 0-1-15,-4-1-1 16,3 3 1-16,4-2-1 16,-3 2-1-16,2 1-1 15,0-2-1-15,-2 0 0 16,3 1 1-16,0 0-1 0,-1-1 0 16,2 2 0-16,4 0 0 15,-3-1 0-15,3 0 0 16,-3-1 0-1,1 3 0-15,3-1 0 0,0 2 0 16,2 0 0-16,-2-3 0 16,0 0 0-16,-2-1 1 15,5-3-1-15,-2 0 0 16,3 0 0-16,1-2 0 0,-2-1 0 16,2 1 0-1,1-3 1-15,-1-2-1 0,2-2 2 16,-2-1 0-16,2-3 0 15,-1 1 1-15,0-5-2 16,-1 0 1-16,-1-2 0 16,0 0 0-16,0 0 0 15,1-1 0-15,-1 2 0 16,0-1-1-16,-3 2 0 16,1 1 1-16,-3 0 0 15,1 3 2-15,-2-1 0 16,-1 1 2-16,-1 2 3 15,0-3 4-15,-2 2 10 16,-1-2 6-16,0 3 9 16,-3-3-1-16,1 4-4 0,1 3-6 15,0-2-9 1,1 3-3-16,-1-2-6 16,0 0-3-16,1 3-5 0,0 1-1 15,1-1 0-15,1 0 0 16,1 0 0-16,-1 0-2 15,0 0 0-15,0 0-2 16,0 0 1-16,0 4-1 16,2 6 2-16,6 22 1 15,-2-20 1-15,0 0 0 0,1 1 0 16,0 0 0-16,1 0 0 16,-2 0 0-16,2-2 0 15,0-1 0-15,0-2-1 16,1-1 1-16,2 0 0 15,-2-2-1-15,4 0 1 16,1-1-1-16,-4-4 1 16,3 0 0-16,-2-4 1 15,2-2 0-15,2 0 0 16,1-3 0-16,0 0-1 16,-4-2 1-16,-1-3 0 15,-3-2 1-15,4 3-1 16,-2-1 0-16,1 1 0 15,2 4 0-15,-3-3-1 16,-2 2 3-16,-2 1-94 0</inkml:trace>
  <inkml:trace contextRef="#ctx0" brushRef="#br0" timeOffset="-83674.78">6617 6733 353 0,'0'3'129'0,"-5"-1"-104"0,4 5-34 15,-1-3-20-15,-1 1-1 16,1-2 6-16,1 1 29 16,-1-4 81-16,1-1 34 15,0 0 39-15,0 0-9 16,0 0-54-16,0 1-32 16,1-1-39-16,-1 1-13 15,0-1-10-15,0 0-2 16,0 1-4-16,0 0 0 15,0 0 1-15,1 0 1 0,-1 0 2 16,0 0 0-16,0 0 0 16,1-1 0-16,0 1 0 15,1-1 0-15,11 0 0 16,21-6 0-16,-19 3 0 16,1-2 0-16,2-2 0 15,2 3 1-15,-3-4 0 16,1 1-1-16,1 2 1 15,-2-2-1-15,0 2 0 16,-3 0 1-16,0 1-1 16,-5-2-1-16,3 1-43 15,-2 3-53-15</inkml:trace>
  <inkml:trace contextRef="#ctx0" brushRef="#br0" timeOffset="-83210">6660 6832 185 0,'1'4'64'0,"1"-1"-58"16,1 3-4-16,1 0-2 15,-1-4 1-15,-2 3 35 16,1-4 23-16,-2-1 45 16,0 0 22-16,0 0 10 15,0 0-6-15,0 0-23 16,-1 0-15-16,0 0-39 15,1 0-17-15,0 0-24 16,0 0-8-16,0 0-4 16,0 0-3-16,0-1 3 15,7 0 0-15,10-4 0 16,23-8 0-16,-18 4 0 16,2 2 1-16,-8-1-1 15,-7 4 1 1,0 0-1-16,24-7 0 0,-3 0-6 15,-4-4-29-15,-14 11-116 0</inkml:trace>
  <inkml:trace contextRef="#ctx0" brushRef="#br0" timeOffset="-82209.21">7538 6541 771 0,'3'-2'259'0,"1"-2"-293"0,4 1-54 15,-1-3-89-15,-3-1-10 16,2 2 48-16,-3-1 73 16,-1-1 172-16,1 0 48 15,-3-3 41-15,-4 0-23 16,1-2-63-16,-1-1-27 0,-2 3-33 16,2 1-12-16,-1 1-17 15,1-1-6-15,-2 2-2 16,1 3-2-16,-1 0-2 15,-2 4-1-15,-1 4-5 16,-3-2 0-16,0 4-2 16,-2 1 0-16,0 1 0 15,-2 1 0-15,1 3-1 16,4-3 1 0,6-5-1-16,0 1-1 0,-11 14 0 15,5 3 0-15,3-4 0 16,8-7-1-16,0-4 0 15,0-1 0-15,5-3 1 16,-2-4 2-16,6-3 0 16,3-4 0-16,4-4-1 0,3 0 1 15,0-4-1-15,1 0 1 16,-1 3 0-16,-3 0 0 16,-2 4 0-16,-2 1 0 15,0 6-2-15,-1 4-1 16,2 3 0-16,-1 6 0 15,2 2 1-15,-3 3 0 16,-3 9 1-16,2 1 1 0,-3 4 0 16,0 0 0-16,4-1 0 15,-3 1 0-15,-2 0 0 16,1 0 1-16,-5-2 0 16,0-1-1-16,0-1 0 15,-8-6 1-15,1 0 0 16,3 0 0-16,-4-5 1 15,2-1 1-15,-1-3 1 16,-4-3 2-16,-1-4 5 16,3 0 2-16,-9-4 8 15,-2-1 2-15,1-4-1 16,-4-3-2-16,4-5-5 16,0 0-2-16,2-6-4 15,2-1-1-15,4-3-8 16,4-2 3-16,5-2-67 15,4-2-76-15</inkml:trace>
  <inkml:trace contextRef="#ctx0" brushRef="#br0" timeOffset="-81725.58">7822 6353 836 0,'-1'-1'276'15,"0"-1"-288"-15,2 1-167 16,-1 1-61-16,0 0-21 15,0 0 84-15,0 0 215 16,0-1 116-16,-1 0 115 16,0 1-7-16,0 0-115 15,0 0-53-15,0 0-70 16,1 0-18-16,-1 0-7 16,0 0-1-16,-3 4-1 15,-4 11 1-15,-4 24 0 0,12-18 0 16,3 5 1-16,1-3 0 15,1 6 0-15,-1-1 0 16,1-1 0-16,0-1 0 16,2-1 0-16,2-4 1 15,1-5 0-15,0-1-1 16,0-8 1-16,2 0 0 16,0-7 0-16,2-2 0 15,4-2-15-15,0-3-22 16,3-1-86-16,-1 0-92 0</inkml:trace>
  <inkml:trace contextRef="#ctx0" brushRef="#br0" timeOffset="-80742.97">7960 6368 305 0,'0'0'152'0,"2"1"-7"15,-4-1-143-15,2 0-3 16,0 0 2-16,0 0 3 16,0 0 32-16,0-1 13 15,3-1 18-15,1 0 6 16,2-2-24-16,23-22-13 16,-17 15-19-16,5 0-7 0,4 1-8 15,1 3-2-15,1 1 0 16,-2 1-1-16,-1 4-1 15,2 1 0-15,-6 0-1 16,1 4 0-16,-5 1 0 16,-4 0 1-16,0 3 1 15,-4 1 1-15,-2 1 0 16,-2 3 1-16,-2 2 1 16,-5-1 0-16,-1 0 0 15,-3-1 1-15,0 2-1 16,-2 0 0-16,-1 5-1 15,2 2 1-15,-1-3 0 16,1-2 0-16,1-4 0 16,1-1 1-16,0-4 0 15,1 1 0-15,2-2-1 16,-2-4 0-16,3 2-1 0,3-1 0 16,1-2-1-1,1-1-1-15,1-1-1 0,0 0 0 16,0 0 0-16,0 0-1 15,0 0 2-15,0 0 0 16,2 0 1-16,7 2 0 16,24 4 0-16,-20-8 0 15,1 1 0-15,-1-3 0 16,1 2 0-16,-1-2 1 0,0-2 0 16,3 2 0-16,-2-1 1 15,-1-2-1-15,2 1 1 16,-3 0-1-16,1-1-1 15,5 3 0-15,-5-2 1 16,0 1 0-16,-1 0 0 16,-7-2 1-16,1 1 1 15,0 0 0-15,-2-2 1 16,3 4-1-16,-4-2 1 16,-2-1 0-16,-1 3 2 15,-2-3 13-15,2 1 18 16,-2-1 5-16,-1-2 6 15,3 0-7-15,-3-3-10 16,3 2-2-16,0 3-2 16,0-2-3-16,-1 4-9 15,1 1-2-15,0 0-11 16,-1 2-2-16,1 1-6 0,0 1-2 16,0 0-20-16,0 0-25 15,0 0-110-15</inkml:trace>
  <inkml:trace contextRef="#ctx0" brushRef="#br0" timeOffset="-80091.78">8417 6139 746 0,'0'-1'293'0,"0"-1"-179"0,1 1-104 0,-1 0-23 16,0 0-16-16,0 0 1 16,0 0 5-16,0 0 13 15,0 1 10-15,0 0 0 16,0 0 0-16,0 0 0 15,3 1 0-15,5 3-2 16,24 16 1-16,-21-9 0 0,2 1 0 16,0 5 0-1,1 5 0-15,-1 1 0 0,-1 7 1 16,-1-2-4-16,0 1-9 16,-1-3 0-16,-4-4 1 15,-3-4 4-15,-2-2 8 16,-1 0 1-16,-2-1 0 15,0 0 1-15,-4-2-1 16,0-2 1-16,-2 1 1 16,-2-1 3-16,2 1 15 15,0 0 5-15,1-4 3 16,1-2-2-16,1-2-8 16,1-1 1-16,2-1 1 15,0-2 1-15,2 0-4 16,-1 0-6-16,1-1-20 15,0 0-44-15</inkml:trace>
  <inkml:trace contextRef="#ctx0" brushRef="#br0" timeOffset="-48263.36">5545 9079 333 0,'-1'-1'170'0,"0"0"-47"0,1 0-56 0,-1 0-39 16,1 1-10-16,0-1-4 16,0 0 7-16,0 0 5 15,0 0 1-15,0 0-1 16,0 0-9-16,0 0-7 16,0 1 0-16,0-1-1 15,0 0-2-15,3-2-3 16,4 0-3-16,22-8-1 15,-22 7-1-15,2 5-1 16,-2-1-1-16,1 4 1 16,-1 5-1-16,-1 0 1 15,0-1 0-15,-1 3 0 16,1-1 1-16,-4 5 0 16,2 3 1-16,-3-1 0 15,-1 0 0-15,-2 2 0 16,-2-1 0-16,0-1 1 0,0-1 1 15,1-3 1-15,1-2-1 16,0-4 1-16,-1-2 0 16,2-3 1-16,1-2-1 15,1-4 0-15,-1 3-1 16,0 0-2-16,4-11 0 16,17-27 0-16,-8 20 0 15,3 0 0-15,-2-3 0 0,1 2 0 16,0 1 0-1,-3 2 0-15,-1 0 1 0,-3 4 1 16,-1 3-1-16,-3 5 1 16,4 4 0-16,-3 1-2 15,-2 2-2-15,-2 0 1 16,-2-2 0-16,0 0 3 16,0 0 2-16,0 2 0 15,1 11-1-15,-2 24-1 16,2-20-2-16,0-1 1 15,0 0-1-15,2-2 1 16,2 0 0-16,-1-2 0 16,2-1 0-16,-4-5 0 15,1-1 0-15,6-3 0 0,-3-1-4 16,1-2-25 0,3-1-29-16,-1-1-161 15</inkml:trace>
  <inkml:trace contextRef="#ctx0" brushRef="#br0" timeOffset="-43498.08">7334 9055 1141 0,'0'0'401'0,"-2"0"-355"0,2-1-48 0,0 1-20 0,0 0-3 0,0 0 9 0,6 0 3 0,0-1 9 15,21-1 6-15,-20 2 5 16,-3 0 0-16,2 2-1 15,-3-5-2-15,1-1-3 16,2 3-1-16,0 0-1 16,0 2 0-16,1 7-2 15,-2-6 0-15,0 5-3 0,-1 1-4 16,-1 2-13 0,1 7-4-16,-6-1-4 0,2 3 4 15,-3-1 13-15,-3-1 6 16,2 2 7-16,-2-1 0 15,0 0 1-15,1 1 1 16,3-3-1-16,-1-3 0 16,1-6 1-16,1-2-1 15,1-3 3-15,-1-1 1 0,1-2-1 16,0 0 1-16,0 0-4 16,0 0 0-16,7-12-2 15,18-26-2-15,-10 19-7 16,2 0-1-16,-3-3 1 15,0 0 3-15,-2 1 6 16,-1 2 2-16,-4 6 3 16,2 2 0-16,-5 3 3 15,-1-3-1-15,0 6-1 16,-3 0 0-16,0 3-4 16,0 4-1-16,1 2-2 15,-1-3 0-15,0 0 1 16,-1 2 1-16,1 16 0 15,-3 22-1-15,2-19 1 16,3 2 1-16,0-7-1 16,0-3 1-16,2-4-1 0,0-3-1 15,4-2-5 1,0-3-11-16,4-1-34 0,-3-4-24 16,4-1-74-16,0-1-80 15</inkml:trace>
  <inkml:trace contextRef="#ctx0" brushRef="#br0" timeOffset="-42714.54">7733 9099 509 0,'2'-2'221'0,"-1"-1"-88"0,2 0-116 0,-3 2-8 0,0 0-7 0,0 0 0 0,0 0 16 0,0 1 14 16,2-1 22-16,3-1 7 15,1 0-13-15,1 1-14 16,22-9-24-16,-21 8-8 15,0 2-7-15,4 0-9 0,-1 5-25 16,-1-3-7-16,0 3-3 16,-3 1 9-16,-2 1 23 15,1 3 9-15,-2 0 7 16,0 0 1-16,-3-1 0 16,-1 3 0-16,-1-1 0 15,-3 0 1-15,1 1 0 16,-1 1 1-16,1-2 1 15,0 1-1-15,0 0 1 16,-1-3-1-16,3 2 0 16,-2 1-1-16,1-5 1 15,1 2 1-15,-2-5 1 16,0 1 2-16,2-2-1 16,-1-2 0-16,1 2-3 15,1-3 0-15,0 0-2 16,0 0 0-16,0 0 0 0,0 0 0 15,0 0 0-15,2 0 2 16,12-1-1-16,24-1 1 16,-18-1-1-16,-1-1 0 15,0 1 0-15,-4-1 0 16,-2 1-1-16,-1 1 1 16,-5 1 0-16,0-1 0 15,-2 1 0-15,3 2-1 16,-3-1 1-16,0 0-1 15,-5 0-6-15,0 0-25 0</inkml:trace>
  <inkml:trace contextRef="#ctx0" brushRef="#br0" timeOffset="-41548.08">6021 9088 303 0,'0'0'133'0,"-1"-1"-56"0,1-1-69 0,0 1-26 0,-1 0-5 0,0 0 6 16,0 0 23-16,0 1 47 16,0-1 26-16,1 0 31 0,-1 0-4 15,-1 0-25 1,-3-1-17-16,-1 0-27 0,1 0-8 16,-21-13-9-16,22 11-3 15,2 1-6-15,0 0-1 16,0 0-5-16,0-3 0 15,2 4-3-15,-1 0 0 16,1 2-2-16,0 0 0 16,-1 0-2-16,0 0-1 15,0 0 1-15,1 4 1 16,-1 11 1-16,-1 25 0 0,0-22 0 16,-1 4 0-16,1-1 2 15,-3-3 1-15,1 1 1 16,0-3 0-16,1 0-1 15,1 0-2-15,2 1-1 16,-1 0-2-16,2 0-22 16,1 1-35-16</inkml:trace>
  <inkml:trace contextRef="#ctx0" brushRef="#br0" timeOffset="-40148.4">5601 9436 298 0,'-5'-1'172'16,"-4"-2"-24"-16,-1-3-68 0,2 1-24 0,0 1-30 0,4 0-13 0,1 4-13 0,-3 1-3 0,3 1-1 0,0 0 0 15,-3 0 1-15,3 1 0 16,-1 0 3-16,2 0 0 16,0 1 1-16,0 0 0 15,-2-2 0-15,1 1 0 16,1-2-1-16,2-1 0 16,0 0-3-16,0 0 0 0,0 0-1 15,0 0 1 1,0 0 1-16,0 0-1 0,6 1 1 15,3 5-1-15,27 22 1 16,-20-23 1-16,3 2-1 16,5-1 1-16,3-4 1 15,4 3-1-15,7 0-5 16,1 2-5-16,0 1-4 16,-1-3-1-16,3 1 5 15,-1-3 4-15,2 2 6 16,5 4 0-16,0 0 1 15,4 0-1-15,-2-2-11 16,1-4-2-16,-2-3-4 16,-3-5-7-16,6 1-3 15,-2 1 0-15,5-2-12 16,3 2-2-16,-1-2-8 16,1-2 2-16,-2 0 13 15,0-3 12-15,5 1 19 0,1 0 2 16,0 0-24-16,0 5-2 15,-4 1-1-15,1-1 1 16,0 3 27-16,-1-3 2 16,-1 1 3-16,-1-3 1 15,0 1 3-15,2 1 2 16,1 1-1-16,-1 1-2 16,-6 2-3-16,2 4 0 15,-3-2 21-15,-3-1 12 0,6 1 13 16,-1-2 3-16,-2-2-20 15,2 4-9-15,-4-1-10 16,-2 2-3-16,1 0-3 16,0 0-3-16,2-2-4 15,-1-1-1-15,-3-1-21 16,-3-2-22-16</inkml:trace>
  <inkml:trace contextRef="#ctx0" brushRef="#br0" timeOffset="-39415.89">6890 8981 783 0,'0'-2'285'0,"1"-1"-222"0,6 1-53 0,0-2-11 0,1 4 0 0,-6-2-1 15,-2 1 1-15,2 1 0 0,-2-1 1 0,0 1 0 0,0 0 1 16,-1 0-1 0,0 7 0-16,-4 15-3 0,-5 27-2 15,10-10-36 1,0 8-25-16,0 14-43 0,1 8-28 15,-2 8-23-15,1 5 9 16,-2-2 23-16,0 3 25 16,1-1 59-16,-4 0 17 0,5 1 26 15,-7-3 8-15,2 0 9 16,0 2 1-16,-4-4 34 16,2-1 20-16,-5-5 30 15,4-2 5-15,-1-3-32 16,3-2-22-16,4-2-34 15,-2-3-8-15,1 0-5 16,-3 1-3-16,0 0-2 16,0-3-5-16,3-3-44 15,1-3-49-15</inkml:trace>
  <inkml:trace contextRef="#ctx0" brushRef="#br0" timeOffset="-38499.19">5980 9831 587 0,'-2'-4'220'0,"0"-1"-162"0,-1-1-43 0,1 1-16 0,1 3-2 0,1 1-1 0,0 0 2 16,-1 0 8-16,0 1 7 15,0 0 5-15,0 0 0 16,0 1-8-16,-4 9-4 15,-8 27-6-15,11-20-2 0,2 2 0 16,1 1-1-16,-1-2 1 16,3-1 0-1,0 0 1-15,0-4-1 0,2 0 0 16,0 0-3-16,2-2-10 16,0 0-5-16,3-4-10 15,0-1-6-15,2-5-10 16,4-1 1-16,0-5 9 15,2-5 7-15,0-4 17 16,1-2 2-16,1-2-1 16,-2 0 0-16,0 0 5 15,-8-2 6-15,-2-1 20 16,-2-1 8-16,-2 2 21 16,4 3 9-16,-5 1 8 15,0 2 1-15,0 1 7 16,-9-1 2-16,2 6-1 15,1 0-1-15,-6 1-16 0,6 4-11 16,-5 0-17 0,-5 0-10-16,2 3-12 0,-4-2-5 15,-4 2-3-15,1 1-3 16,-2 3-12-16,2 0-12 16,2 1-35-16,2 1-31 15,1-2-98-15</inkml:trace>
  <inkml:trace contextRef="#ctx0" brushRef="#br0" timeOffset="-37465.18">7301 9782 525 0,'-3'-5'243'0,"-7"-3"-53"0,4 4-219 0,1 3-12 0,2 2-2 0,4-1 10 0,-2 0 33 16,1-1 19-16,-1 0 45 16,1 0 22-16,-1 0 20 15,0 0-11-15,0 0-38 16,0 0-24-16,0 1-28 16,0 0-5-16,-2 0-3 0,2 0 0 15,-2 13 1-15,-23 19 1 16,24-16 1-16,-3-6-1 15,6 6-3-15,0-1-3 16,0-3-8-16,3 2-4 16,-1 1-3-16,4 0 1 15,2-2 0-15,-1 1 0 16,-1-7 1-16,0 0 3 0,1-1 8 16,1-5 4-1,4-1 4-15,1-1 0 0,1-4 0 16,1 2 0-16,1 0 0 15,-2 0 0-15,3-2 1 16,-4 0 3-16,-2-3 12 16,0 0 7-16,-3-2 11 15,1-1 4-15,-2 0-5 16,0 0 0-16,-3-2 1 16,-1 1-1-16,-2-1 8 15,-2-1 3-15,-2-2 4 16,-1 2 5-16,-3 1 3 15,0 0 1-15,-2 1-2 16,-2-2-5-16,-2-2-7 16,-2 0-5-16,-3 1-11 15,2 0-3-15,-1 0-9 16,1 2-3-16,0 1-6 0,-2 3-5 16,0 5-21-16,-1 2-20 15,2 6-65-15,0 3-41 16,3 3-112-16,1 5-125 15</inkml:trace>
  <inkml:trace contextRef="#ctx0" brushRef="#br0" timeOffset="-36926.22">8137 9471 715 0,'2'-1'266'0,"6"1"-243"0,2 0-156 0</inkml:trace>
  <inkml:trace contextRef="#ctx0" brushRef="#br0" timeOffset="-36731.33">8267 9479 273 0,'10'2'201'16,"8"0"9"-16,4 0-100 15,-5-3-38-15,8 1-45 16,3 0-13-16,2-1-11 15,3-2 0-15,2 0 0 16,0-3-1-16,4 1 0 0,1 3 0 16,-3-2-1-16,-2 0-1 15,-7 0 0-15,-1-3 0 16,-4 2 0-16,1 1 0 16,-3 1 0-16,-4 2 0 15,-1-3-23-15,-3 2-29 16,-5 0-144-16</inkml:trace>
  <inkml:trace contextRef="#ctx0" brushRef="#br0" timeOffset="-36099.33">8388 8870 700 0,'-3'-2'268'0,"-3"-3"-194"0,0-1-42 0,6 3-24 0,0 1-6 0,-1 1-5 0,1 1-2 0,-1 0 0 0,0 0 2 16,0 0 3-16,1 0 1 0,-1 10 1 15,1 28-1-15,2-14-1 16,-2 6 0-16,3 12-1 16,-5 1 0-16,1 16-3 15,0 2-2-15,0 9-4 16,0 4 0-16,0-2 2 16,1 1 3-16,-2-4 5 15,-3 3 1-15,4 4 1 16,-3-2 0-16,1 1 0 15,2-1 1-15,-3 2 1 16,-3-1 2-16,-1-3 9 16,-2-3 5-16,2-11 3 15,2-3-1-15,-2-6-9 16,1-1-3-16,-1-6-7 16,4 0-1-16,2-9-2 15,0-1 0-15,2-9 0 16,0-2-6-16,-2-8-50 0,1-4-52 15</inkml:trace>
  <inkml:trace contextRef="#ctx0" brushRef="#br0" timeOffset="-34681.26">8588 8855 672 0,'0'-2'267'0,"-1"0"-143"0,1 1-154 0,0 0-21 0,0 0-14 0,0 0 5 0,0 0 33 16,0 0 31-16,0 1 40 0,0-1 5 15,0 0-4 1,0 0-17-16,3-1-24 0,3 0-4 16,5-2-2-1,22-5 0-15,-18 6 0 0,1 1 0 16,4 1 0-16,1 0 0 15,0 1-3-15,0 1-4 16,-1 0-4-16,-2 2-1 16,0 0 5-16,-2 1 2 15,-3-1 6-15,-1 0 1 16,-5 1 1-16,1 1 0 16,-4 1-1-16,-4 3 0 0,-2 2-3 15,-5 1-2-15,-3 4 1 16,-2 2 2-16,-2-2 9 15,-1 0 3-15,-1 1 3 16,1-2-1-16,-2 0 2 16,-1-2-1-16,2-2 2 15,3 1-1-15,-2 0-6 16,2 1-2-16,0 2-5 16,-4-5 0-16,4 2 0 15,0-4 0-15,-1-3 0 16,5 1 0-16,-2-1 0 15,3 1-1-15,2 2 0 16,0-2 0-16,4 0-3 16,0 0 0-16,2-3-2 0,3 0 0 15,-1 0 1-15,3-1 1 16,3 1 0-16,3-1 0 16,7-1 1-16,1-3 1 15,2 0-1-15,2-3 1 16,-2-1 0-16,4 2 1 15,1-1-1-15,1-1 1 16,3 0 1-16,-3-4-1 16,0 1 1-16,1 2 0 0,-3-1 0 15,-1 0 0-15,-1 3 1 16,-4-2-1-16,-3 3 0 16,-1 3 1-16,-6-1 1 15,0 2 0-15,-4-1 0 16,-5-1 0-16,4 2 14 15,-5 0 4-15,0 0 9 16,0 0 5-16,0-1 4 16,0 1 5-16,0-1 1 15,-6-1-5-15,1 0-8 16,-27-15-3-16,26 4 2 16,3 0 4-16,-1-4-1 15,2-1-4-15,2 2-12 16,-1 2-5-16,1 3-11 15,-1 1-2-15,1 5-11 16,0 0-24-16,0 5-93 0,1 0-74 16</inkml:trace>
  <inkml:trace contextRef="#ctx0" brushRef="#br0" timeOffset="-33570.18">8542 9773 703 0,'-1'-2'277'0,"-2"-2"-162"0,3 2-193 0,0 2-65 0,0 0-76 0,0 0 7 0,0 0 130 15,0 0 99-15,0 0 137 16,-1 0 19-16,1 0-45 16,-1 0-39-16,1 0-59 15,0 0-18-15,0 0-7 16,0 0 2-16,0 0 12 16,0 0 5-16,4-1 6 15,5-2-2-15,27-9-10 16,-18 7-6-16,2-2-9 15,6 3-2-15,-4-2-2 16,-2-1-2-16,-1 0 1 16,-6 0 0-16,0-3 1 15,2 8 1-15,-4-3-3 16,-2 1-6-16,1 3-22 16,-7-1-22-16,0 2-59 15,1 2-45-15</inkml:trace>
  <inkml:trace contextRef="#ctx0" brushRef="#br0" timeOffset="-33032.64">8946 9559 826 0,'-1'1'313'0,"0"-1"-224"0,0 0-74 0,1 0-34 0,0 0-6 0,0 0 2 0,0 0 6 15,0 0 14-15,0 0 3 16,0 0 2-16,0 0-1 16,1 2 0-16,2 3-1 15,3 0-2-15,25 21-1 16,-17-19-12-16,1-1-4 15,-2 0-1-15,4-1 0 16,-5 1 12-16,3 0 6 16,-1-2 2-16,-4 1 0 15,-1 0 0-15,-3 1 1 0,1 3 0 16,0 3 0-16,-3 1 0 16,-1-3 2-16,-1 0 4 15,-5-1 3-15,-2-2 5 16,0 1 0-16,-5-3-4 15,5 3-4-15,-2-2-4 16,1 1 0-16,-2 1-2 16,-6-4-6-16,0-1-30 15,-4 0-28-15,3-3-87 16,1 1-52-16</inkml:trace>
  <inkml:trace contextRef="#ctx0" brushRef="#br0" timeOffset="-32581.79">8934 9535 693 0,'0'1'252'0,"3"1"-195"0,0 0-54 0,-3-2-8 0,0 0 1 0,0 0 4 0,0 0 22 0,0 0 52 15,0-1 13-15,0 0 5 16,1 0-22-16,10-3-49 16,22-12-12-16,-20 8-9 15,4 2-2-15,-1-1-1 16,1 2 1-16,-3 2 0 16,1-1 1-16,0 4-1 15,0-1-2-15,-1 2-12 16,-1 0-9-16,-3 0-30 15,-4 0-16-15,-4 0-55 0,0-1-46 16</inkml:trace>
  <inkml:trace contextRef="#ctx0" brushRef="#br0" timeOffset="-32184.79">9502 9575 601 0,'1'-2'225'0,"0"-1"-209"0,2 0-124 0,-3 3-110 0</inkml:trace>
  <inkml:trace contextRef="#ctx0" brushRef="#br0" timeOffset="-31416.54">9499 9566 162 0,'-1'1'176'0,"1"-1"-10"16,-1 0 29-16,0 0-47 16,1 0-88-16,-3 0-29 15,-6 4-25-15,-17 16-4 16,18-13 0-16,-3 0 1 15,2 2 5-15,-1-1 1 0,3 1-2 16,-1 2-3-16,4 4-6 16,-1 1-2-16,2 0-1 15,2 4 0-15,0-4-4 16,3 1-4-16,-1-4-10 16,1-2-5-16,2-2-2 15,-2-3 0-15,5-2 4 16,-1 0 9-16,0-4 8 15,1-2 5-15,-2-3 5 16,1-1 0-16,4-5-1 16,0 3 1-16,-1-2 0 15,-2-4-1-15,-1 2 0 16,1-1-3-16,-1 0 2 16,-1 2 0-16,-1-2 1 15,-4 1 3-15,2 2 8 0,0 0 8 16,-1 3 20-16,-3 1 7 15,-2 0 1-15,-2 1-8 16,-3 1-23-16,5 2-9 16,-2 0-8-16,0 2-2 15,0 0 2-15,-1 0 1 16,2 1 0-16,2-1 0 16,3 0-2-16,0 0-2 0,0 0-2 15,0 0 0-15,0 0 2 16,0 0 2-16,2-1 1 15,8 0 1-15,25 0 0 16,-23 1 0-16,0 1-1 16,1 3 0-16,0 1 0 15,2 2 0-15,-2 2 1 16,1 3-1-16,0 3 0 16,-3 2-1-16,0-2-3 15,-1 1-2-15,-2-3-1 16,1-2 1-16,-4-2 5 15,0-3 2-15,-3-3 0 16,-2 0 0-16,-1-3 0 16,0 0-1-16,1 0-13 15,-1-1-3-15,0 0-1 16,-5 0 2-16,-2-1 23 0,-20-10 9 16,24 2 5-16,1-2-1 15,3-5-5-15,0 0-3 16,2-2-1-16,2-2-3 15,3 1-6-15,2-2-4 16,2 4-5-16,1 1-2 16,-1 4-14-16,-2 3-22 15,1 3-91-15,-2 4-97 0</inkml:trace>
  <inkml:trace contextRef="#ctx0" brushRef="#br0" timeOffset="-30515.34">9834 9656 781 0,'4'0'274'0,"3"2"-227"0,-1-2-165 0,-1 0-51 0,-3 1-8 0,1-1 52 0,1 0 179 0,-4-1 85 0,0 0 62 0,0 0-16 15,0 1-100-15,0-1-35 16,2-4-43-16,4-8-13 15,19-26-11-15,-14 20 1 16,1-4 6-16,-1-2 7 16,0-3 4-16,2 0 0 0,-4 0 0 15,0 1-1-15,-3-2 1 16,-4 0 1-16,0 3 3 16,0 3 4-16,-2 7 3 15,0 3 5-15,-3 6-1 16,-2 1-4-16,-3 6-6 15,1 2-6-15,-4 6-3 16,1 3 2-16,-1 2 2 16,2-1 0-16,-1 5-1 15,3 1 0-15,-1 3-2 16,3 2 1-16,4 0 1 16,-3-2-1-16,4 1-1 15,0-1-2-15,0 4-25 16,2-2-9-16,1 3-5 15,1 0 2-15,1-4 23 16,3 3 8-16,2-3 6 0,1-5 2 16,1 1-1-1,-1-2-4-15,1-6-13 0,1 1-2 16,0-6 1-16,-2-3 6 16,3-2 23-16,-1-4 7 15,0-2 5-15,1-2 0 16,1-3-12-16,1-1-4 15,-1-3-4-15,-2-2-1 0,-2 1 12 16,-3-2 11-16,-2 2 13 16,2 0 3-16,-8 1-9 15,0 0-8-15,0 2-14 16,-2 2-3-16,-1 3-2 16,1 3-1-16,-3 4-2 15,-2 1-4-15,0 3-6 16,-1 0-3-16,0 3 1 15,2 3 0-15,-2 0-10 16,2 4-17-16,-2 0-36 16,3 2-17-16,2 1-29 15,1-1-6-15,3 2-14 16,0-3 7-16,3 2 10 16</inkml:trace>
  <inkml:trace contextRef="#ctx0" brushRef="#br0" timeOffset="-30032.441">10306 9563 111 0,'9'-10'39'16,"8"-13"-32"-16,-3 2-6 0,-4 1 3 0,-4 2 14 0,-3 4 31 0,-3 2 13 0,0 5 5 0,-5 2-12 0,-1 6-31 15,-2 4-15-15,-3 2-13 16,1 1-1-16,-1 2 0 16,0 0 0-16,1 1 4 15,2 2 1-15,-1-1-2 16,1 0 0-16,3 1-7 16,0-1-7-16,5-4-13 15,3 1-2-15,3-1 4 16,2-1 9-16,2 0 14 15,0-1 3-15,6 4 1 16,1-1 0-16,2 0 1 16,-1 0-1-16,1-3 0 15,-1 0-1-15,-3-1 0 16,2 2 0-16,-4-1 1 16,-3 3 0-16,-4 0 0 15,-2 1 2-15,-7-3 9 16,-1 0 6-16,-4-2 26 0,1-1 7 15,-1 2-4-15,0-1-6 16,-5 1-42-16,1 0-26 16,-1-4-38-16,-1 3-16 15,2-1 7-15,3 1 9 16</inkml:trace>
  <inkml:trace contextRef="#ctx0" brushRef="#br0" timeOffset="-29533.39">10682 9413 549 0,'1'-1'238'0,"-1"-6"-124"0,1 2-69 0,-6 1-63 0,0 2-8 0,-5 3 0 15,-1 1 7-15,0 4 45 16,2-2 15 0,5-1 10-16,0 0-2 0,-12 9-28 15,-2 2-12-15,2 1-8 0,5-3-1 16,5 3 0-16,4 0 0 15,-1 0-1-15,3-1 1 16,0 0 0-16,0-3 1 16,4 0-1-16,4 1-6 15,3-3-8-15,2 1-2 16,3 1 0-16,-3 0 8 16,1-2 8-16,0-2 4 15,-2 3 5-15,0 0 1 16,-2-1-3-16,-1 1-3 0,-5 1-3 15,-1-2 1-15,-6 3 5 16,-3 0 4-16,-3 1-1 16,-4 0-1-16,-3 1-17 15,-2-1-30-15,-1 0-200 16</inkml:trace>
  <inkml:trace contextRef="#ctx0" brushRef="#br0" timeOffset="-28995.9">10314 9522 659 0,'0'-2'267'0,"0"-4"-166"0,0 0-103 0,1 1-86 0,2 3-15 0,-1 0 11 0,-2 1 31 0,0 0 87 16,0 0 31-16,0 1 15 15,0 0-7-15,0 0-32 16,0 0-16-16,0 0-14 15,0 0-2-15,0 0 0 16,0 0 0-16,0 0 2 16,1 4 0-16,5 4 2 0,9 22-2 15,-16-18 0 1,-1 0-2-16,-5 2-1 0,-1 0-7 16,-2 1-53-16,-2-1-40 15</inkml:trace>
  <inkml:trace contextRef="#ctx0" brushRef="#br0" timeOffset="-28432.62">10103 9687 637 0,'4'-2'277'0,"-1"-2"-136"0,3 2-132 0,0 2-86 0,-3 2-19 0,1 1 13 0,1-1 30 0,0 4 91 0,-2-2 39 0,4 1 32 16,-2 1-2-16,3-3-42 15,3 3-21-15,-2-2-30 16,2 2-8-16,0 1-2 16,-4-7 1-16,5 0 11 15,0 0 5-15,0-1 2 16,2 2-2-16,-1-1-12 15,-3-3-6-15,1 1-19 16,-2-2-15-16,-2 3-61 16,-1-3-63-16</inkml:trace>
  <inkml:trace contextRef="#ctx0" brushRef="#br0" timeOffset="-22717.261">6053 10261 387 0,'0'0'159'0,"0"0"-95"0,0 0-40 0,0 0-23 0,0 0-1 0,-1 0 1 16,1 0 3-16,-1-1 19 0,1 0 17 15,-1 0 28-15,0 0 7 16,0 0-11-16,0 1-17 16,1-1-29-16,-1 0-9 15,0 0-9-15,0 0 0 16,0 1-3-16,0 0-2 16,0 0 1-16,0 0 0 15,1 0 3-15,-1 0 0 0,1 7 1 16,0 0 0-16,0 22 0 15,0-19 0-15,1 1 0 16,1-2 0-16,0 0 0 16,1 1 0-16,-1-2 0 15,1 1 0-15,0 1-1 16,1 0 1-16,-2 2 0 16,2 0 0-16,2 1-1 15,1 0 0-15,3-2-4 16,0 1-4-16,-1-5-17 15,2 0-8-15,1-1-2 16,0-6 5-16,0 0 18 16,-3-2 8-16,2-3 6 15,-2-1 2-15,2-2 0 0,0-3-1 16,-1-2 0-16,-1 0 1 16,-6-2 0-16,3 0 7 15,-1 1 14-15,0 0 5 16,2 1 7-16,-6 0-2 15,1 1-6-15,-2 1 0 16,-2 1 12-16,1-1 6 16,-4 2 5-16,4-1-2 15,-5 0-18-15,3 1-8 0,-1-1-13 16,-4-1-3-16,4 4-2 16,1 0 1-16,-2 1 4 15,4 4 1-15,-5-5 7 16,-1 2 2-16,2 1 0 15,-2-1-3-15,3 3-6 16,2 2-6-16,-2 0-5 16,3-1 0-16,1 1-2 15,-1 0 1-15,0 0 0 16,-3 1-1-16,-2 1-2 16,-1-1-3-16,-21 10-19 15,19-6-13-15,4 4-41 16,-2 2-28-16,3 1-72 15,3 1-98-15</inkml:trace>
  <inkml:trace contextRef="#ctx0" brushRef="#br0" timeOffset="-21900.761">7217 10168 281 0,'0'0'133'0,"2"0"-22"0,0-1-102 15,-2 1-4-15,0 0 8 0,0 0 16 0,0 0 42 0,0 0 26 0,0 0 26 16,0 0-6-16,0 0-38 15,0 0-26-15,0 0-38 16,0 0-9-16,0 0-6 16,0 0 1-16,0 0-1 15,0 0 0-15,0 0 0 16,4 15 0-16,19 18 0 16,-19-20 0-16,2 2 0 15,-5-4 0-15,3 4 0 0,0-1 0 16,-2 1 0-16,1 0 0 15,-2-3 1-15,-1 0 1 16,3-1-1-16,1-1-1 16,-2-3 0-16,-1-1 0 15,-1 0-4-15,3 0-9 16,1 1-39-16,1-2-53 16</inkml:trace>
  <inkml:trace contextRef="#ctx0" brushRef="#br0" timeOffset="-20168.07">8579 10239 144 0,'-2'0'66'0,"-3"1"-32"0,1 1-14 0,0 0-12 0,-1-2 12 0,3 0 37 0,-1 0 16 15,2 0 25-15,0-1-4 16,0 0-30-16,1 0-15 0,-1 1-28 16,0 0-9-16,1 0 0 15,0-1 5-15,0 0 13 16,2 0 2-16,8-1-2 16,22-5-3-16,-18 3-7 15,1 1-2-15,2-1-7 16,1-1-2-16,-2 2-7 15,1-1-1-15,-2 1-1 16,-1-1-1-16,0-1-15 16,-1 0-19-16,3 2-73 15,-3-3-60-15</inkml:trace>
  <inkml:trace contextRef="#ctx0" brushRef="#br0" timeOffset="-19617.29">8972 10055 756 0,'0'0'258'0,"0"0"-242"0,2 1-28 0,-2-1-3 0,0 0 4 0,0 0 14 0,0 0 18 0,0 0 28 16,0 0 9-16,0 0 2 15,0 0-15-15,0 0-28 16,1 5-10-16,6 1-4 15,22 23-2-15,-22-22 0 16,2 0-1-16,0 0 1 16,2 0-1-16,3 1 0 15,-3-4 0-15,4 1 0 16,-2-1 1-16,0 1-1 16,1 3 1-16,-2 1-1 15,0 1 1-15,-4-1-1 0,-3-2 1 16,-2 0-1-16,-3 0 1 15,0 3 0-15,0-2 0 16,-5 0 1-16,1 0 0 16,-5 1 0-16,-2-1 0 15,1 2-1-15,-2 0-1 16,1 0-7-16,1-1-9 16,0 1-41-16,0-3-50 15,-1-3-203-15</inkml:trace>
  <inkml:trace contextRef="#ctx0" brushRef="#br0" timeOffset="-19351.35">9060 10060 903 0,'0'-2'352'0,"2"1"-235"16,1 1-96-16,-3-1-63 0,0 0-17 0,0 0-4 0,0 0 10 0,2-3 31 16,9-2 16-16,21-25 6 0,-22 23 0 15,6 0-13-15,-1 0-53 16,5 1-183-16</inkml:trace>
  <inkml:trace contextRef="#ctx0" brushRef="#br0" timeOffset="-18168.2">9599 10140 439 0,'-1'-4'258'0,"-2"2"-1"0,0-3-190 0,2 1-33 16,-2 1-26-16,1-2-5 0,1 6-1 0,-2-1 4 0,2 0 15 16,0-1 7-16,0 0 7 15,1 1-4-15,-1 0-12 16,0 0-7-16,0 0-8 16,0 0-2-16,0 0-2 15,0 1-3-15,-5 7 1 16,-12 25-1-16,17-23 0 15,0-1-1-15,1 3-1 16,0-2 0-16,3 2-2 16,1 2-1-16,-2-4 0 15,2 1-1-15,0-3-2 0,-1-3-3 16,0-1-4-16,0-3 0 16,1-1 2-16,-1 0 5 15,2-1 5-15,-1-2 3 16,-1-4-2-16,3 0-2 15,0-2-1-15,-1-1 1 16,0 1 4-16,-1-4 2 0,-2 3 1 16,2 1 1-16,-3-2 2 15,3 5 2-15,-3-2 9 16,-1 1 3-16,-3 1 3 16,0-1-1-16,0 3-6 15,-1 2-1-15,1-1-2 16,0 2-2-16,-1-1-3 15,2 1-2-15,1 0-3 16,0 0-2-16,0 0-2 16,0 0-2-16,0 0-3 15,1 0 1-15,0 1 1 16,0-1 1-16,11-4 3 16,25-6-1-16,-16 11 1 15,-1 1 1-15,1 3-1 16,-1 1 1-16,-3 0 1 15,-1-3 0-15,-1 3 0 16,-3 0-1-16,-4 0-2 16,0 1-1-16,-6-1-9 0,1 0-5 15,-2-2-3-15,-1 4 0 16,-3-1 0-16,-1-1-3 16,-1 4-9-16,-2-6 0 15,4 4 9-15,-8-7 9 16,6 0 16-16,0 0 4 15,-1-7 1-15,7 1-1 0,3-2-4 16,0-2-1-16,6-3-20 16,2 0-24-16,-3-5-111 15</inkml:trace>
  <inkml:trace contextRef="#ctx0" brushRef="#br0" timeOffset="-17517.52">10002 10186 882 0,'0'0'293'0,"0"-1"-268"0,4 2-239 0,-4-1-65 0,0 0 29 0,0 0 93 0,0 0 242 0,0 0 101 16,1 0 39-16,0 0-42 15,3 0-110-15,0 0-37 16,0-1-34-16,2-2-5 0,1-2-8 15,25-20 1-15,-22 10 2 16,1 1 5-16,0-3-1 16,-1-3-9-16,0 1-23 15,0-2-7-15,-4 1-1 16,-2 2 11-16,-3 3 25 16,-1 1 9-16,3 6 15 15,-1 0 4-15,2 4 4 16,-3 0-3-16,-1-1-7 15,0 3-2-15,0 1 5 16,0 0 1-16,0 0 0 16,-1 1-4-16,0 0-10 15,0 0-4-15,-1 2-1 16,-4 10-1-16,-7 28 0 16,9-20 0-16,0 1 0 15,4 1 1-15,-2-3-1 16,1 0-2-16,0-1-10 0,-2-4-6 15,3 2-17-15,-1-3-9 16,3 0-17-16,-1 2-9 16,4-2-25-16,3 1-10 15,-3-6-9-15,4 0 4 16,1-1 30-16,-3-4 11 16</inkml:trace>
  <inkml:trace contextRef="#ctx0" brushRef="#br0" timeOffset="-17017.11">10355 10086 147 0,'1'-7'114'0,"1"-7"19"0,-2-1-22 0,-3 4-42 0,1-1-17 0,-2 4-31 0,0 2-13 0,-1 2-12 15,-2 2-3-15,1 2 3 16,0 1 2-16,-1 2 2 16,-1 0 1-16,1 1 0 15,0 0 1-15,0 0-2 16,3 3 0-16,-1 0-3 0,0 3-2 16,3 2-12-16,-2 1-5 15,3 2-12-15,0-1-1 16,-1 1 12-16,3 1 5 15,0-1 14-15,1-3 3 16,2-1 1-16,-2-3-1 16,3 1-15-16,-1-1-11 15,1-1-17-15,-2-4 0 16,4 1 15-16,-2-1 13 16,1-1 32-16,1 1 12 0,0-3 18 15,-2-1 8-15,1-1-12 16,2 0-8-16,-3-1-18 15,3 2-5-15,-1-3-3 16,-1 0 0-16,1 2-3 16,-1-2-2-16,0 2-2 15,1 2-1-15,-5-2 0 16,2 1-8-16,-4-1-46 16,0 1-26-16</inkml:trace>
  <inkml:trace contextRef="#ctx0" brushRef="#br0" timeOffset="-16621.35">10368 10082 421 0,'1'-1'227'0,"1"-2"-75"0,5 3-237 0</inkml:trace>
  <inkml:trace contextRef="#ctx0" brushRef="#br0" timeOffset="-16430.45">10408 10087 190 0,'-1'1'115'16,"-1"2"0"-16,0 2-92 0,-3 1-33 15,0 1-28-15,-2 0 0 16,1 2 19-16,-1-3 23 16,-1 4 36-16,0 1 7 15,-2 2 3-15,1 3-10 16,-3-4-16-16,1 0-8 15,0-3-7-15,-2 1-4 16,1 2-2-16,1-1-1 0,-3-2-25 16,2-3-36-16</inkml:trace>
  <inkml:trace contextRef="#ctx0" brushRef="#br0" timeOffset="-15548.31">10012 10250 619 0,'0'-2'242'0,"0"-2"-141"0,2-2-100 0,2 2-13 0,3-5-9 0,0 1 1 0,2-2 7 16,2 1 10-16,-2-3 11 16,3 2 5-16,-3-4 0 15,2-1 1-15,-1 1-5 16,2-1 0-16,-1 0 9 15,-4-4 8-15,0 1 15 0,-6-1 6 16,2 5 4 0,1-1-2-16,-7 0-7 0,2 1-3 15,-2 0-5-15,5 2-5 16,-2 2-9-16,0 1-6 16,1 6-9-16,-5-1-2 0,5 4 0 15,2 0-2-15,-3 0-1 16,0 0 0-16,-1 0 0 15,0 0-2-15,0 0-1 16,1 0 0-16,-4 6-1 16,-2 8 0-16,-7 26 2 15,10-23 0-15,-4 5 2 16,2-2 0-16,-1 2 0 16,3 3 0-16,-1-3 0 15,0-1 0-15,3-1 0 16,1-1-1-16,5-2-2 15,-1-1 0-15,5-4-5 16,1-4-2-16,0-1-20 16,3-2-19-16,1-1-93 15,3 1-109-15</inkml:trace>
  <inkml:trace contextRef="#ctx0" brushRef="#br0" timeOffset="-14918.04">10584 10011 490 0,'0'-1'184'0,"-2"-1"-138"0,2 1-44 0,-1 0-8 0,0 0 6 0,0 0 66 0,0 0 28 0,0 0 29 16,0 0-3-16,-2 0-59 15,1 0-23-15,-2-1-32 16,2 1-6-16,-3 1-2 16,-2 2-2-16,-20 20 0 15,20-8-1-15,2 1 0 16,3 0 0-16,1-2 0 16,-3-3 0-16,4-2-1 0,2 3 0 15,2-5 1 1,5 4-1-16,-1 2-2 0,2-5-2 15,0 0-1-15,3-2 1 16,0-3 3-16,-6-2 2 16,6 5 4-16,-4-2 1 15,0 2-4-15,1 1-5 16,-7-1-4-16,0 2 0 0,-4 1 5 16,-3-1 5-16,-3 1 4 15,-2 0 0-15,-2-2 0 16,-3 2-1-16,0-3-6 15,3-1-1-15,1 0-15 16,5 1-19-16,-1-3-36 16,-3 1-29-16,2-3-71 15</inkml:trace>
  <inkml:trace contextRef="#ctx0" brushRef="#br0" timeOffset="-14518.29">10696 10009 800 0,'1'-2'415'0,"-1"2"0"0,0 0-438 0,0 0-62 0,-1 0-42 0,0 0-2 15,0 0 57-15,0 0 49 16,0 0 60-16,-4 8 4 16,-12 23-2-16,12-19-14 15,5 1-26-15,-3-1-7 16,3 0-8-16,2 2-4 0,0-2-8 16,4 2 0-16,1-1-9 15,1-1-7-15,3-2-21 16,-1-3-7-16,0 2 5 15,2 3 12-15,-1-2 31 16,1 1 12-16,-3 1 11 16,-2-4 1-16,-2 4 1 15,-2 0 1-15,-4-1 0 16,-3 1-13-16,-7 3-194 16</inkml:trace>
  <inkml:trace contextRef="#ctx0" brushRef="#br0" timeOffset="-13552.45">6839 10870 670 0,'0'-1'226'0,"4"-5"-226"0,0 3-27 0,3-1-34 0,-2 1-10 0,0 2 12 0,-4 0 13 0,-2 1 85 16,1 0 37-16,0 0 32 16,-1 0 3-16,1 0-45 0,-1 0-23 15,0 0-30-15,0 2-6 16,-1 10-6-16,-5 24-1 15,7-14 0-15,0 1 1 16,0 9-1-16,0 5 1 16,0 5 0-16,0 4 0 15,-4-1 6-15,0 1 6 16,-2 0 6-16,-5-5 0 16,5 1-5-16,0-3-5 15,2-2-6-15,0 1-1 0,0-1-2 16,1 0 0-16,3 2-5 15,1 2-11 1,4-3-50-16,3 1-23 0,0-4-52 16,4-2-52-16</inkml:trace>
  <inkml:trace contextRef="#ctx0" brushRef="#br0" timeOffset="-12901.25">8303 10545 231 0,'0'-2'110'0,"0"1"-13"0,-1-2-90 0,1 2-3 0,-1 1 17 0,0-1 22 0,0 0 50 0,0 0 28 0,0 0 32 16,-4-2-5-16,3 3-37 15,1-1-25-15,1 0-45 16,-1 0-13-16,0 0-13 15,0 0-3-15,0 0-5 16,0 1-4-16,0-1-3 16,0 0-1-16,0 0-3 15,-1 1 2-15,-4 8 0 16,-11 36 1-16,15-9 1 16,2 6 1-16,-5 9 1 15,0 6 0-15,3 8 3 0,-2-1 4 16,4 6 10-16,-2 1 1 15,-2 1-2-15,1 6-2 16,-3-9-10-16,0-1-1 16,-1-4-1-16,-2-7 0 15,-1 0-2-15,1-3-2 0,0-7-33 16,-1-3-41 0</inkml:trace>
  <inkml:trace contextRef="#ctx0" brushRef="#br0" timeOffset="-11967.98">6168 10641 282 0,'0'-2'224'0,"0"-4"22"0,0 3-66 0,3 1-16 0,-1-1-36 0,-2 2-13 0,0 0-23 15,-1 0-11-15,0 0-17 16,0 1-8-16,0-1-19 15,0 0-9-15,1 0-14 16,-1 0-5-16,0 0-7 16,0 1-2-16,0 0 0 15,0 2-1-15,-4 20-1 16,-8 21 0-16,7-10 0 16,-1 1 0-16,-1 2-1 15,3 1-8-15,-1-2-32 16,1 0-28-16,6-1-65 15,-1-1-60-15</inkml:trace>
  <inkml:trace contextRef="#ctx0" brushRef="#br0" timeOffset="-10919.28">7266 10698 464 0,'0'-3'176'0,"4"-3"-131"0,0 1-10 0,1-2-13 0,-5 2 1 0,0-1 34 0,-6 0 24 0,6 3 52 0,0 1 11 0,-3-2-13 16,2 0-20-16,-1 3-48 15,0-2-19-15,1 3-30 16,0 0-9-16,0 0-8 16,0 0-2-16,0 0 1 15,0 2 0-15,-1 9 2 16,-24 24 0-16,22-18-1 16,-1 1 0-16,-1 3 0 0,2 0 0 15,4 3 0 1,0-1-1-16,4 0 0 0,0-2-2 15,4-6-2-15,0 0 1 16,3-2-2-16,0-4 0 16,-1-6 1-16,3-1 0 15,4-3 3-15,2-5 0 16,4-1 4-16,0-4-1 0,0-6-1 16,-2 0-1-16,-2-5 2 15,-1-1 2-15,-4 2 2 16,-3-1 2-1,-2 0 11-15,-4 3 10 0,-4 0 21 16,-1 2 9-16,-1 3 5 16,-5-1-7-16,-3 3-15 15,0-2-8-15,-5 4-12 16,-1 2-6-16,-1 2-14 16,-5 2-16-16,1 4-40 15,0 3-24-15,0 6-59 16,0 4-53-16,3 2-163 15</inkml:trace>
  <inkml:trace contextRef="#ctx0" brushRef="#br0" timeOffset="-10185.36">8589 10778 611 0,'-1'-1'252'0,"-1"-2"-152"0,2 3-60 0,-1-1-52 0,0 0-8 16,0 0-3-16,1 0 2 0,-1 0 18 16,0 0 5-16,1 1 7 15,0-1 6-15,0 0 6 16,0 0-1-16,0 0-1 16,0 1-5-16,8-1-6 15,0-1 0-15,26-4 2 16,-21 1 1-16,1 1-2 15,0-1-3-15,-2 0-6 0,2 2-5 16,-1 0-76 0,5 2-74-16</inkml:trace>
  <inkml:trace contextRef="#ctx0" brushRef="#br0" timeOffset="-9652.34">9024 10642 443 0,'-2'-3'226'0,"2"-1"-53"16,-2 1-118-16,2 1-57 16,0 2-5-16,0 0 4 15,0 0 8-15,0 0 34 16,0 0 17-16,0 0 22 16,-1 0-2-16,0 4-26 15,0 2-16-15,-1 0-23 16,-7 21-8-16,10-18-4 15,0 0-3-15,2 3-4 0,4-1-3 16,0 1-7 0,5 3-2-16,3-3 0 0,-2 2 4 15,0-3 6-15,-3-2 1 16,2-2-6-16,1 2-4 16,0 0-5-16,0-1 1 15,-2 0 6-15,-3-1 3 16,-3 0 4-16,-1 2 0 0,-5-3 3 15,-1 2 2-15,-6-3 5 16,-2 1 1-16,0 1-3 16,0 4-4-16,-1 0-15 15,-1 0-16-15,-1 0-52 16,2-2-41-16</inkml:trace>
  <inkml:trace contextRef="#ctx0" brushRef="#br0" timeOffset="-9302.31">9090 10634 1050 0,'0'0'393'0,"1"1"-280"0,-3-2-198 0,1 0-50 0,1 1-31 0,0-1 20 16,0 0 114-16,-1 0 73 0,1 0 78 16,0 1 11-1,0 0-44-15,0 0-29 0,0-1-44 16,0 0-10-16,0 1-9 15,5-4-3-15,7-2-9 16,27-10-10-16,-24 10-39 16,-1 3-32-16,2 3-124 15</inkml:trace>
  <inkml:trace contextRef="#ctx0" brushRef="#br0" timeOffset="-8268.65">9623 10709 842 0,'0'-2'346'0,"1"-2"-206"0,-1 2-124 0,0 2-124 0,0 0-40 0,0 0 3 0,-1 0 29 0,0 0 116 15,0 0 52-15,-1 3 25 16,-3 9-8-16,-14 21-35 16,13-19-17-16,1 2-17 15,0 0-1-15,1 1-3 16,1 1-3-16,1-2-3 15,-1-1-2-15,2-2-3 16,1 1-1-16,-1-6 1 16,2 2-1-16,0-5-15 15,0-3-3-15,4-1 0 16,-2-1 5-16,-3-1 18 16,0 0 8-16,1 0 3 0,8-2-2 15,20-16-2-15,-20 10 1 16,-2-3 6-16,0-2 6 15,-2-2 5-15,1-2 0 16,-2 0 1-16,-1 4-2 16,-1 1 2-16,-2 1-1 0,-1 4-4 15,-1 1 4 1,-2 2 7-16,-2 0 8 0,1 1 17 16,-2-1-5-16,1 0-11 15,1 1-10-15,0 0-20 16,1 2-7-16,-1 1-16 15,1 1-6-15,-2 1-6 16,1 1 2-16,3-1 14 16,-2-1 6-16,4 0 4 15,0 0 2-15,0 0 0 16,0 0 0-16,1 0-8 16,11 1-4-16,25 1-3 15,-20 1 0-15,3 3-6 16,0 0-7-16,-1 3-8 15,-1-2-1-15,-3 0 19 16,4 2 10-16,-8-2 13 16,3 2 1-16,-7-1 1 0,-2-1 1 15,3 1 0 1,-4 1 0-16,-2 0-1 0,-3-3 0 16,-7-1 26-16,2-2 8 15,-3 1-3-15,-1-2-3 16,1-3-28-16,-4-2-3 15,-2-3 27-15,6 2 19 16,-2-7 12-16,3-1-1 0,2-4-27 16,-1-4-16-16,6 3-37 15,1-1-25-15,5 5-37 16,6 0-26-16,-1 5-110 16</inkml:trace>
  <inkml:trace contextRef="#ctx0" brushRef="#br0" timeOffset="-8019.14">10040 10846 559 0,'1'-2'276'0,"4"1"-100"0,2-1-247 0</inkml:trace>
  <inkml:trace contextRef="#ctx0" brushRef="#br0" timeOffset="-6802.28">10101 10829 468 0,'4'-1'275'0,"3"1"-36"15,1-6-132-15,0-1-40 16,1-3-48-16,-2-4-20 0,4-3-22 16,-1-2-10-16,-2 0-6 15,2-1 3-15,-5-4 14 16,3 1 9-16,-2 0 11 16,-1 1 2-16,-1-1 0 15,-1 4 0-15,-2-1 2 16,0 1 3-16,-1 4 14 15,-3-3 3-15,2 6-2 16,-4 1-5-16,3 3-25 16,2 6-5-16,-4 1 0 15,1-1 2-15,2 2 11 16,0 0 2-16,0 0-1 16,0 0 0-16,-3 12-4 15,-6 21-4-15,9-19-9 0,-1 3-4 16,1-2 0-1,0 3 3-15,-1 3 5 0,2-1-5 16,-2 1-16-16,2 0-1 16,0-1 5-16,1 1 10 15,-1 0 19-15,4-1 2 16,0-3 0-16,-2-2 0 16,6-4-11-16,-5-3-1 15,4-1 2-15,1 1 1 16,1-3 9-16,-1-5 2 15,4 0 0-15,0 0 0 16,0-1 2-16,2-1-1 16,-1-4 0-16,0-4 0 0,2 2-2 15,1-2 0-15,-2-1 0 16,0 0 0-16,-4-2 3 16,-2-1 1-16,-2 1 4 15,-2-2 3-15,-2 0-5 16,-2 0-3-16,-3-1-5 15,-1 3-1-15,-1 1 5 16,3 3 6-16,-1 5 3 16,-1-3-2-16,-1 5-7 15,0 1-2-15,-2 2-1 16,1 5-1-16,0 0 1 16,-1 3 0-16,1-1 0 15,1 1-1-15,2 2 0 0,-1 0 0 16,3 2-1-16,-1-1 0 15,2 0 1-15,0 0 0 16,1-2 1-16,0 2-1 16,1 0 0-16,3 0-1 15,1-4-14-15,0 0-3 16,2-3 0-16,-2-3 2 16,2 0 14-16,1-1 3 15,1-1 7-15,0 0 3 16,1-1 15-16,0-3 2 0,-1-1-3 15,3-1-3-15,-2-3-12 16,1-1 0-16,-1-3 10 16,0-1 7-16,-1-4 11 15,-2 1 3-15,-1 0-8 16,-3 0-9-16,0 3-14 16,-3 0-6-16,0 4-2 15,1 2 0-15,-5 2-1 16,3 1-4-16,-4 1-3 15,-1 1-3-15,3 0-5 16,-2 1 1-16,1 2 1 16,2 0 2-16,0 0 5 15,0 0 2-15,0 0 0 16,1 0 0-16,-1 2-1 16,-2 3-1-16,1 1 0 0,-10 19 0 15,12-19 1-15,4 1 1 16,3 0-2-16,1 2 1 15,-2-1 0-15,0 1-1 16,1-2 2-16,-1 0 0 16,3 1 0-16,2-1 2 15,2 0 2-15,-4 0 1 16,4 1 0-16,-2-2-1 16,0 1 0-16,3 0-1 0,-5 0-4 15,-1-1 0-15,-3 2 0 16,-2 0 1-16,0 1 1 15,-1 0 0-15,-2 2-16 16,1 0-21-16,-1-3-86 16,-1 0-87-16</inkml:trace>
  <inkml:trace contextRef="#ctx0" brushRef="#br0" timeOffset="-6203.27">10646 10689 187 0,'7'-11'69'0,"7"-14"-54"0,1-1-13 0,-3 1 0 0,-1 3 13 0,-2 2 50 0,-3 3 24 0,-2 3 19 0,0 4-8 16,-3 4-42-16,-1 2-19 15,0 3-15-15,-2-1-3 0,1 2-7 16,0 0-3-16,0 0-7 16,0 6-1-16,-3 6 0 15,-7 21 0-15,8-16-2 16,-2-3 0-16,2 6-1 15,-3-2 0-15,4-2 1 16,1 2 1-16,3-4 1 16,2 1 1-16,2-2 0 15,1-2-2-15,2-1-1 16,2-1-1-16,3-2 0 16,2 2 1-16,0-2 0 15,-1-1 1-15,1 1 1 16,-1 0-1-16,0-2-1 15,-4 2 0-15,-1-1-1 16,-6 1 0-16,0 0 0 16,-3 1 1-16,-1 1 0 15,-1-2 1-15,-1 4 1 16,-2-2 0-16,-5-1 10 0,1 3 6 16,-2-4 12-16,1 1 2 15,0 1-5-15,0-1-5 16,-1-5-10-16,0 2-9 15,1-3-27-15,0-1-35 16</inkml:trace>
  <inkml:trace contextRef="#ctx0" brushRef="#br0" timeOffset="-4812.53">6240 11263 253 0,'0'1'121'0,"0"4"-19"0,0-2-83 0,-1-3 0 0,0 0 1 0,1 0 10 0,-1 0 28 15,0 0 13-15,0 0 22 16,0 0-3-16,0 0-25 16,0 7-13-16,1 7-22 15,-3 23-6-15,1-14-8 16,2 3 0-16,-5 1-4 16,4 5-1-16,-6 0-5 15,0 0-2-15,0-2-2 16,0-2 1-16,0-3-2 15,0-1 0-15,5-4-1 16,-5-2-1-16,7-3-77 16,-2-4-104-16</inkml:trace>
  <inkml:trace contextRef="#ctx0" brushRef="#br0" timeOffset="-4213.53">7171 11134 811 0,'1'-1'281'0,"0"0"-257"0,2-2-38 0,-3 2-41 0,0 0-8 0,0 0 9 0,0 0 8 16,0 1 57-16,0 0 27 16,0 0 22-16,0 0 4 15,0 0-19-15,1 8-17 16,4 35-20-16,-8-18-5 15,3 8-3-15,1 3 0 16,1 3 0-16,2 3 0 16,-1 0 1-16,-2 1 0 15,1-2 11-15,-5-3 4 16,1-3 6-16,0-2 0 0,2-5-10 16,1-1-5-16,3-7-5 15,-2-3-2-15,2-5-6 16,1-1-24-16,-2-6-95 15,2 0-144-15</inkml:trace>
  <inkml:trace contextRef="#ctx0" brushRef="#br0" timeOffset="-3352.84">8161 11501 253 0,'1'1'94'0,"1"-1"-67"0,0 0-4 0,-2 0 15 0,0 0 14 0,0-1 29 0,0 1 10 0,0-1 3 15,0 0-10-15,-1 1-28 16,0 0-14-16,1 0-22 16,-1 0-7-16,0 0-9 15,0 2-2-15,1 4-2 16,-1 2 0-16,-3 21 0 16,4-19 0-16,0 1 1 15,-1-2 0-15,1 4 0 16,0 0 2-16,-2-1 2 31,1-6 1-31,1 1 1 0,-2 21 1 16,0 3-2-16,1 2 0 0,-1-7 0 15,0 0 8-15,0 0 12 16,-2-1 0-16,3-1-2 16,-2-1-9-16,0-3-12 15,0-2-4-15,1-3-31 16,0-3-32-16,-1-4-127 0</inkml:trace>
  <inkml:trace contextRef="#ctx0" brushRef="#br0" timeOffset="-2234.79">8571 11380 387 0,'-1'1'131'0,"0"4"-126"0,-1-3-5 0,1-2 4 0,0 0 33 0,0 0 67 0,1 0 29 0,-1 0 31 16,0 0-22-16,0 0-58 16,0 0-27-16,0 0-27 15,0 0-5-15,0 0-2 16,1 0 2-16,0 0 2 16,0 0 1-16,3 2-1 15,15 5-5-15,32 4-12 16,-22-11-5-16,1-1-3 15,-4 1-2-15,-3-2 0 16,6 0 0-16,-2 0 0 16,1-2 0-16,-2 1 0 15,-2-2-2-15,-4-1-2 16,0 3-2-16,-4 1-14 0,-2-2-11 16,-2 4-39-16,-2 1-24 15,-6-1-71-15,0 3-59 16</inkml:trace>
  <inkml:trace contextRef="#ctx0" brushRef="#br0" timeOffset="-1767.34">8766 11297 763 0,'-1'-3'265'0,"-1"0"-245"0,1 1-27 0,1 1-6 0,-1 0 4 0,0 0 39 0,0 0 30 0,-1-5 41 0,0 3 6 16,2 1-24-16,-1 1-26 15,0 0-43-15,0 1-14 16,0-1-9-16,0 0-2 16,0 0 2-16,1 1 2 15,-1 0 5-15,-1 7 0 16,-1 5 1-16,-5 27-1 15,5-22-5-15,1 4-5 16,2 2-10-16,-3 1-6 0,-2 0-4 16,3 3 1-1,-3-3-3-15,-1 0-7 0,3-1-24 16,-1-2-30-16,3-2-101 16</inkml:trace>
  <inkml:trace contextRef="#ctx0" brushRef="#br0" timeOffset="-1136.48">9107 11314 382 0,'0'-1'266'0,"2"1"27"0,-2-1-124 0,0 0-87 0,0 1-10 0,0-1-12 0,0 0-1 0,0 0-14 16,0 0-11-16,0 0-17 15,-1 0-8-15,1 1-7 16,0 0-2-16,0 0-1 16,0 0-1-16,0 0-1 15,1 7 2-15,7 2 0 16,20 21 1-16,-21-19-1 15,5 0-1-15,-1-1-1 16,0 2 1-16,1 0 1 16,-3-1 0-16,1-1 1 15,-1 0 0-15,0-3 0 16,-1 2 1-16,0-1 0 16,-1 0 1-16,-3-1 0 0,0 1 0 15,-4-2 0-15,1 1-1 16,-2-1 0-16,0 0 0 15,-4-1-1-15,-1 1 1 16,-1 0-3-16,0-2-7 16,-2 1-14-16,0 0-11 15,-2-1-23-15,2-2-13 16,-2-1-37-16,3-1-43 16</inkml:trace>
  <inkml:trace contextRef="#ctx0" brushRef="#br0" timeOffset="-803.44">9071 11247 1201 0,'1'2'422'0,"-1"-1"-375"0,-4-1-66 0,4 0-62 0,-1 0-8 0,1 0 12 0,0 0 28 0,0 0 90 0,0-1 23 0,0 0 16 0,0 0-8 16,0 1-40-1,12-8-16-15,27-17-19 0,-18 13-11 16,4-2-11-16,-2 0-1 15,-1 3 1-15,0 2 6 16,-3 3-18-16,0 2-26 16,-2 2-101-16,-1 4-90 15</inkml:trace>
  <inkml:trace contextRef="#ctx0" brushRef="#br0" timeOffset="212.68">9690 11322 565 0,'-2'-5'272'0,"2"-5"-88"16,-1-1-115-16,-1 3-60 16,1 1 3-16,-2 2 20 0,0 3 13 15,-1-2 24-15,-1 4 0 16,-2 0-17-16,-3-4-14 15,1 7-28-15,-1 1-7 16,1 4-4-16,2 2-1 16,-1 2-1-16,-1-4 0 15,2 4 1-15,1 2-2 16,1 1-8-16,1 2-6 0,-1 0-5 16,3 0 0-16,2 0 8 15,0-2 5-15,2 0 4 16,0-2-6-16,0-3-14 15,0-2-7-15,2-5-15 16,2 0 5-16,2-5 15 16,0 0 10-16,2-2 17 15,1-4 1-15,1 1-2 16,1-4-7-16,0 1-10 16,-2-1 0-16,0-1 3 15,0 2 6-15,-3 0 10 16,0 1 3-16,-4 3 4 15,-3-3 0-15,1 1 1 16,-2 2 1-16,-2-3 7 16,-1 2 2-16,-3 3 1 15,1-1-3-15,-2 0-11 16,2 0-5-16,-2-1-7 0,1 1-1 16,2 0 3-16,-1 1 2 15,4 4 3-15,1-3 1 16,1 0-5-16,-1 3-2 15,0-1-3-15,0 0 2 16,10 0 4-16,23-5 2 0,-15 7 1 16,-4 2 0-16,6 3-1 15,-4-2 0-15,-3 5 0 16,2-4 0-16,-8 2 0 16,4 3 1-16,-1-1 1 15,0 1 0-15,-3 1 1 16,-1-1 1-16,-6-2-2 15,0-1-3-15,-2 1-10 16,-2 3-9-16,0 0-24 16,-3 0-2-16,-1-3 7 15,3-1 10-15,-3-4 28 16,2 1 9-16,1-6 13 16,-3-3 10-16,2-7 19 15,1 0-2-15,0-6-12 16,2 1-10-16,5-4-23 15,2-4 0-15,1 4-2 16,3 1 0-16,4 3-1 16,-2-1-1-16,2 1-16 15,-3-1-25-15,0 6-134 0</inkml:trace>
  <inkml:trace contextRef="#ctx0" brushRef="#br0" timeOffset="1162.27">10392 11242 798 0,'-1'-3'314'0,"0"-7"-227"0,0 2-99 0,-3 1-81 0,3 0-7 0,-4-1 31 0,-1 0 50 0,0 2 90 0,-4-1 26 16,-3 3 9-16,-1 0-21 0,-3 0-44 15,1 1-13 1,1 1-16-16,-1-1-6 0,1 2-6 16,1 1-1-16,0 2-3 15,2 3 0-15,0 2-1 16,6 5-5-16,-1 1-29 16,2 3-14-16,2 5-22 15,-5-4 5-15,8 2 29 16,1 0 8-16,3-7-13 15,4 1-6-15,2-4 9 16,-1-7 13-16,2-3 34 16,5-6 3-16,-1-6-31 15,2-4-12-15,2 2 1 16,-1-3 7-16,-1 4 33 16,-1 2 14-16,-2 2 12 0,-1 2 1 15,-2 6-8 16,-1 0-4-31,0 4 7 0,0 6 4 16,-1 3 3-16,-1 3-1 0,0 4-17 0,-3-2-6 16,1 4-3-16,-2-1-1 15,-3 4 2-15,-1-2 1 16,0 1 0-16,-3 0-1 16,-1 2-3-16,0-1-1 15,-5-1-2-15,0 1 0 16,0-4 12-16,-2 0 5 0,-1-3 15 15,1-4 3-15,-2-1-1 16,-1-2 4-16,0-5 31 16,1 1 7-16,-3-5 1 15,2-2-5-15,0-3-43 16,0-3-12-16,1-5-19 16,3-2-8-16,2-2-11 15,3-2-5-15,3-3-18 16,0-3-20-16,5 0-102 15,5-2-88-15</inkml:trace>
  <inkml:trace contextRef="#ctx0" brushRef="#br0" timeOffset="1580.23">10490 11279 790 0,'0'1'406'0,"3"2"-82"16,5-1-268-16,-1-2-198 0,4 0-97 0,-2-1-42 0,1-2 36 0,4 5 172 0,-7-3 124 0,0 3 84 15,0 3-3-15,0-1-67 16,-2 0-42-16,5 3-99 15,-5-2-36-15,-2 3-35 16,0 3-6-16,-6-3 64 16,1 2 37-16,-4-5 61 15,0-1 24-15,-2-3 21 16,-3-1 4-16,4-3 6 16,-3-3 15-16,1-1 10 15,3-2 1-15,-1-2-7 16,2-2-24-16,4-4-30 15,2-3-11-15,6 1-28 16,-1-3-9-16,7 7-16 16,1-1-6-16,-3 2-33 0,7 6-29 15,-8 0-65 1</inkml:trace>
  <inkml:trace contextRef="#ctx0" brushRef="#br0" timeOffset="2197.04">10675 11342 690 0,'1'0'341'0,"2"-1"-118"0,3-2-199 0,2 0-188 0,2-4-26 0,-1 0 28 0,0 0 79 0,2-1 170 16,-1 0 42-16,1-2 5 15,0 1-36-15,0-3-71 16,0 0-23-16,-1 4-21 16,-2-5-5-16,-3 4 1 15,0 3 6-15,-3 1 21 16,-2 3 9-16,0 0 2 15,-1 1-4-15,0 0-19 16,0 1-13-16,-8-1-12 16,-27 6 2-16,23 1 10 0,1 1 7 15,2-2 10-15,-1 0 1 16,1 1 0 0,0 3 1-16,-1-1 0 0,1-1 1 15,2 1-1-15,0-3-2 16,2 2-3-16,2-1-6 15,2-1-24-15,1 3-3 0,2-1-8 16,-1 1-2 0,4 2 12-16,0-3-3 0,3 0 6 15,3 5 1 1,2-5-1-16,-1 0 1 0,3-1 5 16,0-5 2-16,4 2 14 15,3-1 4-15,4-2 8 16,-4-2-1-16,2-3-39 15,0-1-15-15,-2-3-38 16,0 0-15-16,1-2 24 16,-4 3 11-16</inkml:trace>
  <inkml:trace contextRef="#ctx0" brushRef="#br0" timeOffset="3497.77">11007 11255 192 0,'-3'-1'97'0,"-5"-1"-34"0,-3 1-18 0,-6-1-28 0,-3 0-8 0,1 2-8 0,1 0 2 0,3 6 0 16,-2 0 1-16,1 0-9 0,0-4-3 15,1-1 11-15,7 2 3 16,0-2-2-16,4 0-12 16,1 0-40-16,2-1-19 15,1 0-1-15,0 0 13 16,0 0 26-16,0 0 16 0,11 4 11 15,22 8 1-15,-15-7 1 16,-5 0 8-16,1 2 9 16,1-1 0-16,-6 0 0 15,-2-2-8-15,0 1-7 16,4 5-1-16,-4-4 15 16,0 5 18-16,0-4 23 15,-6-2 1-15,2 1-13 16,2 0-18-16,-2-2-27 15,3 0-2-15,0-2-2 16,-3-2-8-16,2-1-11 16,0-1-5-16,1-1-3 15,3-1 4-15,-2-5 14 16,1 0 17-16,0-4 18 16,0-3 9-16,1 0-1 15,-1-3-13-15,-1-6-15 16,-1-1-3-16,-4-5 13 15,1 2 16-15,-3 0 43 0,0 0 21 16,0 4 11-16,-2 2-2 16,1 4-16-1,-2 2-13-15,-1 5-19 0,3 3-7 16,1 4-21-16,0 3-7 16,0 2-6-16,0 0-3 15,0 0-3-15,-1 0-3 16,0 1-2-16,-4 11 0 15,-9 24-1-15,10-22 0 0,1 1 0 16,-2 2 1-16,2 3-1 16,1 2 0-16,2 1 1 15,1 3-1-15,-1-4 0 16,1-1 0-16,1-3 0 16,0 1-4-16,4-3 0 15,1-1-1-15,3-5 0 16,-1-1 3-16,4-5 2 15,-1-3 3-15,1-1 4 16,2-3 0-16,1-5-4 16,-2 0-3-16,5-4-4 15,-4-1-1-15,-1-1 4 16,-3-2 1-16,0 2 3 16,-3-2-1-16,-3 2-2 0,-1 1 0 15,-2-1-1 1,0 4-1-16,-2 0 2 0,-3 2 1 15,-2 3-1-15,1 3 0 16,1 4 0-16,2 3-1 16,-4 4 1-16,-2 1 0 15,2 1 0-15,-2 3-3 16,5 4-1-16,-3-1-1 16,3 2-9-16,1-1-2 15,1-1-7-15,5-3-1 16,-2-2 6-16,3-2 4 0,-1-6 11 15,0-1 3-15,3-4 3 16,-1-2-3 0,3-6-9-16,0-2-4 0,4-1 10 15,-6-7 11-15,5 5 20 16,4 1 6-16,-4-2 4 16,5 3-1-16,-6-2-11 15,-2 2-5-15,0 7-12 16,-2 1-7-16,-1 5-3 15,0 2-1-15,-1 3 2 16,0 3 0-16,1-1-4 16,-1 3-2-16,-1-1-4 15,-2 1-1-15,1 3-13 16,-2-1-8-16,0 0-9 0,0-2 1 16,-1 0 14-16,-1 1 4 15,0-2-17-15,-4-5-12 16,1 1-15-16,0-2 6 15,1-6 39-15,-2 2 31 16,3-1 77-16,0 0 28 16,0 0 25-16,1 1-15 15,-1-13-66-15,4-25-43 16,2 13-91-16,1-3-42 16,1-2-98-16,1 2-65 0</inkml:trace>
  <inkml:trace contextRef="#ctx0" brushRef="#br0" timeOffset="4029.4">11063 11200 282 0,'5'-4'193'0,"7"-1"-20"0,1-3-40 0,3 0-17 0,6 0-28 16,-2 0-10-16,2 0-22 0,0 1-13 0,-1 1-24 16,1 0-9-16,-1 2-12 15,0 1-13-15,-3 3-42 16,-5 0-55-16</inkml:trace>
  <inkml:trace contextRef="#ctx0" brushRef="#br1" timeOffset="10079.39">8652 9438 348 0,'7'-2'120'0,"10"-2"-109"0,-1 4-10 0,2 0-22 0,0 0-12 0,-2 6-2 0,-1-4 1 16,0 1 24-16,0-1 13 0,-3-2 37 16,3 0 17-16,-2-2 27 15,-1 0 8-15,3-4-21 16,0 3-14-16,3-2-25 15,2 2-12-15,5 2-14 16,2-2-2-16,4 3-3 16,1-2 0-16,-1 1 0 15,1-2 0-15,-1 2 0 16,0 1 0-16,3 0 1 16,0-1 1-16,5 1 0 15,2-4 1-15,-1-2-1 16,4 4 0-16,-5-6 8 15,-1 3 10-15,3-2 14 16,1 0 4-16,8 3-8 16,4-3-9-16,6-1-15 15,-2-3-4-15,1 2-1 16,0 3 0-16,-1-1-1 16,4 3 0-16,-4-3 0 0,3 2 0 15,-5-1-1-15,-1 2 11 16,0 1 16-16,0 1 3 15,7 0 5-15,-5 1-12 16,-2 1-15-16,0 0-3 16,-4 1-3-16,4 2 0 0,4-1-1 15,-7 1 1 1,1 1-1-16,0 1 1 0,-8-2 0 16,2 1 0-16,-1-1 1 15,-1-1-1-15,4 1 0 16,-3 0 1-16,2 2-1 15,-1 1-1-15,-4 1 0 16,2-1 0-16,-3-4 0 16,1 4 0-16,2-4 1 15,2-1 0-15,-4 1 12 16,0-5 2-16,-2 0 2 16,-4-1 1-16,7-1-10 15,0-1-2-15,0 2-3 16,2-1 0-16,-2 2-2 15,-3 0-1-15,0-3 0 16,-1 4 0-16,-1 0-1 16,5 2-1-16,-1 0-27 0,0 2-32 15,-1 2-146-15</inkml:trace>
  <inkml:trace contextRef="#ctx0" brushRef="#br1" timeOffset="10761.57">11380 8584 327 0,'-1'-2'160'0,"-2"-5"-53"0,2 2-25 0,-2-2-12 0,1 1-7 0,-1 0-6 0,-1 2-5 0,1 0-14 0,-2-1-4 15,2 2-9-15,-1 0-4 16,-1 3-11-16,3 0-4 0,0 3-6 16,1-3-1-16,0 0-1 15,0 1-1-15,-1 11 2 16,-2 28-1-16,4-19 1 15,1 4 0-15,4 7-1 16,-2-2 1-16,2 6-1 16,4 4-1-16,1 4-1 15,1 4 0-15,4 4 0 16,1 0-2-16,-1 2-7 16,3 0-3-16,3 1-12 15,-1 0-13-15,6 6-61 16,-3 1-63-16</inkml:trace>
  <inkml:trace contextRef="#ctx0" brushRef="#br1" timeOffset="11094.93">11740 10416 264 0,'3'32'124'0,"0"25"-38"16,3-2-45-16,0-2-10 0,1 0-10 16,1 4-10-16,0 1 36 15,-1 0 33-15,0-4 66 16,-2-1 20-16,0-7-23 16,-1 2-30-16,1 4-68 15,0 2-21-15,0 1-23 16,1 0-1-16,3-3 0 15,0-2-1-15,3-2 2 16,-3 0 2-16,1 2-2 16,0 1-1-16,-1-4-6 15,1-3-8-15,0-6-33 16,-4-3-28-16,0-4-115 16</inkml:trace>
  <inkml:trace contextRef="#ctx0" brushRef="#br1" timeOffset="11995.29">11509 9330 489 0,'0'-2'156'0,"3"-1"-187"0,1 0-26 16,-2 0-7-16,1 2 9 0,0 0 73 0,-3 1 37 0,0 0 45 0,0 0 8 0,0 0-32 16,0 0-25-16,3 1-32 15,2 14-9-15,22 28-8 16,-22-23-2-16,2 10-13 15,1 0-3-15,0 0 1 16,2 4 1-16,-2-1 12 16,-2 1 2-16,2 4 2 15,2 5-2-15,-2 0 1 16,2 1 0-16,1 4-1 16,-3-3 0-16,6 4-39 0,0 1-13 15,0 2-8 1,-1-1-2-16,-4-2 38 0,-3-1 13 15,1-4 9-15,3 1 2 16,4 1 0-16,2 0 0 16,2 1-25-16,-3 2-22 15,-1 0-9-15,-2-3 0 0,0 4 27 16,1-3 22-16,1 2 8 16,-1 3-5-16,-1-1-72 15</inkml:trace>
  <inkml:trace contextRef="#ctx0" brushRef="#br1" timeOffset="13500.51">11895 8696 593 0,'2'-4'225'0,"-4"-5"-142"0,4 4-135 0,2-2-26 0,-3-3 0 0,5 7 10 0,-4-7 75 16,-1 2 51-16,-1 2 49 15,-2-6 18-15,1 3-11 0,-2 2-21 16,-1 1-42-16,1 1-18 16,-3-1-20-16,-1 0-5 15,1-1-4-15,-1 1 0 16,1 6-2-16,-2-2-1 16,-1 0-1-16,3 4 0 15,-3-2-1-15,0 2 1 16,0 3 0-16,-3-4 0 15,1 6 0-15,0-1 0 0,1 3 0 16,2 4-1-16,2 1-1 16,-2-1 0-16,3 1 0 15,1 0 1-15,3-2-1 16,1-1 1-16,0-5 0 16,2-2 1-16,2 1 0 15,2-1 0-15,5-2-1 16,1-2 1-16,7-3 0 15,4 1 0-15,5-4 1 16,1-2-1-16,-1 1 0 16,-2-1 0-16,-8 4 0 15,1 3 0-15,-6 2 0 16,0 4 0-16,-1 4-1 16,-1 4 1-16,-1 4 0 15,-2 2 0-15,-1 2 0 0,-3 3 1 16,0 2 0-16,0 0 0 15,-4 0 1-15,-3-1 0 16,0 3 0-16,-5-1-1 16,3 1 1-16,-4-1 0 15,-1-5 0-15,2-1 0 16,-7-4 6-16,3-2 3 16,-3-2 10-16,0-3 1 0,-1-2 1 15,1-1 1-15,-5-1 7 16,-2-4 4-16,1-1 2 15,0-1-3-15,-1-4-13 16,4 2-4-16,2-4-4 16,1-3-2-16,4-5-7 15,2-4-6-15,5-5-26 16,3 1-12-16,6-4-29 16,4-5-14-16,4 0-51 15,4-1-48-15</inkml:trace>
  <inkml:trace contextRef="#ctx0" brushRef="#br1" timeOffset="13927.9">12173 8606 828 0,'-1'-4'407'0,"1"-2"-38"0,2 3-418 0,1-2-53 0,0 1-111 0,1-1-22 0,-2 2 56 0,-1 3 53 0,1-1 183 16,-2 1 54-1,0 0 10-15,0 0-17 0,0 0-73 16,0 2-23-16,-1 15-6 15,-1 23-2-15,-1-18 0 16,0 4-4-16,1 1-16 16,0 2-6-16,-1 4-1 15,1 0 2-15,0 1 16 16,0-2 5-16,2-2 4 16,3-2 0-16,0-3 0 15,3 0 0-15,1-9-1 16,1-2 0-16,4-4-1 15,0-4-11-15,7-6-37 16,-2 0-23-16,3-9-91 16</inkml:trace>
  <inkml:trace contextRef="#ctx0" brushRef="#br1" timeOffset="14812.07">12302 8714 741 0,'0'-4'289'0,"0"1"-173"0,4-1-256 0,3 3-70 0,0-3-50 0,-1-2 34 0,1 3 207 15,-1-5 114-15,3 6 131 16,1-3 5-16,3 2-96 16,3-2-51-16,0-1-68 15,3 2-14-15,0 2-15 16,0 1-7-16,1 3-15 15,-2 3-3-15,-6 2 7 16,1 2 7-16,-5 1 5 16,-1 2-1-16,-3 0-2 15,-4 0 1-15,-3 1 2 16,-2-1 5-16,-3 3 10 0,0 1 4 16,0 0 14-16,-2 0 2 15,1-1-4-15,-2 0-2 16,-1 0-5-16,0 0-2 15,1 0 1-15,2 1 0 16,1-4 1-16,0-2 0 0,3-2-2 16,-3-3-2-16,3 0-1 15,1 0 0-15,3-2 0 16,-1 0-1-16,2-1-1 16,0-2-2-16,0 0 0 15,0 0 0-15,0 0 1 16,0 0 1-16,0 0 0 15,4 3-1-15,3 0 0 16,22 14-1-16,-19-17 0 16,-1 1 0-16,2-2 1 15,1-2 1-15,-2 3 1 16,1-2 1-16,-1-1 2 16,0 0 0-16,1-2 0 15,2 2-2-15,-1 0 0 16,2 2 0-16,0 0 0 15,-1 1 0-15,-1-3 0 16,4 0 0-16,-5 0 0 0,-2-2 1 16,0 0 1-1,-4 0 0-15,-2 0 14 16,2-2 12-16,-4 0 22 0,-1 0 6 16,0 0-6-16,0-1-10 15,0-3-11-15,0-1-4 16,1-4-5-16,-2-1-2 0,4 3-13 15,-1 0-13-15,-2 4-50 16,0 2-34-16</inkml:trace>
  <inkml:trace contextRef="#ctx0" brushRef="#br1" timeOffset="15042.57">12759 8612 1041 0,'0'0'380'0,"1"-1"-371"0,3 3-181 0</inkml:trace>
  <inkml:trace contextRef="#ctx0" brushRef="#br1" timeOffset="15194.4">12819 8641 347 0,'7'5'222'0,"6"4"-17"16,-2 1-107-16,2-1-31 16,2 5-48-16,2 2-12 15,0 3-15-15,-2 0-24 16,-1 6-25-16,-4 1-7 15,-3 4 3-15,-4 1 23 0,-4 5 25 16,-1-1 3-16,-6 4-81 16</inkml:trace>
  <inkml:trace contextRef="#ctx0" brushRef="#br1" timeOffset="15943.34">12173 9267 549 0,'1'-1'185'0,"1"-1"-195"0,1-2-64 0,-3 4-24 0,0-1 12 0,0 0 72 0,0 0 55 0,0 0 65 15,0 0 6-15,3-1-31 16,1-1-29-16,2 0-40 16,24-4-8-16,-18 8-3 15,-1 0 0-15,7 1 0 16,1-2 5-16,6-1 15 16,0-1 3-16,4-1 2 15,2 0-5-15,4 2-16 0,5 1-2 16,-2-1-3-16,0-2 1 15,1 1 0-15,-1-2 1 16,1 3 0-16,-1 0-1 16,3-1 1-16,1 0-1 15,-3-1-1-15,4 2 0 16,-5 0 0-16,0-1 0 16,-4-1-1-16,2 1 1 0,-3-1 0 15,-5 2 0-15,0 0 0 16,-4-2 0-16,-1 3 0 15,3 0 0-15,-4 1-19 16,-3 2-19-16,-3-2-57 16,-2 1-44-16</inkml:trace>
  <inkml:trace contextRef="#ctx0" brushRef="#br1" timeOffset="17080.06">11968 9603 257 0,'0'-2'126'16,"0"-4"-40"-16,0-2-10 0,0 0-7 0,1 2 3 0,1 0 0 0,4 1-7 0,-3 0-23 0,-2-2-7 16,-2-2-9-16,1 5 4 15,0-2 10-15,0 0 2 16,1 0 2-16,1 0-3 15,-2-2-12-15,0 1-8 16,-3-1-10-16,-4-2-2 0,3 1 9 16,2 0 5-16,1-1 5 15,-1 0 3-15,0 1-4 16,1 0-4 0,-2 1-7-16,1 3-4 0,-3 1-7 15,-3-1 0-15,3 4-4 16,0 0 0-16,-3 2-1 15,3 1 1-15,-3 1-1 16,1 2 1-16,1 2-1 16,0-1 0-16,-1 1 0 15,1 1-1-15,0 0-1 16,-1 5 1-16,2 1-1 16,-2 0 1-16,4 1 0 15,0-2 0-15,2-2 0 16,2-1-1-16,0-5 0 15,2-1-1-15,3-3 0 16,1-1 1-16,5-6 0 16,3-1 2-16,3-1 0 0,-1-1 0 15,1 3 0-15,-2 3-1 16,-3 1 1-16,1 2-1 16,-3 1-1-16,2 4 0 15,2 4-1-15,1 3 1 16,0 7 1-16,-4-1 0 15,0 4 0-15,-2 0 0 0,-2 4-1 16,0-1 0-16,0 2-5 16,-4-2-2-16,-4-3-6 15,0-1-1-15,-5-3-1 16,1 0 4-16,-5-5 8 16,0-1 3-16,-4-5 5 15,-1-1 3-15,-3-2 0 16,0-2 0-16,1-7-4 15,-2 1-1-15,4-3-5 16,-2-1-5-16,2 0-18 16,1-1-15-16,2-4-67 15,1 1-47-15</inkml:trace>
  <inkml:trace contextRef="#ctx0" brushRef="#br1" timeOffset="17484.34">12206 9477 1138 0,'0'0'384'0,"1"-3"-395"0,0 0-119 0,-1 2-135 0,0 0 14 0,0 0 120 0,0 0 107 0,0 0 201 15,0 0 18-15,0 0-52 16,0 1-56-16,0-1-70 16,0 1-15-16,-1 0-17 15,0 10-7-15,-6 31-7 16,2-22 2-16,1 2 12 15,0 2 7-15,4 3 1 16,0-5-12 0,0-11-36-16,0 1-22 0,4 33-26 15,2-1 2-15,1-6 7 16,1-17 6-16,3-6-11 16,2-4-30-16</inkml:trace>
  <inkml:trace contextRef="#ctx0" brushRef="#br1" timeOffset="17877.82">12282 9626 978 0,'-1'0'293'0,"0"0"-427"0,-4-1-59 0,5 0-10 0,0 1 43 0,0-1 183 0,0 0 84 0,0 0 81 15,0 0-7-15,0 0-73 16,1 0-35-16,10-2-53 16,19-9-12-16,-18 7-8 15,1 1 0-15,-2 0-2 16,2 0-1-16,3 0-20 16,-4 1-19-16,-1 1-67 15,0 0-53-15</inkml:trace>
  <inkml:trace contextRef="#ctx0" brushRef="#br1" timeOffset="18410.66">12508 9480 621 0,'1'0'240'0,"2"1"-153"0,-2 1-80 0,-1-2-17 0,0 0 2 0,0 0 2 0,0 0 4 16,0 0 3-16,1 2 1 15,1 8-1-15,25 20-1 16,-20-20 0-16,3 2 0 15,-1-1 0-15,0 2 0 16,0-3-1-16,-2-4-9 16,4 1-16-16,-1-2-14 0,4 1-38 15,-3 3-11-15,-3-1 1 16,0-2 16-16,-7 0 43 16,2 1 22-16,-3 2 15 15,0 1 0-15,-4 0-17 16,-2 1-26-16,-5 0-47 15,-3-3-27-15</inkml:trace>
  <inkml:trace contextRef="#ctx0" brushRef="#br1" timeOffset="18760.59">12479 9468 965 0,'0'0'346'0,"1"0"-251"0,5-1-281 0,-6 1-93 0,0-1-31 0,2 0 65 0,6-2 260 0,24-19 142 0,-20 14 98 15,2-3-26-15,5 3-138 16,1 0-53-16,1-1-95 16,-2 1-56-16</inkml:trace>
  <inkml:trace contextRef="#ctx0" brushRef="#br1" timeOffset="19210.22">12691 9363 796 0,'2'1'282'0,"0"2"-193"16,4 2-177-16,2 4-26 16,-1-1 20-16,-2 0 15 15,3 2 79-15,-2-4 39 16,2 6 31-16,4-2 9 15,-3 2-17-15,0-1-16 0,2 0-24 16,0 1-10-16,0 0-9 16,3 4-2-16,-3-3 0 15,0 0-1-15,-3 1 0 16,1 0 0-16,-3 2-2 16,-3 1-1-16,-2 2-2 15,-2-1-1-15,-3 1 1 16,1-1 2-16,-3 0 1 15,1-2 2-15,-3 0-5 16,2 1-10-16,-2-3-33 16,-1-2-18-16,1-3-25 15,-2 1-10-15,-2-2-64 16</inkml:trace>
  <inkml:trace contextRef="#ctx0" brushRef="#br1" timeOffset="19599.64">12652 9652 572 0,'-1'-2'241'0,"2"2"-97"0</inkml:trace>
  <inkml:trace contextRef="#ctx0" brushRef="#br1" timeOffset="19760.4">12652 9671 488 0,'-1'0'248'0,"-1"1"-84"16,1 2-71-16,0-3-76 0,0 0-13 15,1 0-7-15,-1 0 0 16,-6 7 3-16,-28 20 0 16,24-18 3-16,-1-1 0 15,-1 2 0-15,-1 1-1 16,-2 1-2-16,1 0-1 0,-1-1-17 16,2-2-5-1,2-4-35-15,-2 2-36 0</inkml:trace>
  <inkml:trace contextRef="#ctx0" brushRef="#br1" timeOffset="20743.04">13086 9337 596 0,'0'-3'270'0,"0"-3"-68"0,3 2-273 0,0-1-51 0,-4 3-43 0,5 2 10 0,-4 1 90 0,-1-1 59 0,1 0 83 16,0 0 13-16,0 0-17 16,0 0-20-16,-1 6-34 15,1 1-12-15,-4 25-11 16,0-20-2-16,-1-1 0 15,-2 0 0-15,3-1 6 16,-6-3 3-16,0 1 1 16,0 1 1-16,-8-3-2 15,4 1-1-15,-3 1-3 16,-1-1-2-16,4 3-2 16,0-2 0-16,0-3 8 15,0-3 5-15,1-1 7 16,1-2 4-16,2 0-1 15,-1-3 0-15,5 2-5 16,2 0-5-16,1-1-4 0,3 3 4 16,0-1 3-16,0 1-2 15,0 0-7-15,0 0-5 16,0 0-9-16,0 0-5 16,6 3-36-16,3 2-35 15</inkml:trace>
  <inkml:trace contextRef="#ctx0" brushRef="#br1" timeOffset="21376.51">13117 9530 807 0,'2'-1'279'0,"1"-1"-261"0,-1-3-29 0,-2 5-6 0,0-1 1 0,0 0 35 0,0 0 18 0,0 0 16 0,0 0 0 15,0 1-22-15,0 0-14 16,0 0-14-16,-1 0-1 16,0 1-1-16,-1 7-1 15,0 1-1-15,-6 23-1 16,4-23-3-16,-2 1-3 0,-2 0 0 15,-1-1 0-15,0-2-1 16,6 0 2 0,0-3 2-16,0-2 3 0,-3 0 3 15,-1-2 2-15,-1-1 1 16,0-1-2-16,1-1 1 16,-4 0-3-16,0-1 1 15,-1 1 1-15,2-1-1 16,3 2 0-16,2 1-1 15,2 1 0-15,-2 1-4 16,-1 2 0-16,3 1-2 16,-1 2 1-16,2 2-1 15,1 2-12-15,0 0-32 16,-1 1-23-16,1 0-39 16,-2-3-9-16,1 1-33 15,1-3-53-15</inkml:trace>
  <inkml:trace contextRef="#ctx0" brushRef="#br1" timeOffset="22076.9">13249 9407 474 0,'0'0'212'0,"-1"3"-61"0,-1-2-175 0,2-1-26 0,-1 0-5 0,0 0 4 0,0 0 51 15,-1 3 26-15,-1 8 15 16,-5 22 0-16,7-21-18 0,0 2-12 15,1 0-9-15,0-1-2 16,2 3 0-16,0-3 0 16,1-1 0-16,0-1 0 15,1-1 1-15,0-2 1 16,1-3 1-16,1 1 1 16,2-3-2-16,3-1-7 0,1-2-10 15,0-1-1-15,0-1 2 16,-1-2 7-16,2-3 16 15,0-2 5-15,-1-1 9 16,1-4 0-16,-4 1 0 16,1-3 4-16,-1-1 12 15,-2 6 14-15,1-4 23 16,-3 5 5-16,-4-1-1 16,-1-1-8-16,-4-1-24 15,1 3-11-15,-1 3-13 16,-3 0-6-16,1 7-7 15,-7-4-4-15,2 4-6 16,1 0-1-16,-5 0-8 16,1 1-12-16,-5 0-41 15,-1 2-54-15</inkml:trace>
  <inkml:trace contextRef="#ctx0" brushRef="#br1" timeOffset="23241.04">12170 10061 325 0</inkml:trace>
  <inkml:trace contextRef="#ctx0" brushRef="#br1" timeOffset="23843.71">12144 10049 355 0,'-1'-2'238'15,"-2"-1"-5"-15,0 0-60 0,1 0-83 16,-1 0-32 0,1 1-32-16,1 2-9 0,0-1-9 15,1 0-2-15,-1 1-1 16,0 0-2-16,0 0-1 16,0 0-1-16,-2 1 1 15,-3 8-1-15,-21 22 1 16,21-20 1-16,1 2 1 15,1 1 0-15,2 1 0 16,-1 2-2-16,-1 1 0 16,4-1 0-16,-2 0 2 15,-1-3 1-15,3-1 0 16,0 0 1-16,2-3 0 16,3 4-1-16,1-3 1 15,1 1 2-15,2 1 1 0,-1-3-1 16,5 0-2-16,0-3-3 15,1-2 0-15,-1-2 0 16,1-1 9-16,-2-2 9 16,2-4 8-16,0-3 0 15,1-1-7-15,0-2-8 16,0 1-6-16,-1-2-1 16,-2-2 3-16,-1 1 6 15,-5-1 12-15,-1 0 3 0,-2 0 3 16,0 0-3-16,2-2-11 15,-5 0-2-15,2 1-4 16,-2 1 1-16,-2 2 9 16,1 0 4-16,-1 2 9 15,-1 0 2-15,-1-2 0 16,1 4-3-16,-5-5-8 16,-1 3-6-16,-1 0-10 15,-1 1-4-15,0 5-8 16,-1 0-3-16,-3 2-9 15,-3 0-8-15,1 2-12 16,1 3-8-16,2 2-19 16,-1 3-14-16,-1-1-47 15,-1 0-35-15,2 5-106 16,2 2-105-16</inkml:trace>
  <inkml:trace contextRef="#ctx0" brushRef="#br1" timeOffset="24797.42">12138 10624 190 0,'0'-4'120'0,"-1"-2"-18"0,1 0-19 0,-1 0-2 0,0 3 1 0,0-1 4 0,-1-1 7 0,-1 2-6 16,2 0-12-16,-1-1-8 16,1 3-21-16,0 0-8 15,0 0-19-15,0 0-8 0,1 1-12 16,-1-1-4-16,0 0-3 16,0 1 2-16,0 0 6 15,0 0 1-15,-3 6 2 16,-2 4 0-16,-11 23-2 15,15-20-1-15,1 1 0 16,0 1 0-16,0-1 0 16,1 1 0-16,0-2 0 15,0 1 2-15,1 0-1 16,0-3 0-16,2 1 0 16,1 0-1-16,4 1 0 15,-1 0-1-15,6 0 1 16,-1-3-1-16,0-5 1 15,2 1 2-15,1-4 3 16,1 2 9-16,1-5 15 16,-1-3 4-16,2-4 0 0,2-1-7 15,-5-2-15 1,0-2-2-16,-5 0 9 0,-1-3 9 16,-3 3 16-16,0-3 7 15,-3-2-1-15,0 1-8 16,-3-1-17-16,1 1-10 15,1 0-11-15,-2 0 1 16,0 3 6-16,-6-2 5 16,1 6 7-16,2-2 2 0,-4 5-8 15,3 1-3-15,-3 3-10 16,-3 2-4-16,0-4-10 16,-1 5-5-16,-5-2-20 15,-1 0-17-15,-3 5-47 16,-1-1-36-16,2 6-93 15,-2 0-109-15</inkml:trace>
  <inkml:trace contextRef="#ctx0" brushRef="#br1" timeOffset="26409.6">12159 11229 576 0,'0'-2'300'0,"2"-7"-67"0,2-1-123 0,1 3-88 0,-1-6-12 0,1 1-27 0,-1 1-3 15,-1 1 4-15,0 3 10 0,-1-3 34 16,0 2 13-16,-1-2 8 15,-1-2-4-15,0 4-18 16,-2-2-10-16,0 1-12 16,-1 3-1-16,-2-1 0 15,-1 0-1-15,0 2-1 16,0 0 1-16,-2 3-3 16,-1 1-1-16,-1 1-1 15,0 4-1-15,-2 1 2 16,3 2 1-16,-3 1 0 15,1-1-1-15,-1 6-1 16,-1-1 0-16,5 4 1 16,-3 1 1-16,7-1-1 15,1 1 1-15,2-4-3 16,0 0-1-16,-2-2-3 0,2-4-7 16,-1-1-15-1,4-1-10-15,4-4-4 0,-1 1 6 16,7-2 15-16,-3-1 12 15,8-2 7-15,1-3 0 16,0-3 1-16,3 2-1 16,-1-6-8-16,1 2-2 15,-1 0 2-15,1-1 1 16,-2 2 13-16,-3 3 4 16,-3 1 4-16,0 4 0 0,-5 2-3 15,0 1-1-15,-2 3 3 16,-2 3 3-16,1 4 2 15,-2 5-1-15,-1 4-6 16,1 0-4-16,0 5-3 16,-1-2 0-16,1 3 1 15,1 2 0-15,-4-1 3 16,3 2 1-16,-5 0 3 16,-2-2 1-16,-3-2 10 15,-2-1 1-15,-2-1 1 16,3 0 3-16,-5-2-10 15,0-5 1-15,-2-2 2 16,-3-1 0-16,0-2 3 16,2 0 0-16,0-4 14 15,-4-5 7-15,-1-4-3 0,1-1-3 16,-2-7-27-16,4 1-15 16,4-1-28-1,0-4-15-15,3-4-28 0,2-2-22 16,6-4-71-16,4 3-79 15</inkml:trace>
  <inkml:trace contextRef="#ctx0" brushRef="#br1" timeOffset="26926.9">12557 11068 540 0,'0'-3'250'0,"-1"0"-95"0,1 2-83 0,0 0-41 0,0 0-1 0,-1 0 15 16,0 0 9-16,0 0 13 0,0 1 2 16,0 0-18-16,0 0-9 15,0 2-23-15,-5 11-8 16,-22 28-10-16,20-21 0 15,0 6-1-15,1 1 1 16,0 0 1-16,-1 1 0 0,0-1-1 16,-1-3 1-16,2-2 1 15,2-1 0-15,0-1 1 16,3 1 0-16,2 0-1 16,0-4-1-16,1-4-2 15,3 0-1-15,4-2-3 16,-2-2-11-16,5 0-25 15,0-2-16-15,2-2-37 16,2-3-26-16,2-2-117 16</inkml:trace>
  <inkml:trace contextRef="#ctx0" brushRef="#br1" timeOffset="27376.34">12591 11311 735 0,'1'-2'285'0,"2"-1"-196"0,-1-2-55 0,1 2-27 0,0 0-6 0,0 0 1 0,1 2 16 0,0-1 29 16,1-2 7-16,0 2 1 15,0-1-15-15,3 3-29 16,1 0-6-16,2-1-5 16,2 1 0-16,-1-3 0 15,-1-2-1-15,4 2-22 16,-4-3-23-16,0 0-60 16,1 3-39-16,-2-3-45 15,-1 2-12-15,-3 1-11 16</inkml:trace>
  <inkml:trace contextRef="#ctx0" brushRef="#br1" timeOffset="27792.36">12658 11173 914 0,'0'0'385'15,"-1"-3"-187"-15,2 3-174 16,-1 0-24-16,0-1-14 16,0 0 1-16,0 0 12 15,0 0 14-15,0 0 31 16,0 0 9-16,0 1 1 15,0 0-8-15,0 0-27 16,0 0-10-16,0 0-9 16,2 6 0-16,2 7 0 15,3 23 0-15,-7-21 0 16,0 3 0-16,2-3-1 16,0 0-6-16,0 1-16 15,3-3-8-15,-1-2-17 16,0-2-8-16,3 0-29 0,-3 0-24 15,0-2-82-15,1 0-83 16</inkml:trace>
  <inkml:trace contextRef="#ctx0" brushRef="#br1" timeOffset="28242.829">12866 11159 1062 0,'1'0'388'0,"1"1"-285"0,2 1-265 0,-4-2-95 0,0 0-57 0,3 2 34 0,6 3 207 16,20 16 124-16,-21-14 123 16,0 0 4-16,-1-3-80 15,3 2-37-15,1-1-54 16,-1-2-15-16,3 3-27 16,-2 0-5-16,-1 1 1 0,-1 3 8 15,-3-1 21-15,-2 3 8 16,0 0 9-16,-6-5 1 15,1 3-11-15,-2 0-16 16,-6-2-40-16,2 8-8 16,-5-6 7-16,-1 0 15 15,-2-3 36-15,2-1 9 16,-1-2-1-16,-1 0-7 0,3-3-40 16,-3-2-47-16</inkml:trace>
  <inkml:trace contextRef="#ctx0" brushRef="#br1" timeOffset="28561.44">12901 11096 1083 0,'-2'0'432'0,"1"-1"-300"16,1-1-173-16,-1 1-160 0,1 0-55 15,0 0 36-15,0 0 87 16,0 0 203-16,0 0 103 16,1 1 38-1,4-4-32-15,3-2-95 0,24-21-45 16,-18 17-67-16,4 1-25 15,1 1-39-15,-2 1-15 16,0 2-32-16,-5-1-35 16</inkml:trace>
  <inkml:trace contextRef="#ctx0" brushRef="#br1" timeOffset="29177.4">13072 10948 976 0,'2'1'363'0,"1"0"-249"0,0 4-171 0,0-4-36 0,3 4-2 0,0 0 16 0,-1-1 66 0,-1-1 44 16,3 2 24-16,0 3 2 0,4 3-30 15,2 0-14-15,-2 0-13 16,4-1-2-16,-3 4-3 16,2 3 0-16,-5 1 0 15,0 1-6-15,-2 3-4 16,-2 2-3-16,-4 1-7 15,-1 1 0-15,-4 1-2 16,-3-2 2-16,-4 0 12 16,-1-2 8-16,-2-1 16 15,2-2 4-15,0-2 1 16,1-1-2-16,1-6-7 16,-4-1-4-16,8-4-3 15,-2-1 0-15,3-4 0 16,3 2 0-16,-2-3-23 15,2-1-24-15,1 0-91 16,0 0-79-16</inkml:trace>
  <inkml:trace contextRef="#ctx0" brushRef="#br1" timeOffset="29959.95">13476 11024 912 0,'0'0'370'0,"0"1"-224"0,1 1-95 0,-1-2-67 0,0 0-8 0,0 0 1 0,0 0 3 16,0 0 36-16,0 0 14 0,0 0 10 15,0 0-1-15,0 0-17 16,0 0-11-16,0 0-17 16,0 0-5-16,2 7-9 15,0 0-1-15,4 23 3 16,-8-23-4-16,3 2-1 16,-3-1-6-16,-1-2-22 15,1 2 1-15,-7-2 4 16,5-1 9-16,-2-1 26 15,-2-2 9-15,2 0 2 16,-1-1 0-16,-2 0 0 16,1-1-2-16,-2-2-3 15,0-1-4-15,4-3-3 16,3 2 1-16,-3-2 5 16,0-1 4-16,1 3 2 15,-3 0-4-15,6 2-18 16,-1 2-17-16,1 1-16 0,2-1 1 15,-1 0 10-15,0 0 13 16,0 0 10-16,0 4-4 16,0 2-24-16,0 0-28 15,0 23-73-15</inkml:trace>
  <inkml:trace contextRef="#ctx0" brushRef="#br1" timeOffset="30543.47">13560 11241 787 0,'-1'3'298'0,"-4"0"-215"0,2 0-60 0,-2-3-24 0,-1-1-1 0,3 0 15 0,-1-2 21 16,1 3 37-16,1 0 11 16,1-1-9-16,1 1-17 15,-1 0-36-15,0 0-14 16,-4 0-19-16,-3 2-7 16,-21 11-3-16,22-6 1 0,-3 0 8 15,-2-5 4-15,2 2-3 16,-1 0-4-16,2-1-15 15,0 0-7-15,-3-3-14 16,3 2-1-16,-1-2 18 16,0-2 11-16,4 1 25 15,-4-5 6-15,4 4 1 16,-1 0-2-16,4 0-4 16,1 1 1-16,2 0 1 15,0 1 0-15,0 0-3 16,0 0-2-16,0 0 1 15,0 0-9-15,0 0-51 16,7 4-44-16</inkml:trace>
  <inkml:trace contextRef="#ctx0" brushRef="#br1" timeOffset="32958.33">13641 10934 569 0,'0'1'227'0,"0"0"-141"0,0 2-66 0,0-3-41 0,0 0-8 0,0 0 0 0,0 1 2 16,0 5 22-16,1 2 6 15,4 25 6-15,-4-20-1 16,-1 2-1-16,0-1-3 16,0 2-2-16,1 0 0 15,2 0-1-15,0 1 0 16,-1 3-2-16,2 0-3 16,1 3-5-16,-2-2-9 0,2-2-31 15,1 1-9 1,-3-4 2-16,1-4 10 15,-1-1 38-15,-3-6 11 0,0-1 8 16,2 1 0-16,-2-3-6 16,1 0-9-16,-1-2-13 15,0 0-4-15,0 0 3 16,-1 0 15-16,0-1 30 16,0 0 10-16,-1-6 8 15,-1-7-3-15,-7-25-11 16,4 20-3-16,2-2-6 15,0 0-4-15,-2 1-5 16,3 1 7-16,-1 0 10 16,0 3 2-16,0 7-2 15,1 3-4 1,2 2-6-16,-8-13 2 0,-1 2 3 0,0-1 0 16,4 7 18-16,-1-1 9 15,2 2 5-15,0-1-3 16,-1-1-24-16,1 1-13 15,1-2-6-15,0 4 5 16,1 4 17-16,1-2 12 16,0 3 14-16,1-2 0 15,0 1-13-15,-1 0-11 0,2 2-18 16,-1 1-6-16,1 0-5 16,0 0 1-16,-1 0 6 15,0-1 6-15,0 0 6 16,0 1-1-16,1 0-8 15,0 0-7-15,0 0-7 16,-1 0-3-16,0 0-2 16,0 0 1-16,1 0 1 15,-2 6-1-15,-2 8-4 16,-4 22-2-16,5-20 0 16,-1 0 0-16,0 0 7 15,0 1 3-15,-1-1 0 16,1-1 0-16,1-5 0 15,0 0-5-15,-2-6-15 16,3-1-14-16,-2-3-39 16,4 2-23-16,0-2-70 0,0 0-44 15</inkml:trace>
  <inkml:trace contextRef="#ctx0" brushRef="#br1" timeOffset="33559.18">13628 11359 667 0,'-2'-2'298'0,"1"-1"-145"0,-1-2-127 0,2 5-106 0,0-1-13 0,0 0 15 0,0-2 33 0,0-3 93 0,0 5 42 16,0-2 35-16,3-1-2 15,4 1-39-15,28-24-25 16,-16 22-35-16,-3-4-13 15,3 5-11-15,0-2 0 16,-2 0 1-16,3 2 0 16,-6-5 1-16,-3 5-1 0,-3-1-2 15,-5 0-7-15,2 4-13 16,-2-1-2-16,-3 3-5 16,2 4 5-16,-3-5 10 15,0 0 3-15,0 4 5 16,-5 7 0-16,-20 22-11 15,10-19-11-15,0-5-65 16,-3 3-48-16</inkml:trace>
  <inkml:trace contextRef="#ctx0" brushRef="#br1" timeOffset="33893.21">13494 10953 718 0,'1'1'282'0,"3"-1"-194"0,3-1-86 0,7 1-39 0,0 3-20 0,5 4-32 0,1 4-35 0</inkml:trace>
  <inkml:trace contextRef="#ctx0" brushRef="#br1" timeOffset="58039.11">3302 7319 213 0,'0'2'88'0,"-1"0"-43"0,1 0-37 0,-1-2-5 0,1 0 5 15,0 0 18-15,0 0 35 16,0 0 26-16,-1 0 33 15,0 0-4-15,0 0-23 16,0 0-23-16,0 0-37 0,0 0-15 16,1 0-11-1,0 0-1-15,0 0 8 0,0 0 3 16,0 0 1-16,0 0-2 16,0 0-10-16,0 0-1 15,4 2-1-15,6 2 1 16,23 5 0-16,-22-12 1 15,3-1 1-15,-3 0-1 16,0 0 0-16,-1 0-1 16,0 0-3-16,1 0 1 15,-2 0-2-15,0 1 0 0,-4 1-1 16,1 2 0-16,-1 1 0 16,0 0 0-16,1 2-3 15,-2-2-14-15,1 3-34 16,-1-1-25-16,-3 2-77 15,1 1-46-15</inkml:trace>
  <inkml:trace contextRef="#ctx0" brushRef="#br1" timeOffset="58638.61">3416 7490 107 0,'-1'2'64'0,"-2"2"-3"0,1-3-42 0,1-1-11 0,0 0-7 0,1 0 0 15,-1 0 2-15,0 0 8 16,0 0 21-16,0 0 10 0,-1 0 21 15,0 0 5-15,-2 0-9 16,1 0-9-16,-1 0-21 16,2 0-13-16,-2 1-6 15,1 0 5-15,-1 1 13 16,-1 0 9-16,4-2 11 16,-2 1 3-16,2-1-2 15,0 0-6-15,-1 0-15 16,0 1-7-16,1-1-13 15,0 0-2-15,0 0 1 16,0 0 2-16,1 0 16 16,-1 0 6-16,1 0 7 15,0 0 1-15,1 0-3 16,10 5-2-16,25 3-5 16,-18-12-4-16,0-1-11 15,-1-5-5-15,1 6-5 16,-2 0-2-16,0 0 0 0,-1 1-1 15,-6 0 0-15,-2-2 0 16,-3 3-1-16,0 3 1 16,-2-1-12-16,-2-1-18 15,0 0-46-15,0 0-25 16,0 0-30-16,0 1 6 16,0 0 32-16,0 0 13 15,0-1-23-15,0 0-18 0</inkml:trace>
  <inkml:trace contextRef="#ctx0" brushRef="#br1" timeOffset="59121.43">3690 7303 100 0,'4'-7'93'0,"4"-6"30"0,-2 0-11 0,-1 3-33 0,1 0-22 0,1 2-36 0,-2-1-7 0,1 0-9 16,-1 1-2-16,-1 2 8 16,-1 1 14-16,-2 2 32 15,0-2 13-15,-1 0 21 16,0 4-2-16,0 0-17 16,-1 1-9-16,0-1-21 15,0 0-9-15,0 1-11 0,1 0-4 16,-1 0 3-16,0 0 2 15,0 0 2-15,-1 0-2 16,0 0-8-16,0 1-4 16,-2 5-2-16,-2 5 0 15,-6 22-1-15,11-22-1 16,1 1-3-16,-1 1 0 16,0 1 0-16,3 2-1 15,-1 2 1-15,1-1-2 0,1 2 0 16,-2-2 0-16,1 2-1 15,2 0 0-15,-3-1 0 16,1 0-1-16,-1-1 0 16,0 0 0-16,-1-2-11 15,0-3-13-15,0-2-42 16,1-3-34-16,-1-4-76 16,0 3-48-16</inkml:trace>
  <inkml:trace contextRef="#ctx0" brushRef="#br1" timeOffset="59940.28">3929 7414 413 0,'3'-6'255'0,"1"-4"-13"0,-1 0-163 0,7 2-38 0,-4-3-38 0,-1 1-3 0,0 1-2 0,-5 2 2 16,4 1 3-16,-3 3 9 15,-1 0 12-15,-1-1 6 0,-2 0 5 16,1 1-3-16,0 0-9 16,-2-1-4-1,0 2-8-15,2 2-4 0,2 0-5 16,-1 0-1-16,1 0-1 15,0 0 0-15,-1 0 0 16,0 0 0-16,-1 7 0 16,0 3 0-16,-5 22 0 15,6-18 0-15,-2 0 0 16,2 3 0-16,1-4 0 16,-1 0 0-16,1 0 0 15,0-3 0-15,2 2 0 16,5 0 0-16,-1 0 0 15,-4-3-1-15,6 1 0 16,-5 1 0-16,6-4 0 16,-1 2 1-16,-1-3-1 15,1-1 0-15,-4-4 1 16,7 2 0-16,-2-1 1 0,3-1 0 16,-1-2-1-16,-3-2 0 15,2 1 0-15,-1-2 0 16,2 3 0-16,-3-3 1 15,-1 0 0-15,-1-1 1 16,0-2 0-16,-1 1-1 0,0-2 2 16,-2-2 0-1,-2 1 0-15,3 0 2 16,-2-3 0-16,0 1 2 0,-1 1 3 16,0-2 0-16,-1 2 1 15,0-1 0-15,-1 2 2 16,-2-2 2-16,-1 2 3 15,-1-2 0-15,1-1 4 16,-2 2 0-16,-1-2 3 16,1 1 2-16,-1-1-2 15,0-1-2-15,0 0-4 16,-2 3-2-16,1 2-3 16,2 3-1-16,0 2-4 15,2 1-3-15,-1 1-5 16,2 3-1-16,-5 1-1 15,-2 0-1-15,0 2 0 16,-1-1-1-16,3 2-24 16,-3 2-31-16,0 3-129 0</inkml:trace>
  <inkml:trace contextRef="#ctx0" brushRef="#br1" timeOffset="61005.86">3429 8474 371 0,'-2'0'214'0,"-2"1"-43"0,0-2-30 0,3 1-71 15,0 0-29-15,0 0-31 0,0 0-5 0,1 0-3 0,-1 0 0 16,0 0 0-16,0 0 1 0,-1 0 5 15,0 0 6-15,0 0 11 16,-2 1 6 0,1 1 6-16,1-2 1 0,0 0-1 15,2 1-1-15,-2 1 1 16,1-2 4-16,0 0 8 16,0 0-1-16,0 0-4 15,1 0-6-15,0 0-16 16,0 0-3-16,3 0-9 15,12-1-4-15,20-6-4 16,-19 3-1-16,-2 0-1 16,1 1 0-16,1 0 0 15,-3 0 0-15,0 2-1 16,-2 0-9-16,-1 0-29 16,1 1-16-16,-4 0-52 0,-1 0-41 15,-6 3-108-15</inkml:trace>
  <inkml:trace contextRef="#ctx0" brushRef="#br1" timeOffset="61438.03">3488 8658 423 0,'-1'0'211'0,"0"-4"-56"0,1 4-109 0,0-1-45 0,0 1-14 0,0-1-7 0,0 0 3 0,0 0 4 15,0 0 8-15,0 1 40 16,0 0 26-16,0 0 41 15,0 0 12-15,0 0-22 16,0 0-20-16,0 0-32 16,0 0-11-16,0 0-10 15,0 0-6-15,0 0-9 16,2 0-2-16,7 3 0 0,21 4 1 16,-17-13 1-16,-1 0 1 15,2 3-1-15,2-3 0 16,1-2-3-16,1 4 0 15,-2-5-5-15,-4 5-14 16,-3-1-57-16,-2-1-52 16</inkml:trace>
  <inkml:trace contextRef="#ctx0" brushRef="#br1" timeOffset="61871.39">3754 8358 813 0,'-1'-1'329'0,"0"-3"-200"16,-1-2-102-16,2 4-35 15,0-1-14-15,0 3-5 16,0 0 7-16,0 0 6 16,0 0 13-16,0 0 36 0,0 0 13 15,0 0 16-15,0 0-2 16,0 0-25-16,0 1-11 16,0 5-17-16,1 3-3 15,4 24-3-15,-1-20-1 16,1 2-1-16,0 2 1 15,1-2-2-15,0 4 0 16,1-1 0-16,0 0 0 16,0 1 0-16,-1 0 0 0,-1 1-6 15,1 0-9-15,-2-2-20 16,0-2-14-16,-2-5-39 16,0 1-31-16,-1-6-131 15</inkml:trace>
  <inkml:trace contextRef="#ctx0" brushRef="#br1" timeOffset="62654.36">3998 8395 863 0,'-3'-1'322'0,"1"1"-256"0,0-2-108 0,2 2-27 0,0-1-50 0,-1 1 22 0,1-1 57 0,0 1 41 15,0 0 101-15,-1 0 13 16,0 0-14-16,0 0-23 0,0 0-54 15,0 0-15-15,-1 1-9 16,-2 0 0-16,2 9 0 16,-25 24-2-16,22-21 1 15,-2-1-1-15,5 2 1 16,0-2-1-16,3 1-1 16,3 0-1-16,-3 1-4 15,4 1 0-15,-2 0 0 16,-1-2 0-16,4-3 3 15,-2-1-1-15,2-5-4 16,1 1-2-16,-1-4-1 16,2-1 1-16,2-1 4 15,1-2 3-15,1-4 2 16,1-2 0-16,-1-4-18 16,3 0-7-16,-1-1-6 15,1 1 1-15,-3-1 19 16,1 1 10-16,-5-1 15 15,0-2 8-15,-2 1 15 0,-2-3 5 16,-1 1-1-16,-3 1-4 16,1 0-10-16,-2 3-2 15,-3 1 8-15,1 3 6 16,-3 2 5-16,-1-1 0 16,-2 2-11-16,0-2-7 15,-3 0-7-15,-2 2-5 16,1 5-4-16,0 0-3 0,1 3-2 15,-1 2-1-15,-3-1-1 16,2 1 0-16,-1 1 0 16,6-1 0-16,2 0 0 15,-2-1-1-15,3-1-3 16,0 1-1-16,1 0-2 16,2-3-2-16,3 1-21 15,0-1-16-15,0 0-73 16,0 0-79-16</inkml:trace>
  <inkml:trace contextRef="#ctx0" brushRef="#br1" timeOffset="63972.3">3571 5673 192 0,'0'-2'135'0,"0"2"6"0,0 0-26 0,0 0-52 0,0 0-24 0,0 0-31 0,0 0-5 0,0 0 0 16,0 0 3-16,0 0 10 15,0 0 3-15,0 0 8 16,0 0 0-16,4 0-5 16,3 0-3-16,3-1 0 15,21-1 6-15,-22-5 14 0,2 3 5 16,-2 1-3 0,2-3-9-16,1 2-16 0,-1-2-6 15,-1 4-6-15,-1-2-1 16,-2 3-1-16,-1 0-1 15,-1 0 0-15,1 1 1 16,-1-4-1-16,1 4 0 16,0-2 0-16,0 0 3 0,0 0-66 15,0-4-41-15,-2 6-96 16,0 0-67-16</inkml:trace>
  <inkml:trace contextRef="#ctx0" brushRef="#br1" timeOffset="64654.94">3683 5849 450 0,'0'1'185'0,"-3"1"-107"0,1 0-52 0,2-2-28 0,-1 0-8 0,0 0 0 0,1 0 2 0,-1 3 4 0,-1 2 6 0,0-1 7 16,0 0 4-16,0-1 7 15,-1 1 3-15,2-1 4 16,-1-1-1-16,1-1 0 15,0-1-1-15,0 0-1 16,0 0 1-16,1 0 11 16,-1 1 2-16,0-1-3 15,0 0-4-15,0 0-20 16,0 0-6-16,0 0-5 16,1 0 0-16,0 0 9 15,0-1 6-15,12-5 5 16,26-18 0-16,-18 13-9 0,-1-2-4 15,0 3-5-15,-3 0 0 16,-2-1 1-16,0 4-1 16,-2-1 2-16,-1 1 0 15,1 1 2-15,-3 1-1 16,-1 1 0-16,-1 0-2 16,-3 3-1-16,0 1-1 15,-4 0-8-15,0 0-18 16,0 0-98-16,-1 0-109 0</inkml:trace>
  <inkml:trace contextRef="#ctx0" brushRef="#br1" timeOffset="66374.229">3995 5546 181 0,'0'0'117'0,"-2"-2"-10"0,2 2-47 0,0-1-17 0,0 0-27 0,0 1-6 0,0-1-7 15,0 0 2-15,0 0 9 16,0 0 6-16,0 0 7 16,3 0 4-16,3 0 8 15,6-3 2-15,19-6 3 16,-19 1-1-16,4 1-8 15,3-2-5-15,1 0-9 16,1 0-3-16,-1 1-4 0,-2 0-2 16,-1 0-2-16,-3 1-2 15,-3 0-4-15,1 2-2 16,-4 1-1-16,-1 3-1 16,-3-1-43-16,-2 2-38 15,-2 2-99-15</inkml:trace>
  <inkml:trace contextRef="#ctx0" brushRef="#br1" timeOffset="66872.229">4248 5270 618 0,'0'0'205'0,"1"1"-237"0,1-4-24 16,-2 3-5-16,0 0 9 0,0 0 72 0,0 0 31 0,0 0 36 15,0 0 12-15,0 0-19 0,0 0-21 16,0 0-30-16,0 0-14 16,0 8-10-16,2 5-2 15,4 22 0-15,-5-21-1 16,3 2 0-16,0 0 1 16,1 3-2-16,2 0 1 15,-3 1-1-15,2 0 0 16,0-2 0-16,-1 0 0 0,1-1-1 15,-2-2 1 1,-2-1 0-16,0-1-1 0,-2-3 0 16,1-2 0-16,1-2-27 15,1 2-27-15,-2-3-99 16,-1-2-80-16</inkml:trace>
  <inkml:trace contextRef="#ctx0" brushRef="#br1" timeOffset="67407.31">4455 5280 865 0,'-3'-2'320'0,"0"-2"-245"16,3 4-115-16,0 0-20 16,0 0-19-16,0 0 13 15,0 0 37-15,-1 0 28 16,0 0 48-16,0 0 7 16,0 0 1-16,0 0-17 0,0 0-31 15,1 6-6-15,-1 2 0 16,1 22-1-16,1-20 0 15,2-4 0-15,0 1 0 16,5 2 0 0,0-4 0-16,2 2-1 0,3-1 0 15,-3-1 1-15,3 1-1 16,-1 0 1-16,0 0-1 16,1-2 1-16,-2 1 0 15,2-2 0-15,-1 3 0 16,-2-1 0-16,-2 0 0 15,-4-1 0-15,-1 0 0 16,-1 1 1-16,-1-1 0 16,-1 1 0-16,-1 0 0 15,-1 0-1-15,-3 3 0 16,0 0 0-16,-4 3 0 0,-2-1 0 16,-2-1 0-16,-1 2 0 15,1-4-22-15,-2 1-21 16,1-3-54-16,1-3-41 15,0-2-135-15</inkml:trace>
  <inkml:trace contextRef="#ctx0" brushRef="#br1" timeOffset="67771.48">4472 5259 892 0,'-1'0'329'0,"3"0"-284"0,0 0-86 0,-2-1-82 0,0 1-17 0,0-1 35 0,0 0 63 0,10-1 129 15,21-13 41-15,-19 5 22 16,5 0-26-16,2-6-63 16,2 1-23-16,3-2-26 15,-2-2-5-15,-1 2-4 0,-4 1-1 16,3 4 0-16,-4 1-2 16,-6 4 0-16,4 4-6 15,-9 0-97-15,0 3-119 16</inkml:trace>
  <inkml:trace contextRef="#ctx0" brushRef="#br1" timeOffset="77953.8">5781 9907 256 0,'0'2'98'0,"-1"0"-70"0,0 2-17 0,0-4-10 0,1 0-1 0,-1 0 11 0,0 0 20 0,0 0 30 16,0 0 9-16,0 0 2 16,0 0-15-16,1 0-23 15,-1 0-5-15,-3 1 1 16,1 0 0-16,-2 0-2 16,3-1 0-16,-3 0-10 15,-1 1-3-15,2-1-5 16,-1 0-3-16,2 0 0 15,1 0 0-15,-2 0 0 16,2 0 0-16,-1-1-2 0,-1 1-1 16,2-1 4-16,-2 0 0 15,0 0 3 1,0 0 0-16,-1 0-2 0,1 0-2 16,-2 0-1-16,-20-6-1 15,22 5 1-15,0 2 0 16,0 0 0-16,0 0-1 15,-1 0-1-15,0 0-2 0,1 0 0 16,-1 0-1 0,0 2-1-16,0 0 0 0,-3 3 0 15,1-3 0-15,-2 1 0 16,0 0 1-16,-1 0-1 16,-1-1 1-16,1 3 1 15,-2-2-2-15,1 2 0 16,0-1 0-16,-2 1 0 15,2 0 0-15,0 0 0 16,-3 0 0-16,7-1 0 16,-4 1 0-16,-2 0 0 15,5 2 0-15,-4 0 0 16,2-1-1-16,0 1 1 16,1 1 0-16,-3 0 0 15,1 0 0-15,-2-1 0 16,0 1 0-16,-3 0 0 15,0 0 0-15,1 2 0 0,-1-1 0 16,1 1 0-16,1 1 0 16,0 1 0-16,0 1 1 15,1-3-1-15,-1-2 0 16,2-1 0-16,-1-1 0 16,1 2 0-16,1 2 0 15,-4-2 0-15,2 4 1 16,-3-4-1-16,4 5 0 0,-3-1 0 15,-2-4 0-15,3 6 0 16,-7-3 0-16,4 2 0 16,1 1 0-16,-4-3 0 15,2 2 0-15,-1-1 0 16,0 1 0-16,2 1 0 16,1 1 0-16,-1 3-1 15,2-1 1-15,-1 0-1 16,-2-1 1-16,2 3 0 15,-2-2 0-15,1 0 0 16,1-2 0-16,1-3 1 16,1 0-1-16,1 0 0 15,5 4 0-15,-4-3 0 16,2 2 0-16,-1 0 0 16,-2-1 0-16,1 0 0 15,1 1 1-15,-2 1 6 16,1-2 5-16,0 4 5 15,2 0 2-15,-1 0-5 0,0 1-4 16,2 4-7-16,-1 0-1 16,1 3-1-16,1-1-1 15,-3-2 1 1,2 2 0-16,-1 0-1 0,-1-1 0 16,1 3 0-16,2 1 0 15,-1 0 0-15,0 4 0 0,3 0 0 16,-1 0 0-16,0 4 0 15,4 1 0-15,-2-1 0 16,2-2 0-16,-3-4 1 16,1-2-1-16,1 0 1 15,-1-3-1-15,3 1 0 16,0 0 0-16,1-2 0 16,1 2-1-16,0-3 1 15,0-1 0-15,0 2 0 16,-1-4 0-16,4 3 0 15,1 0 0-15,0-2 0 16,2 3 0-16,-3-5 0 16,3 0 0-16,-2-4 0 15,1 2 0-15,2 0 0 16,1 1 0-16,0-1 0 16,-2-1 0-16,0 0 0 15,1-2 0-15,0 4 0 16,1-3 0-16,2 2 0 0,-2-3 0 15,3 4 0-15,-1-2 0 16,3 2-1-16,3 4 0 16,-1-3 0-16,1 0 1 15,-1-4 0-15,0-2 0 16,0-3 0-16,3 1 0 16,-1 0 0-16,2-2-1 15,2 1-1-15,-3-1-1 16,5 2 1-16,-5-6 0 0,1 2 1 15,1 1 1-15,-1 0 0 16,7 4 0-16,-4-1 0 16,-1-1 0-16,-1-1 1 15,1 0 0-15,1 0 0 16,-1-1-1-16,5 0 1 16,-5-2-1-16,0 1 0 15,1 3 0-15,-6-3 0 16,0 3 0-16,0-3 2 15,-1-2 0-15,1 0 3 16,-1-2 1-16,-1-1 0 16,-1-2-1-16,0 0-1 15,0 1-2-15,-1-1-1 16,4 0 1-16,-3-2-1 16,3 2 0-16,0-1 0 0,-1 0-1 15,1 1 0-15,2 2 0 16,-2-1 1-16,0 0-1 15,-2 3 1-15,1-2 0 16,-6 0 3-16,3-1 5 16,-1-1 5-16,-2-3 3 15,1 2-2-15,-4 0-3 16,1 0-7-16,-1 1-2 16,3 0-1-16,0 0-1 15,1 0 0-15,-4 0 0 0,3-1-1 16,0 1-1-16,-3 0-3 15,4 0-5-15,-2 0-16 16,1 0-9-16,-4 0-30 16,-1 0-33-16</inkml:trace>
  <inkml:trace contextRef="#ctx0" brushRef="#br1" timeOffset="79353.7">5567 12071 590 0,'-2'-2'236'0,"1"-1"-151"0,-2 1-70 0,3 2-62 0,-1-1-28 0,1 0-13 0,0 0 19 0,0 0 79 16,0 0 47-16,-1 0 55 16,0 1 5-16,1-1-29 15,0 0-19-15,0 0-39 16,-1 0-13-16,1 0-12 15,0 0 1-15,0 1 3 0,0-1 2 16,0 0 5-16,0 0 0 16,0 0-3-16,0 0-1 15,0 0-7-15,0 0-2 16,0 1-2-16,0-1-1 16,0 0 7-16,-1 0 6 15,1 1 11-15,-1 0 3 16,1 0-2-16,0 0-5 15,0 0-7-15,0 0-2 0,0 0-2 16,0 0 0-16,0 0 0 16,0 0-1-16,-1 0-3 15,1 0-2-15,0 0-2 16,0 0-1-16,0 0 1 16,0 0-1-16,0 0 0 15,0 0 0-15,0 0-1 16,0 0 0-16,0 0-1 15,0 0 2-15,0 0 0 16,1 3 0-16,-1-1 0 16,0-1 0-16,0 0 1 15,0 2-1-15,0-3 0 16,1 1 0-16,-1-1 0 16,0 1-1-16,1 1 1 15,-1-2 0-15,4 4-1 16,-1-1 1-16,3 1-1 0,22 23 0 15,-20-21-1-15,1 3 1 16,0-2-1-16,-1 2 0 16,2-1-6-16,-2-1-3 15,4-2-4-15,-1 1-2 16,1 0 3-16,-2 0 1 16,2 1 0-16,-3-2-1 15,2 0-2-15,2 0-6 16,-2 0 2-16,-2 2 4 0,-1-3 4 15,-3 1 7-15,2-2 2 16,2-1-1-16,-5 1-4 16,2 1-3-16,-2-3-4 15,0 2 1-15,0-4 1 16,-1 1 2-16,0 0-2 16,-3 0-1-16,0 0 3 15,0 0 2-15,0 0 8 16,0 0 2-16,0 0 3 15,0-1-1-15,0 0-1 16,0 1-1-16,0 0 0 16,0 0 0-16,0 0 11 15,0-1 8-15,0 1 13 16,0 0 4-16,0 0-7 16,0 0-7-16,0 0-15 15,0 0-3-15,0 0-5 16,0 0-2-16,0 0 1 15,-1 3-1-15,-3 8 2 0,-8 22 0 16,5-21 1-16,1 1 2 16,-3 0-1-16,0-1 1 15,-1 4 0-15,0-2 2 16,-1 1 9-16,-2-2 5 16,1 1 4-16,1 0-3 0,1-3-10 15,3 2-5-15,-1-4-4 16,1-2 1-16,2 0 0 15,0-2 1-15,1-4-1 16,2 5 0-16,0-6-1 16,1 2-1-16,1-2-5 15,0 0-6-15,0 0-28 16,0 0-24-16,0-1-90 16</inkml:trace>
  <inkml:trace contextRef="#ctx0" brushRef="#br2" timeOffset="87936.01">6119 12090 134 0,'-2'0'53'16,"2"-2"-45"-16,0 1-24 0,0 0-14 0,0 0 1 0,0 0 29 0,-1 1 30 15,0-1 51-15,0 0 16 0,0 0-1 16,0 0-18-16,0 0-43 16,0 0-16-16,1 0-20 15,-1 1-4-15,0-1 1 16,0 0 2-16,0 0 4 16,0 0 4-16,0 0 3 15,1 0 2-15,-1 1 7 16,0-1 6-16,0 0 16 15,0 0 6-15,0 0 0 16,0 0-6-16,1 1-16 16,-1 0-8-16,0 0-2 15,0-1 7-15,0 1 18 16,0 0 10-16,0 0 11 16,1 0-1-16,-1 0-11 15,1 0-8-15,0 0-16 16,0 0-7-16,0 0-11 15,0 0-4-15,0 0-1 16,-1 0-1-16,1 0 0 16,0 0-1-16,0 0 1 0,0 0 0 15,0 0 4-15,0 0 1 16,5-1 4-16,8 0 1 16,23-7-2-16,-22 3-1 15,2 3-4-15,-3-2-2 16,1 0 1-16,0 2-2 0,-2-2 2 15,1 2-1 1,-3 0 0-16,0 1 1 0,-2-1 0 16,-1 1 1-16,0 1-1 15,-1 0 0-15,-2 0 0 16,0 2-1-16,1-2 0 16,-3 0 0-16,-2 0 0 15,0 0 1-15,0 0 0 16,0 0 0-16,0 0 2 15,0 0 0-15,0 0 3 16,0 0 1-16,0 0 0 16,0 2 0-16,1 3-3 15,0 2-1-15,-1 22-2 16,-4-22 0-16,-1 4-1 16,-1-4 2-16,1 5 5 15,-3-3 5-15,1 0 9 16,0 0 2-16,-2 1-2 15,1 0-4-15,0 1-10 0,1 0-3 16,-1-1-3-16,-1 1 0 16,-1-1-1-16,-1 1 0 15,5 0 0-15,0 0-1 16,3-1 0-16,0 1 0 16,0-4 0-16,-3 3 0 15,1-2 0-15,1-1 1 16,-2 0-1-16,4 0 1 15,0-1-1-15,-2 0 1 0,3-3 0 16,1 0 0-16,-1-1-1 16,0-2 0-16,0 0-2 15,0 0 0-15,0 0-1 16,0 0-1-16,1 0 2 16,-1 0 0-16,1 0 0 15,0 0 0-15,0 0-1 16,0-1 0-16,6 1 0 15,3 0 1-15,24 1 0 16,-19-1-1-16,-1 0 2 16,3 0 0-16,2 3 0 15,-1-1 1-15,0-1 0 16,-1 3 1-16,-2-3-1 16,0 1 1-16,-3-1-1 15,-1 0 1-15,-3 0 1 16,0-1-1-16,-2 0 0 15,0 0 1-15,0 0-1 0,-1-1 0 16,-2 1 1-16,-1-2 1 16,-1 2 7-16,0-1 8 15,0 0 18-15,0 1 8 16,0-1 4-16,0 0-4 0,0 0-17 16,-1 0-8-1,0-1-10-15,-1-9-2 16,-3-25 0-16,3 19 0 0,0-2-1 15,2 1-2-15,0 4-2 16,0 0-1-16,0 4 0 16,0 2 0-16,1 1 0 15,-1 2 1-15,0 2 2 16,1 0 0-16,-1 2 1 16,-1 1-1-16,1 0-1 15,0 0-2-15,0 0-1 16,0 0-3-16,0 0-8 15,0 0-9-15,0 0-28 16,0 0-20-16,-1 0-87 16,1 0-90-16</inkml:trace>
  <inkml:trace contextRef="#ctx0" brushRef="#br2" timeOffset="90452">6643 12133 159 0,'-1'-1'68'0,"0"-2"-47"0,-1-1-40 0,1 3-13 0,0 0 15 0,0 0 81 0,0 1 51 0,0-1 66 0,1 0 7 15,-1 0-45 1,0 0-36-16,0 0-61 0,0 0-22 15,0 0-18-15,0 1-3 16,1-1 2-16,-2 0 4 16,0 0 2-16,0 0 1 15,0 0-2-15,-1 0-3 16,1 1-7-16,1-1 0 0,-1 0 0 16,1 1-2-16,0 0 2 15,0 0-1-15,1 0 0 16,-1 0-1-16,0 0-1 15,0 0 0 1,0 0 2-16,0 0 1 0,0 0 1 16,1 0 0-16,3-1 1 15,13 1 0-15,23-3 0 16,-21-2 0-16,1 0-1 16,-2 0 0-16,2 3-1 15,-2 0 0-15,0 2 0 16,-3-1 0-16,-2-1 0 15,-2 2 0-15,2 3-1 16,0-1-2-16,-6 2-22 16,3 1-28-16,-6 0-91 15,-1 0-100-15</inkml:trace>
  <inkml:trace contextRef="#ctx0" brushRef="#br2" timeOffset="91051.489">6626 12234 381 0,'-1'1'210'0,"0"-1"-45"0,1 0-61 0,0-1-58 0,0 1-20 0,0-1-8 0,0 0 14 0,0 1 28 16,0 0 11-16,0 0 4 15,0 0-14-15,0 0-29 16,0-1-12-16,0 0-16 16,0 1-4-16,0-1 0 0,0 0 0 15,4 1 0 1,8 0 2-16,24 0 0 0,-20-1 0 16,1-2 3-1,2 1 1-15,0-2 1 0,0 0 0 16,-3 1-2-16,1-1-2 15,-6 3 2-15,1-2 1 16,-6 1 3-16,2 0-1 0,-4 2-1 16,-4-1-3-16,4 1-15 15,-4-1-24-15,0 0-111 16,0 0-177-16</inkml:trace>
  <inkml:trace contextRef="#ctx0" brushRef="#br2" timeOffset="105348.63">7185 11989 166 0,'-1'-3'87'0,"0"-1"-20"0,0 2-41 0,0 1-11 0,0 0 5 0,0 0 6 0,0 0 16 16,0 0 6-16,1 1-4 16,-1-1-6-16,1 0-16 15,0 0-8-15,0 0-8 16,-1 0 0-16,1 0 18 15,0 1 7-15,0-4 10 16,0-2 1-16,0 0-9 16,6-23-2-16,-5 22 4 15,1 1 5-15,-2 0 9 16,0 1 3-16,0 0 5 16,0 2-2-16,3 3-6 15,-3-3-6-15,0 3-18 16,0 0-9-16,0 0-11 15,0 0-4-15,0 0-1 16,0 0-2-16,0 0 2 16,0 0 1-16,0 0 0 0,0 0 0 15,0 0-1-15,2 5 0 16,1 7-1-16,5 24 0 16,-6-20 0-16,-1 1 0 15,0 0 0-15,1 0-1 16,-2 1 1-16,2-1 0 15,-1-1-1-15,-1 0 0 16,0-2-6-16,-3-1-2 0,0-1-11 16,1-2-12-16,-2 0-39 15,0-1-5-15,1-1-33 16,-3 0-27-16</inkml:trace>
  <inkml:trace contextRef="#ctx0" brushRef="#br2" timeOffset="106066.98">7134 11946 417 0,'-1'0'227'0,"-1"-1"-47"0,-1-1-78 0,2 1-70 0,0 0-21 0,1 0-18 0,-1-2-1 0,1-3 6 16,0 1 3-16,-1-1 8 16,0-20 2-16,0 22 0 15,1 1-1-15,0 1-7 16,0 2-3-16,0-1-1 15,0 0 0-15,0 0-1 16,0 0 2-16,0 0 0 16,0 0 1-16,0 1 1 15,0-1 3-15,0 0 4 16,0 0 1-16,0 0 0 16,0 0 0-16,0 0-5 15,0 1 0-15,0-1-2 16,0 0-1-16,0 0 5 15,0 0 7-15,0 0 20 0,0 0 11 16,0 1 14 0,-1 0 2-16,0 0-10 0,1 0-8 15,-1 0-11-15,0 0-3 16,-3 4-6-16,2 2-2 16,-6 2-7-16,-21 22-4 15,22-21-7-15,-3 1-1 16,2 0-2-16,1-1 0 0,1 0-2 15,0-2-6-15,1-1-34 16,3 1-30-16,-1 0-105 16,3 2-97-16</inkml:trace>
  <inkml:trace contextRef="#ctx0" brushRef="#br2" timeOffset="106765.959">7086 12242 814 0,'0'-3'299'0,"-3"-3"-235"0,1 1-47 0,2-1-28 0,0 1-10 0,0 0 0 0,0 4 1 0,0-1 13 0,0 1 7 0,-1 1 0 16,0 0 2-16,0 0 14 16,0 0 8-16,0 0 12 15,1 0 4-15,-1 0-11 16,1 0-8-16,-1 0-11 15,0 0-3-15,0-1-1 16,0 0-1-16,0 0-1 16,0 1 0-16,1-1-4 15,0 0-2-15,0 0-1 16,0 0-2-16,0 0 1 16,0 0 0-16,0 1 1 15,4 0 0-15,4 0 2 0,24 2 0 16,-19-3 1-16,0-1 0 15,0-2 0 1,1 0 0-16,0 0 0 0,1-1 0 16,0 3 0-16,-1 2 0 15,-3 3-2-15,0 0 0 0,-1 0-9 16,-3 1-7-16,-1-1-24 16,-2 1-16-16,-4 0-53 15,1 0-58-15</inkml:trace>
  <inkml:trace contextRef="#ctx0" brushRef="#br2" timeOffset="107266.87">7374 12022 617 0,'0'0'259'0,"1"-2"-125"0,-1-1-109 0,0 2-10 0,0 0-9 0,0 0-2 0,0 1 7 0,0 0 8 0,0 0 8 15,0 0 1-15,0 0-9 16,0 0-8-16,7 7-8 15,24 24-2-15,-19-19-1 16,0-3 0-16,1 2 0 16,0-1 1-16,-1-1-1 15,0 4 0-15,-1-3-4 16,0 1-10-16,-2 0-27 16,1 0-21-16,-3-3-53 15,-1 1-28-15,1-2-99 16</inkml:trace>
  <inkml:trace contextRef="#ctx0" brushRef="#br2" timeOffset="107798.54">7537 11982 441 0,'-1'0'214'0,"-3"-3"-72"0,1-1-78 0,-2 1-50 0,2-2-6 0,1 1-6 0,-1 0 11 0,0 1 34 16,0-1 15-16,0 1 20 16,0 1-7-16,2 0-31 15,1 1-15-15,-1 1-24 16,0 0-5-16,0 0-5 15,0 0-1-15,0 0 2 0,0 1 3 16,-1 10 1 0,-6 27 0-16,3-19 1 0,-1 1 1 15,-1 2-1-15,-3 0 1 16,3 1 0-16,-3-1 1 16,1-2-1-16,-1-1 0 15,1-4-2-15,2 1 0 16,2-4-29-16,0-1-23 0,3-2-77 15,2-2-71-15</inkml:trace>
  <inkml:trace contextRef="#ctx0" brushRef="#br2" timeOffset="108516.29">7709 12086 675 0,'0'0'284'0,"-2"-2"-166"0,1 2-46 0,0 0-44 0,0-1-12 0,1 0-9 0,0 0 0 0,-1 1-1 16,0 0-1-16,0 0-5 16,1 0 0-16,0 0-4 15,0 0 0-15,0 0-1 16,0 0 0-16,0 0 1 16,0 0-1-16,1 1 1 15,11 6 2-15,28 7 0 16,-18-14 2-16,2 0 0 15,0-3 0-15,1-1 0 0,-1-1 0 16,-3 0 0-16,0 1 0 16,-5 0 0-16,2 2 1 15,-9-2 0-15,1 2 0 16,-8-1-1-16,-1 2 0 16,-1 0-4-16,-1 1-11 15,1 0-62-15,-1 0-48 0</inkml:trace>
  <inkml:trace contextRef="#ctx0" brushRef="#br2" timeOffset="109132.709">8102 11981 659 0,'0'-1'281'0,"0"1"-137"0,0-3-113 0,0 2-13 0,-1 0-4 0,0 1 12 0,0-1 28 15,1 0 9-15,-1 0 0 16,0 1-12-16,1 0-28 15,-1 0-10-15,-2 11-9 16,-5 25-3-16,7-21-1 16,-1 3 0-16,-2 1 0 15,4 0 0-15,-3 0 0 16,3-1-1-16,0-2-3 0,-3 0-9 16,3-1-30-16,0-2-21 15,-1 1-64 1,1-2-39-16</inkml:trace>
  <inkml:trace contextRef="#ctx0" brushRef="#br2" timeOffset="109632.56">8269 12008 883 0,'0'0'336'16,"0"2"-226"-16,1-2-182 15,-1 0-46-15,0 0-31 16,0 0 18-16,0 0 76 15,0 4 63-15,0 0 74 16,0 2 10-16,1 2-13 16,9 20-22-16,-2-19-41 0,2 0-11 15,-1-1-8-15,0 2-2 16,2-1 0-16,1 0 1 16,1 1 3-16,1 1 1 15,-1 2 0-15,-2-3 1 16,-4 0-3-16,2-1-7 15,-2 1-6-15,-1 2 0 0,-3-4 2 16,-3 3 8-16,-5-4 8 16,0 3 6-16,-4 0 5 15,-3-1 0-15,0 1-4 16,-2-3-8-16,-1 1-19 16,0-2-27-16,0-2-71 15,-5 0-54-15</inkml:trace>
  <inkml:trace contextRef="#ctx0" brushRef="#br2" timeOffset="109966.26">8216 12016 833 0,'0'-3'372'0,"-1"0"-118"0,2 0-232 0,-1 3-27 0,0-1-15 0,0 0 0 0,0 0 5 0,3-2 7 16,3 2 22-16,0-5 7 15,23-21 14-15,-18 21 0 0,3 0-9 16,1-3-8-16,5 1-14 15,-5 0-3-15,3 0-2 16,1 1-9 0,-6 2-44-16,3 0-34 0,-1 5-104 15,-2 0-120-15</inkml:trace>
  <inkml:trace contextRef="#ctx0" brushRef="#br2" timeOffset="110448.93">8619 12058 1076 0,'0'0'375'0,"0"0"-337"0,1-4-39 0,-1 3-18 0,0 0-1 0,0 1 4 0,0-1 7 0,3-3 10 15,3 1 5-15,21-13 1 16,-20 16 0-16,1 1-4 16,3 1-3-16,5 2 0 15,-5-1-3-15,6 1 1 16,-3 0 1-16,-3 1-16 15,6 2-12-15,-5-2-36 16,1-1-28-16,-1 1-90 16,-5-5-94-16</inkml:trace>
  <inkml:trace contextRef="#ctx0" brushRef="#br2" timeOffset="110919.65">8732 11947 563 0,'-1'0'224'0,"0"0"-153"16,-2 0-34-16,2-1-8 16,1 0 21-16,0 0 48 15,0 0 20-15,0 1 10 16,-1 0-6-16,0 0-11 16,0-1-8-16,1 0-24 15,-1 0-15-15,1 0-37 16,0 0-11-16,0 0-11 15,0 1-2-15,-1-1-3 16,1 0-3-16,0 0-1 16,0 0 0-16,0 1 0 15,0 0 1-15,2 4 1 16,2 7 1-16,9 22 1 16,-13-21-1-16,1 2 1 0,1 1-1 15,-2 0 0-15,2 0 0 16,-3 0-14-1,1 2-15-15,0 1-50 0,-1-1-34 16,4 5-143-16</inkml:trace>
  <inkml:trace contextRef="#ctx0" brushRef="#br2" timeOffset="111781.09">9004 11973 916 0,'0'-5'349'0,"0"-5"-222"0,1 1-132 16,-1-2-15-16,-1 1-7 0,0 2 1 0,1 3 35 0,-2 0 21 15,0 3 17-15,0 3 0 16,1-1-23-16,0 0-12 16,0 0-14-16,-3 11-4 15,-7 28-6-15,8-22-1 0,1 1-1 16,0 1 2-16,2-2 7 16,0 3 1-16,0-3-7 15,0 0-5-15,5 3-7 16,-1-2-1-16,2-1 5 15,-1-2 5-15,1-4 6 16,1-2 2-16,4-2 1 16,-3-3 0-16,0-1-9 15,-2-3-3-15,0-1-6 16,4 0-2-16,-1-4 7 16,0 1 4-16,0-1 7 15,-2-2 5-15,-1-3 6 16,4 1 9-16,-5-3 20 15,3 0 4-15,-2 1 10 16,-3-2-2-16,3-3-19 16,0 2-4-16,-3-4 0 0,-2 0 7 15,-1 2 21-15,-2-3 6 16,0 4-4-16,0 2-7 16,-2 1-14-16,0 2-5 15,0 1-4-15,1 0-1 16,0 3-4-16,-1-2-2 0,3 2-3 15,-4 1-1 1,4-1-3-16,-4 5 1 0,-3-3-2 16,4 2-1-16,-5-2-5 15,2 1-5-15,-3 1-16 16,-3-1-11-16,0 2-33 16,-1 1-17-16,-1 0-45 15,2 3-23-15,-2 2-72 16,3 2-78-16</inkml:trace>
  <inkml:trace contextRef="#ctx0" brushRef="#br2" timeOffset="112314.56">9279 11979 816 0,'0'-1'320'0,"0"-2"-195"0,0 0-180 0,0 2-33 0,0 0-5 0,0 0 16 0,0 1 90 15,0-1 49-15,0 0 30 16,2 0 6-16,6 0-41 16,1 1-22-16,23 4-26 15,-20 2-6-15,1 0-2 16,0 0-1-16,-1 1 1 16,0 4-1-16,2-3 1 15,0 4 0-15,-1 0-1 16,-2-6 0-16,-2 3-6 15,-1-1-10-15,0-2-32 0,-1 4-21 16,-4-3-70-16,1 3-43 16</inkml:trace>
  <inkml:trace contextRef="#ctx0" brushRef="#br2" timeOffset="112665.51">9406 11942 887 0,'-1'-2'390'15,"-1"-1"-146"-15,1 1-222 16,0 1-29-16,0 0-12 15,1 0-1-15,-1 0 29 16,0 0 18-16,0 1 16 16,0-1 0-16,0 0-16 15,0 1-13-15,1 0-13 16,-7 10-1-16,-23 29-1 16,23-20 0-16,0 2 1 15,-2-4-1-15,2 1-13 0,1 0-8 16,2-2-24-16,2 2-22 15,1-3-60-15,1-1-56 16</inkml:trace>
  <inkml:trace contextRef="#ctx0" brushRef="#br2" timeOffset="113031.61">9598 11916 1072 0,'0'-1'410'16,"0"0"-267"-16,0 0-170 15,0 0-25-15,0 0-8 16,0 1 9-16,0-1 51 16,0 0 31-16,0 1 22 15,0 0 3-15,-1 0-26 0,0 2-13 16,0 13-16 0,-2 22-1-16,3-20-4 0,0 3 1 15,0 0-8-15,0 1-8 16,3 2-42-16,1 2-44 15,2-2-235-15</inkml:trace>
  <inkml:trace contextRef="#ctx0" brushRef="#br2" timeOffset="113648.42">9771 12020 850 0,'0'-4'388'0,"0"-5"-166"16,-2-1-151-16,1-2-112 15,-2-2-13-15,3 5 0 16,-1 2 20-16,-1 4 68 15,2 3 26-15,0-1 14 16,-1 0-5-16,0 0-38 16,0 1-16-16,0 0-15 15,1 0-2-15,-2 6-5 16,-1 4-2-16,-5 24 0 0,8-18 1 16,0-2-2-1,0 3-3-15,1-1-11 0,1-1-11 16,3 2-24-16,0-2-7 15,1-3-9-15,1 0 4 16,-1-5 21-16,2-2 11 16,1-3 17-16,1-2 9 0,-3-2 11 15,-2-3 4-15,2-5 29 16,-1 0 12-16,0-5 24 16,0 0 4-16,-1 1-12 15,-5-2-4-15,2 1-7 16,-2-1 2-16,0 2 6 15,0 2 1-15,-2 2-8 16,1 2-7-16,-1-2-12 16,-3 1-9-16,3 3-11 15,-3-1-6-15,1 3-11 16,0 0-7-16,-2 2-17 16,-1 1-10-16,-3 1-26 15,0 5-19-15,-4-2-67 16,-1 3-83-16</inkml:trace>
  <inkml:trace contextRef="#ctx0" brushRef="#br2" timeOffset="116915.82">10036 12015 362 0,'1'0'164'0,"0"0"-70"0,-1 4-62 0,0-5-32 0,0 1-3 0,0 0 41 16,0 0 31-16,0 0 52 16,0 0 17-16,0 0-17 15,0 0-25-15,0 0-48 16,0-1-16-16,0 0-21 15,0 0-4-15,0 0-3 16,7-2-1-16,4-2 2 16,23-11 0-16,-18 10-1 15,0 2-2-15,2-1-2 16,0-1 0-16,1 0-2 16,0 1-3-16,-3-1-19 15,-1 0-15-15,-2 2-16 0,-2-1-5 16,-1 0-9-16,-2 2-11 15,-2 0-64-15,-1 1-63 16</inkml:trace>
  <inkml:trace contextRef="#ctx0" brushRef="#br2" timeOffset="117315.03">10138 11847 510 0,'1'0'236'0,"1"-1"-89"0,-2 0-105 0,0 1-21 0,0 0 8 0,0 0 17 0,0 0 36 16,-1 0 12-16,1 0-2 15,0 0-13-15,0 0-26 16,-1 1-11-16,0 7-18 16,1 0-6-16,-2 27-11 0,2-22-4 15,-1 4-1 1,-1 3-1-16,2 0-1 0,1 4-1 15,-1-2-8-15,0-2-13 16,2 3-44-16,-3-4-34 16,5 2-113-16</inkml:trace>
  <inkml:trace contextRef="#ctx0" brushRef="#br2" timeOffset="118163.82">10486 11866 905 0,'0'-3'328'0,"0"-1"-269"0,0-1-58 0,0 5-32 0,0-1-4 0,0 0 12 0,0 0 17 16,-1 0 34-16,0 0 11 0,0 0 2 16,0 0-5-16,0 1-17 15,0-1-9-15,1 1-9 16,-1 0-3-16,0 0-3 16,-5 10 0-16,-13 28 1 15,14-21 2-15,1 2 1 16,-1-1 1-16,1-1-6 15,2-1-7-15,-2 1-21 16,2-1-5-16,1-3 3 16,0-1 3-16,1-3 13 15,4 0 3-15,2-3-25 16,0 1-18-16,1-2-21 16,-1-3-1-16,3-1 22 15,0-2 22-15,-1-2 31 16,3 1 7-16,-2-4 14 15,2-1 4-15,1 0 4 16,-4-4 5-16,1 1 8 16,-3 0 4-16,0-4 7 0,2 1-4 15,-5-1-6-15,2 0 1 16,-3 0 6-16,-2-1 2 16,0 4 11-16,1-2 1 15,-1 0-5-15,1 4-7 16,-1-1-15-16,-3 2-10 0,0 1-8 15,0 1 2-15,1 0 8 16,2 1 3-16,-6 1-4 16,2-1-2-16,-1 1-8 15,-2 2-4-15,1-1-3 16,-1 2-2-16,0 0-2 16,2 1-6-16,2 0-20 15,-2 2-11-15,5 1-20 16,-1-3-8-16,0 0-25 15,0 0-33-15,0 0-138 16</inkml:trace>
  <inkml:trace contextRef="#ctx0" brushRef="#br2" timeOffset="118582.31">10693 11907 789 0,'0'-2'307'0,"1"0"-211"0,1-3-64 0,-2 5-32 0,0-1-2 0,0 0 1 0,0 0 9 0,0 0 26 15,4 1 7-15,2 0 6 16,2 0-8-16,21 4-22 16,-17 0-8-16,1 2-6 15,2 2-2-15,3 1 0 16,-1 2 0-16,-1-3-1 15,-1 2 1-15,0-3-1 16,0 1-3-16,-2-1-25 16,-2 1-22-16,-5 2-62 15,1-3-35-15,-2-1-87 16</inkml:trace>
  <inkml:trace contextRef="#ctx0" brushRef="#br2" timeOffset="118980.25">10878 11885 881 0,'-3'-5'359'0,"-2"-6"-223"16,4 0-88-16,-3-1-69 15,2-1-12-15,2 4 3 16,-3 1 12-16,3 4 40 16,0 2 11-16,-1 2 2 15,0 0-6-15,0 0-20 16,1 0-5-16,-1 0-4 16,0 0 0-16,-5 13 0 15,-12 24-1-15,8-18 1 16,3 0 0-16,-1-1 0 15,2 1 0-15,-1-1 0 16,1 0 0-16,-3 0-11 16,2 0-9-16,2-3-26 15,0 0-21-15,2 0-54 16,0-1-35-16,1 0-126 16</inkml:trace>
  <inkml:trace contextRef="#ctx0" brushRef="#br2" timeOffset="119347.16">11064 11834 1165 0,'-1'0'410'0,"1"-4"-394"16,1 1-99-16,-1 2-97 0,0 0 6 0,0 0 98 0,0 0 78 0,0 0 151 16,0 1 19-16,0-1-31 15,0 0-47-15,0 0-69 16,0 0-23-16,0 0-22 15,-1 1-5-15,0 0-7 16,-1 11 3-16,-5 29 13 16,4-21 4-16,3 4-18 15,0 0-21-15,-1 3-96 16,1-3-101-16</inkml:trace>
  <inkml:trace contextRef="#ctx0" brushRef="#br2" timeOffset="120018.4">11203 11872 494 0,'0'-1'235'0,"1"-1"-86"15,0 1-101-15,-1 0-76 16,-1 0-10-16,0 1 3 16,0 0 13-16,1 0 38 15,-1 0 14-15,0 0 5 16,-1 6-7-16,0 5-17 15,-1 23-6-15,1-20-6 16,0 2 0-16,2-3 1 16,-1 0 0-16,2-1 3 0,2-2-1 15,1 2-1 1,1-2-1-16,-1-2-10 0,5 0-7 16,-2-3-4-16,3 1-1 15,1-2 13-15,-3-4 7 16,1 0 6-16,-1-3 1 15,1-3 3-15,1-2 4 0,2-1 22 16,0 0 17-16,-5-1 30 16,0-2 10-16,-5 0 12 15,-2-2-3-15,1 4-9 16,-1-2-7-16,0 1-21 16,-2 2-11-16,0-3-21 15,1 5-5-15,-3-1-7 16,2 2 0-16,-4 1-4 15,0 2-3-15,0 1-6 16,-2 0-3-16,3 3-3 16,-4-2-1-16,0 1 1 15,5 1 0-15,-4-1 0 16,-1 1 0-16,-1 0-2 16,-3 2-5-16,2 0-16 15,0 2-16-15,-1 1-57 16,-1 0-45-16,-5 1-221 15</inkml:trace>
  <inkml:trace contextRef="#ctx0" brushRef="#br2" timeOffset="121480.9">6798 12620 524 0,'-1'0'218'15,"-1"0"-100"-15,1 0-108 0,1 0-4 0,-1-1 9 0,1 1 15 0,-1-1 50 0,0 0 17 16,0 0 15-16,0 1-7 16,0 0-37-16,1-1-17 0,-1 0-20 15,0 1-7-15,0-1-11 16,0 0-4-16,0 0-8 15,0 1-1-15,0 0-3 16,1 0-1-16,-1 0-1 16,0 0-1-16,0 0 1 15,0 0 0-15,1 0 1 16,0 0 0-16,0 0 3 16,0 0 0-16,12 3 0 15,25 3 1-15,-19-5 0 16,-1-1 0-16,-2 0-1 15,-1-1 0-15,-3 1 1 16,0 0 0-16,-1 1 0 16,-3 0 0-16,0 1-6 15,-1 0-5-15,-1-1-25 16,1 1-26-16,-2 0-103 0,0 0-100 16</inkml:trace>
  <inkml:trace contextRef="#ctx0" brushRef="#br2" timeOffset="121897.18">6881 12731 557 0,'-3'-1'228'0,"3"2"-106"0,0 1-118 0,0-2-6 0,0 0 6 0,0 0 16 0,-1 0 45 16,1 0 14-16,0 0 18 15,0 0-9-15,0 0-40 16,0 0-14-16,0 0-19 0,0-1-4 16,1 0 1-16,8-1 1 15,24-6-3-15,-18 0-1 16,0-1-5-16,5 2-3 16,4-1-1-16,0 0-9 15,1 3-36-15,-3 0-31 16,-1 2-119-16</inkml:trace>
  <inkml:trace contextRef="#ctx0" brushRef="#br2" timeOffset="122579.9">7496 12598 553 0,'-2'0'237'15,"1"0"-109"-15,1-1-103 0,-1 1-18 0,1-1-7 0,-1 0-2 0,0 1 26 0,1 0 21 0,0 0 30 16,-1 0 6-16,0 0-20 16,0 0-18-16,0 0-29 15,0 0-7-15,0 0-5 16,1 0 2-16,0 0 5 15,0 0 1-15,0 0 0 16,0 0-2-16,0 0-5 16,0 0 2-16,7 0 3 15,8 1 0-15,26 0 1 16,-21-3-3-16,2-3-3 16,-1 0 0-16,0-1-2 15,-2-1 1-15,-5 0 0 16,-1 0 0-16,-2 3 0 0,-2 0 1 15,-1 0-2-15,0 3 0 16,-5-1-2-16,3 3-3 16,2 3-49-16,-3-2-64 15</inkml:trace>
  <inkml:trace contextRef="#ctx0" brushRef="#br2" timeOffset="123219.989">7943 12432 841 0,'-2'0'319'0,"2"0"-233"0,0 0-59 0,-1-1-35 0,0 0-3 0,0 0 3 0,1 0 8 0,-1 1 38 0,0-1 14 16,0 0 10-16,0 0-5 15,0 0-30-15,0 0-13 16,0 0-11-16,1 1-1 16,-1-1 2-16,0 0 0 0,0 0-1 15,0 0-2-15,0 0-2 16,0 0-3-16,1 1 1 15,-1-1 0-15,0 1 3 16,0 0-1-16,0 0 1 16,-3 7-1-16,-1 5 0 15,-8 22 1-15,12-17-1 16,-2 2 1-16,1 1 0 16,-3 2 1-16,1-2-1 15,0 1 1-15,-1-2-1 16,3-2 0-16,0-1 0 15,-1-1 0-15,3-2-3 16,0-1-2-16,0-3-20 16,0 0-13-16,1-2-39 15,2-1-30-15,0 0-82 16,2-3-69-16</inkml:trace>
  <inkml:trace contextRef="#ctx0" brushRef="#br2" timeOffset="123846.45">8102 12473 502 0,'0'-3'273'0,"-1"0"-42"0,0-2-150 0,1 4-86 0,0 0-3 0,0 1 2 0,0-1 12 0,0 0 60 16,0 0 26-16,0 0 19 15,0 0-7-15,0 0-55 16,0 1-26-16,0 0-23 16,0 0-4-16,0 0-8 15,0 0-2-15,0 0 2 16,0 7 3-16,2 5 4 0,9 21 2 16,-5-21-7-16,1-2-2 15,0-1-3-15,0 0 0 16,1-1 4-16,4 1 2 15,2 0-1-15,1-1-2 16,1-2-6-16,-2-2-4 16,-2 1-1-16,0-2 1 0,-4 0 9 15,1 1 5 1,-3-1 5-16,-2 2 3 0,2-1 2 16,-4 1 0-16,-1 2-1 15,-2 0 1-15,-5 3-1 16,1-1 1-16,-2 3 0 15,-1 0-1-15,0 0 0 16,-3 0 1-16,-3-2 1 16,1-1-4-16,0 2-23 15,-4-3-29-15,0-4-98 16,0 4-81-16</inkml:trace>
  <inkml:trace contextRef="#ctx0" brushRef="#br2" timeOffset="124279.53">8082 12460 683 0,'0'0'280'0,"1"-3"-166"0,0 0-89 15,-1 3-34-15,0-1 0 0,0 0 27 0,0 0 20 0,0 0 27 0,0-1 5 0,2-3-15 16,-1 2-17-16,2-2-27 15,-1 2-6-15,9-4 4 16,22-9 1-16,-18 14 1 16,0-1 0-16,3 2-6 15,0-1-2-15,0 2-2 16,1 2 0-16,-6 0 0 16,4 2 0-16,-6-1 0 15,-2 2 0-15,1-4-1 16,-5 3-1-16,-1 0-19 15,-1 2-22-15,0 1-152 0</inkml:trace>
  <inkml:trace contextRef="#ctx0" brushRef="#br3" timeOffset="162008.4">6233 12912 90 0,'-1'-3'42'0,"0"-2"-17"0,0 1-15 0,3 2 4 0,-1 0 33 0,-2 1 26 0,1 1 36 15,0-1 8-15,0 1-9 16,-1 0-14-16,0 0-21 16,0 0-10-16,0 0-22 15,0 0-13-15,0 0-14 16,0 0-1-16,1 0 5 15,-1 0 2-15,0 0-4 16,0 0-5-16,0 0-10 16,0 0-2-16,1 0-2 15,0 0 1-15,0 0 1 0,0 0 1 16,8 2 0-16,24 10 0 16,-22-12 1-1,3 0 0-15,-1-3 0 0,0-1 1 16,2 4-2-16,-1-3 0 15,0 2 0-15,0 1 0 16,-1 3 0-16,1 0 0 0,-1 4 0 16,-1 0-1-16,-1 3 1 15,1-2 0-15,-2 1 0 16,-1-1 0-16,1 1 0 16,-4 0 1-16,0-2 0 15,-3-1 1-15,-1-1 0 16,1 0 0-16,-2 1 1 15,0 1 2-15,-1 0 0 16,-3 0 0-16,3 2-1 16,-2-1 1-16,-3 1 0 15,0 2 0-15,-2-1 0 16,2-1 0-16,-1 1-1 16,0-1 0-16,0 1 1 15,0-2 3-15,2 0 16 16,0-1 3-16,0-4 0 15,1 2-3-15,1 0-16 16,0-2-5-16,0 3-3 0,0-3 0 16,2 0 0-16,-1 0 0 15,2 0 0-15,0-3-1 16,0 0 0-16,0 0 0 16,0 0-1-16,0 0 0 15,0 0-1-15,0 0 1 0,0 0 0 16,2 1 1-16,5 3 1 15,2-1 0-15,22 4 0 16,-23-8 0-16,5-5 0 16,-2 5 0-16,3-2 0 15,-2 1 0-15,1 2 0 16,1-1 0-16,1 0 0 16,0-1 0-16,-2-3 0 15,-2 0 1-15,-1 1-1 16,3 2 1-16,-2 2 0 15,-1 0 0-15,-1-2 0 16,-1 1 0-16,1 1 1 16,-2 0-1-16,-2 0 1 15,-1-1-1-15,-1-1 0 16,0 2 1-16,1 2-1 16,-1 2 0-16,-1-3 0 15,-1-2-1-15,-1 1 2 16,0-1-1-16,0 1 3 15,0 0 11-15,0 0 15 0,0 0 6 16,-1 0 11-16,0 0-7 16,0-1-11-16,1 0-3 15,-1 0-9-15,0 0-3 16,0 0-1-16,-1-3-2 16,0-4-3-16,-9-25 0 0,10 22-5 15,-1 3-2-15,0-2-1 16,0 1 1-16,1 1-1 15,1-1 1-15,-1 1-1 16,1 3 1-16,-2-2-1 16,1 1 0-16,0 1-2 15,1 1-2-15,1 2-1 16,-1-2-3-16,0 4-19 16,0-1-14-16,0 0-46 15,0 0-29-15,0 1-102 16</inkml:trace>
  <inkml:trace contextRef="#ctx0" brushRef="#br3" timeOffset="162545.77">7012 13030 747 0,'-1'-1'293'0,"-4"-1"-198"0,3 1-55 0,1 1-35 0,0 0-11 0,0 0-8 0,1 0 0 0,-1 0 5 16,1 0 5-16,0 0 4 15,0 0 3-15,0 0 0 16,0 0 2-16,0 0-1 16,0 0-1-16,0 0 2 15,5 0 0-15,5 0 0 16,23-3 0-16,-21-3-2 16,0 2 1-16,1-1-1 15,-1-1-1-15,-1 1-1 0,1-1-1 16,0 1-5-16,-3 3-10 15,1 1-41-15,-3 0-32 16,-2 1-104-16</inkml:trace>
  <inkml:trace contextRef="#ctx0" brushRef="#br3" timeOffset="162842.5">7048 13144 827 0,'-1'-1'366'15,"1"-3"-142"-15,3-4-188 16,4-5-28-16,5 0-26 15,3-3-5-15,2 4 3 16,2 1 3-16,2 0 13 16,3 3 3-16,0 0-8 15,0 0-20-15,1 1-102 0,-3-2-160 16</inkml:trace>
  <inkml:trace contextRef="#ctx0" brushRef="#br3" timeOffset="166357.31">5919 10833 183 0,'0'0'91'0,"-1"0"-29"0,-1-1-32 0,1 0-25 0,0 1-3 0,1-1 0 0,-1 0-1 0,0 0 27 15,1 0 19-15,-1 0 26 16,0 0 8-16,0 1-22 16,0-1-18-16,0 0-28 15,0 0-6-15,1 0-6 16,-1 0-1-16,0 0-2 16,0 1-1-16,0-1 1 15,-1 0 2-15,-1-2 2 16,2 2 6-16,0 0 12 15,-1 0 6-15,0 0 0 16,1 0-2-16,-1 0-13 16,1 0-6-16,1 0-3 15,-2 1 0-15,1-1 4 0,-1-1 8 16,0-1 18-16,2 2 5 16,-4-2 6-16,2 2-6 15,-2-1-15-15,1 0-6 16,-3-1-10-16,-19-7-1 15,22 11 1-15,-2 0 3 16,0-1 7-16,-3 2 1 16,3 1-1-16,0-2-3 0,-4 3-7 15,5-2-2-15,-6 1-3 16,-1 2-1-16,4 4 0 16,-7-1 0-16,2 0 0 15,0 1 0-15,-3-2 0 16,2 0 0-16,-3 0 0 15,-1 1 1-15,2 0-1 16,-3 2 1-16,2-4 0 16,1 2-1-16,-1-3 1 15,1 2 0-15,1 2-1 16,-1-1 0-16,1 2 0 16,-3-2-1-16,1 2 1 15,2-3 0-15,-1 4 0 16,4 1 0-16,-2 2 0 15,-2 0 0-15,-4-1 0 16,0 0 0-16,-2 0 0 16,0 2 0-16,0 2 0 0,-4-2 1 15,1 4-1-15,1 2 0 16,-1 0 1-16,2 0 0 16,-1 1 0-16,1-2 0 15,3 3 0-15,0 0 0 16,0-4-1-16,2 0 0 0,-1-3 1 15,4-1-1 1,0 1 1-16,-4 1 0 0,1-1-1 16,-1 0 0-16,-1 2 0 15,3-1 1-15,-3-1-1 16,3 2 0-16,0 1 0 16,-1 1 0-16,2 4 1 15,-1-1 0-15,4 1 0 16,-1 0 0-16,3-5 2 15,0 4-1-15,0-1 1 16,-1-3 0-16,4 2-2 16,0-5-1-16,1 2 1 15,-2 0-1-15,-1 0 0 16,2 2 1-16,-2-2 0 16,4 4 0-16,-2 0 0 15,0 0-1-15,1 3 1 16,0 1-1-16,0-2 0 15,0 0 2-15,-2-4-1 16,-1-2 0-16,-1 3 0 16,1-5-1-16,3 2 1 0,-1 0 0 15,3-3-1-15,-1 5 0 16,-2-1 0-16,1 2 0 16,-1-1 0-16,0-1 1 15,1 1-1-15,1-1 0 16,1 1 1-16,1 2-1 0,3-2 0 15,-1 0 0-15,2-1 0 16,0 0-1-16,4-3 0 16,1 3-1-16,1-2 1 15,-1-1 0-15,2 1 0 16,0-3 1-16,2 3 0 16,0-3 0-16,0 3-1 15,3-3 1-15,-5-1 0 16,2 1-1-16,1-1 1 15,-4-1 0-15,2 1-1 16,2-2 1-16,1 1-1 16,1 0 0-16,2 1 1 15,1 1-1-15,-2-1 1 16,3 0 0-16,-1-1 0 16,-1 0 0-16,4 3-1 15,-2-2 1-15,-4 1-1 16,1 0 0-16,-3-4 0 15,-2 3 1-15,1-6 1 16,-1 2 0-16,2-3-1 0,0 0 0 16,0-1 0-16,5-1-1 15,-3 1 0-15,2-3 0 16,2 2 0-16,-3-2 1 16,1 2 0-16,-2 0 0 15,-2 1 0-15,0-2 1 0,4 0 0 16,-1 1 1-16,1-1 1 15,0 3 0-15,0-5 2 16,0 0 1-16,1 1-1 16,1-2 1-16,1 0-2 15,0 0 1-15,1 1 0 16,-1 0 0-16,1 2 1 16,-1-1 0-16,2 0 0 15,-4 0-1-15,0 0 0 16,1 1-1-16,-4-1-1 15,3 1 0-15,-2 2 0 16,-2-2 2-16,3 2 1 16,-2-2 0-16,1-1 1 15,2 0-1-15,-4-1 1 16,2 0 3-16,1 1 2 16,0 0 1-16,0-1-3 15,1 2-2-15,-2-2-5 0,1-1-2 16,-1 0 1-16,1 1-1 15,2-1 0-15,-3 1 1 16,2 1 0-16,-1-2 0 16,-1 1 0-16,-1 2 0 15,-3-2-1-15,-3 2 0 16,1-1 0-16,-1-1 0 0,2 1 1 16,1 0-1-16,-2 1-1 15,0-1 0-15,-2 1-1 16,1 2-1-16,-2 0 0 15,2 1 0-15,-1 2-3 16,0-3-6-16,2-1-19 16,-2 3-12-16,2-1-41 15,-1 2-30-15,0-1-54 16,1 0-44-16</inkml:trace>
  <inkml:trace contextRef="#ctx0" brushRef="#br3" timeOffset="167224.06">5911 12860 649 0,'-1'-2'270'16,"-1"2"-152"-16,0-3-60 0,2 2-32 0,0 0-9 0,-1 0-7 0,0-1 5 0,0-1 17 0,0 0 12 0,0 3 14 15,0-1-3-15,1 0-17 16,-1 0-11-16,0 0-19 16,1 0-4-16,0 0-4 15,0 0-1-15,0 1-2 16,0-1-1-16,0 0 2 15,0 0 1-15,0 1 0 16,0 0 1-16,8 0 0 16,1 2 0-16,25 8 0 15,-21 1-2-15,1 1 1 0,1-1 1 16,1 3 0 0,-2-1 0-16,2 1-1 0,0 1 1 15,-3-1-1-15,-2-3-1 16,-2 0 2-16,2-1-1 15,-4-1 1-15,2 2 0 16,-3-4 0-16,-1-1 0 0,1-2 0 16,0-1-4-16,-2 0-9 15,-1-2-4-15,1-1-2 16,-4 1 2-16,0-1 8 16,0 0 4-16,0 0 4 15,0 0 1-15,0 0-9 16,0 0-1-16,0 0-9 15,0 0-5-15,-1 0 1 16,0 0 0-16,0 0 8 16,-1 2 5-16,0 5 8 15,-28 24 2-15,17-18 0 16,1 1 1-16,-3 4 0 16,-2 1 1-16,2 0 1 15,-1-2 1-15,3-1 4 16,3 0 0-16,0-6 0 15,2 2-2-15,1-5-3 16,1-1-2-16,4 0-1 16,0-3 0-16,2-1-4 15,0 0-8-15,-1-2-39 0,1-1-28 16,0 1-85-16</inkml:trace>
  <inkml:trace contextRef="#ctx0" brushRef="#br3" timeOffset="169558.12">7718 12749 160 0,'0'-1'98'0,"0"2"-3"0,0-2-58 0,-1 1-44 0,0 0-5 0,1 0 2 15,0 0 14-15,-1 0 62 16,0 0 22-16,1 0 23 16,-1 0-8-16,0 0-46 15,1 0-20-15,0 0-26 16,-1 0-6-16,0 0-3 0,0 0 1 16,1 0 0-16,0 0 3 15,-1 0 10-15,1 0 7 16,-1 0 12-16,0 0 0 15,0 0-6-15,0 0-6 16,0 0-8-16,0 0 0 0,0 0 4 16,1 0 4-16,-1 0 10 15,0 0 2-15,0 1-1 16,-1 3-3-16,1-1-7 16,-1 2-4-16,0 0-7 15,0 0-2-15,0 4-4 16,-3 23-2-16,5-14-2 15,3 2-2-15,-3 3 0 16,0 3 0-16,-2 2 0 16,1 0 0-16,1 1 0 15,-1-2 2-15,0-2 0 16,-3-3 1-16,0-5 1 16,2 1-1-16,-1-6-2 15,2-5-2-15,0-1-1 16,0-2-9-16,0-2-33 15,1-1-21-15,0-1-53 16,0 0-43-16</inkml:trace>
  <inkml:trace contextRef="#ctx0" brushRef="#br3" timeOffset="170111.949">7909 12880 894 0,'0'0'317'0,"-2"-1"-268"0,1-1-44 0,1 2-18 0,0 0-5 0,0 0 1 0,0 0 3 16,0 0 11-1,0 0 3-15,0 0 2 0,0 0 0 16,3 5 0-16,-2 2-1 16,29 22-1-16,-20-21 0 15,3-1 0-15,0 0 0 0,0-1 0 16,2 0 0-16,0-1 0 15,0 0 0-15,4 1-1 16,2-1-1-16,-1 1-25 16,2 2-13-16,-2-2-37 15,-1 2-17-15,-3 1-8 16,-1-2-9-16,-3 2-25 16,-1-3-28-16</inkml:trace>
  <inkml:trace contextRef="#ctx0" brushRef="#br3" timeOffset="170574.76">8121 12860 454 0,'-3'-2'264'0,"0"0"0"16,0 0-203-16,2 1-38 16,0 0-21-16,1 0-2 0,-1 0 0 15,0 1 2-15,0-5 22 16,0 4 15-16,0-2 21 15,0 1 6-15,1 1-10 16,-1 0-12-16,0 1-19 16,0-1-7-16,0 0-11 15,0 0-5-15,0 0-3 16,0 1-2-16,-2 4 2 16,-5 15-1-16,-6 26 2 15,14-22 0-15,-6 0 0 16,2 1 0-16,0-2-1 15,-3 1-7-15,3-2-19 16,2 1-14-16,-1-3-29 16,0-2-11-16,-1-2-47 15,0-2-35-15</inkml:trace>
  <inkml:trace contextRef="#ctx0" brushRef="#br3" timeOffset="171073.919">8366 12966 693 0,'-3'-1'299'0,"-2"-2"-153"0,3 1-87 0,2 1-65 0,-3-2-9 0,3 2-6 0,0 0 0 0,-1 0 18 16,1 0 12-16,0 1 29 16,0-1 12-16,0 0 12 15,0 0-7-15,0 0-24 0,0 0-14 16,8-5-16-16,23-14-3 15,-17 16-3-15,1 0-2 16,1 0-13-16,-1 3-9 0,2 1-43 16,-2 0-27-16,1 0-158 15</inkml:trace>
  <inkml:trace contextRef="#ctx0" brushRef="#br3" timeOffset="171474.33">8556 12797 608 0,'0'-4'337'0,"-2"-1"-50"16,0-1-178-16,2 0-113 0,3 3-16 15,-1-1-4 1,2 1 3-16,-1 2 15 0,-3-1 15 16,0 2 8-16,0 0-1 15,0 0-5-15,0 0-4 16,0 1-5-16,5 6-2 0,-2 5 0 15,26 18 0-15,-21-16-1 16,2 1 0 0,-3-2-1-16,1 3-2 0,0 1-13 15,-2-4-16-15,5 3-61 16,-2-1-48-16</inkml:trace>
  <inkml:trace contextRef="#ctx0" brushRef="#br3" timeOffset="171990.7">8777 12761 980 0,'-3'0'381'0,"1"0"-258"0,0 0-85 0,2 0-57 0,0 0-11 0,0 0-6 0,0 0 2 15,0 0 20-15,0 0 11 16,0 0 9-16,0 0 2 0,1 6-1 15,1 2-1-15,13 22-3 16,-7-23-2-16,2 1-1 16,0 0 0-16,2-1 0 15,2 1 0-15,1 0 0 16,1 0 0-16,-2 0-1 16,-3 1-1-16,-3 1-4 15,-2-1-3-15,-3 2-1 16,0-2 2-16,-3 0 3 15,-3 0 5-15,-3 1 1 16,-2-1-1-16,-3 2-5 16,1-3-5-16,-2-1-18 15,2-1-11-15,-1-2-37 16,1 0-24-16,0-1-57 16,1-1-49-16</inkml:trace>
  <inkml:trace contextRef="#ctx0" brushRef="#br3" timeOffset="172224.11">8804 12738 1111 0,'-1'-3'433'0,"-1"-3"-303"16,2-2-75-1,1-1-52-15,3 0-9 16,3-4-7-16,-1 1 1 0,1-1 5 16,2 0 2-16,1 1 5 15,3 3-14-15,1-1-55 16,1 2-52-16</inkml:trace>
  <inkml:trace contextRef="#ctx0" brushRef="#br3" timeOffset="172740.76">9135 12799 1095 0,'-2'-1'398'0,"0"-1"-346"0,2 2-86 0,0 0-80 0,0 0-9 0,0 0 27 0,0 0 31 0,0 0 89 15,0-1 23-15,9 1 15 16,20 0-3-16,-15-1-27 15,2 1-13-15,0-4-15 16,3 0-1-16,0-4-2 16,0 1 0-16,-2 1-1 15,0-1-2-15,1 4-15 16,-4-2-18-16,1 3-62 16,-2 2-55-16</inkml:trace>
  <inkml:trace contextRef="#ctx0" brushRef="#br3" timeOffset="173225.58">9238 12642 639 0,'-1'-2'294'15,"-1"0"-109"-15,1 0-138 16,1 1-22-16,0 0-23 15,0 0-2-15,0 1-1 16,0-1 0-16,0 0 2 16,0 0 3-16,0 0 6 15,0 0 3-15,0 1 2 0,0 0-1 16,0 0-6-16,1 6-2 16,2 11-4-16,5 23-1 15,-7-17 0-15,1 2 1 16,-1 1-1-16,1 2-1 15,-2-2 0-15,2 0 1 16,1-2-1-16,-1-3 0 16,-1-2 0-16,-2-1-7 15,1-4-25-15,-2-3-18 0,2-4-74 16,0-3-57-16</inkml:trace>
  <inkml:trace contextRef="#ctx0" brushRef="#br3" timeOffset="173690.15">9498 12594 1038 0,'-1'-1'381'0,"1"1"-304"0,-1-1-81 0,1 0-78 0,0 1-16 0,0 0 9 0,0 0 15 0,0 0 66 16,0 4 19-16,5 9 6 16,9 27 1-16,-7-18-11 15,0-2-5-15,0 2-3 16,-2-5-4-16,1 0-1 15,1-1-2-15,-3 1-17 16,2-3-15-16,-2-1-71 16,-1-1-61-16</inkml:trace>
  <inkml:trace contextRef="#ctx0" brushRef="#br3" timeOffset="174106.12">9657 12713 818 0,'0'-1'324'16,"2"0"-180"-16,1-1-144 15,-3 1-8-15,0 0-2 16,1 0 2-16,9-3 10 16,22-8 14-16,-24 12 23 15,3 1 4-15,4 5-7 16,-1-1-9-16,5 2-21 15,-1 0-4-15,-3-2-2 16,2 3 1-16,-1-4-1 16,-2 2-2-16,0 0-7 15,-1 0-12-15,-2 1-31 16,0 2-25-16,-3-2-91 16,-1 2-79-16</inkml:trace>
  <inkml:trace contextRef="#ctx0" brushRef="#br3" timeOffset="174510.449">9838 12649 898 0,'-2'-5'361'0,"1"-6"-225"16,-1-1-94-16,3 2-67 16,0 2-4-16,-1 1 4 15,-1 2 17-15,-2 2 45 16,2-1 11-16,-1 2 17 16,1 2-9-16,0 0-24 15,0 0-10-15,0 0-19 16,0 0-3-16,-1 8-1 15,-11 28 0-15,11-19 1 16,-1 0 0-16,0 3 0 16,0 1 0-16,-2-3 1 15,4 1-1-15,0 0 0 16,1-2-3-16,1 2-10 16,1-1-12-16,2-1-34 0,-5-1-27 15,2-1-89-15,2-1-56 16</inkml:trace>
  <inkml:trace contextRef="#ctx0" brushRef="#br3" timeOffset="174891.83">10086 12557 1120 0,'-1'0'435'0,"0"-1"-266"0,1 1-197 0,0-1-19 0,0 0-2 0,0 0 14 0,0 0 46 15,-1 0 18-15,0 1 11 16,0 0 0-16,0 0-17 16,-2 12-9-16,-5 24-11 15,5-22-3-15,3 1-1 16,0 3-2-16,1 1-4 0,2 2-7 16,0 2-28-1,0-2-31-15,2 3-111 0,-2 0-98 16</inkml:trace>
  <inkml:trace contextRef="#ctx0" brushRef="#br3" timeOffset="175506.15">10176 12688 984 0,'0'-1'361'0,"-3"-4"-290"16,3 0-71-16,0-1-46 16,0 0-3-16,0 1 16 15,2 3 25-15,-2 0 58 16,0 0 16-16,0 2 4 15,-1 0-15-15,1 0-34 16,0 0-17-16,0 0-28 16,0 0-9-16,1 9-2 15,6 29 2-15,-3-21 18 0,-1 0 8 16,2-1 5-16,0-1 2 16,1 0-7-16,1-2-10 15,-1-2-29-15,2-2-17 16,-2-6-10-16,2-2 6 15,-1-1 28-15,-1-4 18 16,2-1 21-16,0-2 6 16,-1-2 9-16,-1-1 1 0,-1-1 1 15,-2-4 3-15,1 0-2 16,-2-1 1-16,0 0 7 16,1-2 7-16,-3 2 18 15,0 0 5-15,-1 4 8 16,-4 0-1-16,1 4-15 15,0 1-4-15,-2 1-17 16,1 2-10-16,-3 1-7 16,-2 1-5-16,1 1 0 15,2 1-1 1,3 0 0-16,2 0-2 0,-9-1-18 16,-2 2-15-16,2 1-54 15,3 3-49-15</inkml:trace>
  <inkml:trace contextRef="#ctx0" brushRef="#br3" timeOffset="175957.24">10512 12627 488 0,'2'0'268'0,"2"0"-27"0,2 0-145 0,-3 2-20 0,3 1-25 0,-1-2-14 0,0 1-18 16,0-1 11-16,2 0 26 16,1-1 13-16,4 0 11 15,1 0-15-15,-2 0-32 16,1 0-14-16,0 1-16 0,2 0-3 15,-1 1-1 1,1 1-7-16,0-1-29 0,0 0-21 16,-1-2-63-16,-2-1-50 15,0-2-160-15</inkml:trace>
  <inkml:trace contextRef="#ctx0" brushRef="#br3" timeOffset="176374.86">10606 12496 367 0,'-1'-2'151'0,"0"-1"-79"16,0 0-53-16,0 2 15 15,1 0 31-15,-1 1 60 16,1-1 30-16,-1 0 18 16,1 0-13-16,0 1-33 15,0 0-23-15,0 0-42 16,-1 0-15-16,0 0-24 0,0 0-9 15,0 0-9-15,0 3-2 16,-1 12-3-16,-4 23 0 16,3-17 0-1,1 1-1-15,1 3-2 0,1 1-14 16,1-1-36-16,0 1-27 16,-1-4-127-16,0 1-170 0</inkml:trace>
  <inkml:trace contextRef="#ctx0" brushRef="#br3" timeOffset="177041.4">10918 12488 739 0,'-3'-1'310'0,"2"0"-170"0,-1 1-91 0,1-1-72 0,0 1-11 0,0 0-2 0,1 0 1 0,0 0 25 16,0 5 8-16,4 11 2 15,1 23 0-15,-5-19-2 16,2 1-2-16,-2-1 1 15,1 1 0-15,1-4 2 16,-2-3 1-16,1-1-1 16,2-2-5-16,4-2-16 15,-1-3-7-15,0-2-21 16,-2-4 3-16,1-4 15 16,4-1 7-16,0-5 21 15,3-1 2-15,1-2 1 16,-1-3 2-16,-2 1 14 15,-1-1 15-15,-2 0 16 16,-1 2 4-16,0 0 7 16,-4 1-4-16,0 1-5 15,-2 0-1-15,-3 0-6 16,0 0-2-16,-4 4 2 0,-2 0-2 16,0 2-13-16,-2 0-6 15,-1 1-22-15,0 5-16 16,-2 0-35-16,1 4-19 15,0 4-44-15,0-1-20 16,1 3-90-16</inkml:trace>
  <inkml:trace contextRef="#ctx0" brushRef="#br3" timeOffset="177440.2">11172 12555 822 0,'1'-1'344'0,"2"-2"-189"0,2 1-106 0,3-3-55 0,-1 2-2 0,-3 1 4 0,0 0 18 0,13-2 48 15,-2-1 18-15,2 2 16 16,-6 4-12-16,3 1-42 0,1 1-19 16,7 3-19-16,1-2-4 15,4 4 0-15,2-1-1 16,-4 0-5-16,-1 3-8 15,-2-2-23-15,2 1-14 16,-4-1-46-16,-2-1-41 0,-3 0-165 16</inkml:trace>
  <inkml:trace contextRef="#ctx0" brushRef="#br3" timeOffset="177795.11">11418 12441 820 0,'-2'-3'420'0,"0"-3"-113"15,0 2-207-15,-1 1-141 16,2 1-16-16,-1 2 6 15,2 0 24-15,-1-1 49 16,0 1 23-16,0 0 20 0,0 0-3 16,0 0-22-16,0 2-13 15,-3 11-19-15,-10 24-7 16,6-18-1-16,2 2-1 16,0 2-1-16,1 0 1 15,2-1-4-15,0 0-6 16,1-2-30-16,2 1-19 15,0-1-57-15,-1-2-42 16,1 0-164-16</inkml:trace>
  <inkml:trace contextRef="#ctx0" brushRef="#br3" timeOffset="178154.93">11606 12442 1028 0,'-1'-1'408'0,"0"-3"-274"15,1-1-122-15,1 4-107 0,0-3-12 0,1 2 21 0,-2 2 34 0,0-1 90 0,0 1 25 16,-1 0 3-16,0 0-13 16,0 4-35-16,1 14-11 0,1 24-26 15,-1-20-14-15,-2 0-30 16,2 0-32-1,0 5-133-15</inkml:trace>
  <inkml:trace contextRef="#ctx0" brushRef="#br3" timeOffset="178738.26">11735 12508 895 0,'0'-2'349'0,"0"-1"-257"15,-1-1-106-15,1 4-99 0,-1-1-6 16,0 0 51-16,1 0 52 15,-1 0 112-15,0 0 25 32,0 0-10-32,0 1-27 0,0 0-50 0,0 0-23 15,1 1-48-15,-7 9-21 16,-12 25-14-16,15-19 3 16,2-1 35-16,1 2 18 0,2-2 15 15,2 1-11-15,2-1-57 16,0-2-43-16,1-1-105 15,-1-2-26-15,2-4 42 16,1-1 42-16,3-5 112 16,1 0 47-16,1-5 55 15,0-2 25-15,1-3 10 16,-1-3-6-16,0-1-36 16,-2 0-19-16,-1-1 3 15,-1 0 12-15,-1 1 38 16,-2 0 20-16,-3 1 23 15,0 3 10-15,-2-1-6 16,-2 0-14-16,-3 3-20 16,1 1-17-16,-4 1-33 15,-1 0-13-15,-3 2-32 16,-1 0-22-16,-6 1-55 16,-1 2-54-16</inkml:trace>
  <inkml:trace contextRef="#ctx0" brushRef="#br3" timeOffset="181073.12">12041 12416 271 0,'-1'-1'149'0,"1"-2"-55"0,-1 2-117 0,1 0-111 0,-1 0-5 0,0 1 53 16,0-1 55-16,1 0 107 15,0 0 21-15,0 1 6 16,0 0-20-16,0 0-46 16,0 0-11-16,0 0-17 15,0 0 2-15,0 0 28 16,0 0 15-16,0 0 25 16,0 0-2-16,0 0-27 0,0 0-17 15,0 0-25-15,0 0-6 16,0 0 1-16,0 0 3 15,0 0 7-15,0 0 8 16,0 0 13-16,0 0 0 16,0 0 1-16,0 0-6 0,7 3-7 15,2-1-1 1,23 5-5-16,-21-8-2 16,-1-2-7-16,0 2-4 0,-1-3-2 15,-1 3-1-15,-2 1-2 16,0-3-2-16,1 7-6 15,-1-4-2-15,0 0-16 16,0 0-25-16,-3 3-76 16,-1-1-68-16</inkml:trace>
  <inkml:trace contextRef="#ctx0" brushRef="#br3" timeOffset="181505.87">12030 12579 652 0,'2'-2'254'0,"2"-3"-155"0,1 0-158 0,2 1-20 0,0-2 1 0,0 2 26 0,2 1 113 16,-3 1 42-16,1 0 36 15,-1 0-4-15,3 0-62 16,2 0-28-16,1 0-34 15,1 1-6-15,1 0-5 16,1-3 1-16,-2 1 1 16,2 3 1-16,-2-1-1 15,1 1 0-15,1 0-2 16,-2-4-5-16,-3 4-28 16,-1 0-19-16,-6 0-42 15,3 2-24-15,-3 1-63 16</inkml:trace>
  <inkml:trace contextRef="#ctx0" brushRef="#br3" timeOffset="182221.79">12438 12409 230 0,'-1'-2'172'0,"0"-1"28"0,1 2-22 0,0 0-44 0,0 0-19 0,0 1-37 0,0 0-13 0,0 0-26 0,0 0-9 16,0 0-11-16,0 0-6 0,0 0-3 15,0 0-1-15,0 0 0 16,0 0 0-16,0 0 3 16,10 2 1-16,24 2 1 15,-21-6 0-15,1-1-4 16,1 0-3-16,0 3-4 16,1-1 1-16,0 0-2 15,-2 1 0-15,0-3 0 16,-2-1 0-16,0 4-2 15,-1-3 0-15,-2 0-3 16,1 3-2-16,-3 0-8 16,3 5-8-16,-1-3-24 15,-2 1-24-15,-7-1-89 16,2-2-106-16</inkml:trace>
  <inkml:trace contextRef="#ctx0" brushRef="#br3" timeOffset="182904.77">12837 12281 659 0,'0'0'275'16,"1"-2"-161"-16,0 1-100 0,-1 0-56 0,-1 0 2 0,0 0 26 0,1 1 21 0,-1-1 38 16,0 0 7-16,0 1-5 15,0 0-12-15,0 0-21 16,0 0-7-16,0 2-7 16,-1 4-3-16,1 1-7 0,1 22-2 15,5-21 1-15,2 0 1 16,-1 0 8-16,1-3 2 15,0 1 1-15,1-2 0 16,1 0 1-16,3 1-1 16,2 0-3-16,0 0-4 15,2-3-5-15,-1 4 1 16,0 0-2-16,-1 1 1 0,0 1 3 16,-2 0 1-1,-2-1 2-15,2 2 3 0,-6-2-4 16,-1 1-4-16,0 1-8 15,-4-2-9-15,-1 2-17 16,0 2 4-16,-4 0 7 16,0-1 10-16,-2 1 20 15,-5-3 2-15,1 0 1 16,0-2-1-16,-2 0-15 16,2-2-9-1,5-3-11-15,1 1-4 0,-17 2-5 16,-1 2-10-16,-1-3-76 15</inkml:trace>
  <inkml:trace contextRef="#ctx0" brushRef="#br3" timeOffset="183427.57">12855 12278 547 0,'1'0'272'0,"0"-1"-29"0,-1 0-312 0,0 0-45 0,0 1 21 0,0-1 50 0,0 0 132 16,0 0 46-16,0 0 15 16,0 0-25-16,0 0-65 15,6-6-26-15,26-19-35 16,-21 20-7-16,2 0-4 15,1 0 1-15,2 0 8 16,2-1 3-16,3 1 1 16,-1 1 2-16,1 0-1 15,-1-1-2-15,-1 2 0 16,4-1 0-16,-6 0 0 0,2 2 3 16,0 1 8-16,-5-1 2 15,2 3-4-15,-4-1-5 16,-4 2-33-16,1 1-26 15,-4 0-93-15,-1 2-69 16</inkml:trace>
  <inkml:trace contextRef="#ctx0" brushRef="#br4" timeOffset="-211045.95">6021 11479 265 0,'0'0'155'0,"0"0"-22"0,-2 0-34 0,1 0-50 0,1 0-18 0,-1 0-22 16,1 0-5-16,-1 0-3 15,0-1-1-15,1 1 1 16,-1 0 1-16,0-1 0 15,0 1 0-15,0 0-2 16,0 0 0-16,0 0-1 16,0 0 0-16,1 0 2 15,-1 0 3-15,0 0 1 16,0 0 0-16,0 0-1 0,0 0-2 16,0 0-2-16,1-1 1 15,-1 1-1-15,0 0 0 16,0 0 3-16,0 0 0 15,0 0 1-15,0 0 1 16,-1 0-2-16,-4 1-2 0,0 0-1 16,-24 10-1-16,22-7 1 15,-2-1 0-15,1 0 4 16,-2 0 3-16,1 2 3 16,-3-2 0-16,2 2-4 15,-3-1-4-15,-2 4-5 16,2-1-3-16,-3 1-3 15,1 3-1-15,-2-4 0 16,-2 4-1-16,-3-3 3 16,1 3 1-16,0 2 3 15,1-4 2-15,1 5 2 16,1-2-1-16,-1-3-4 16,1 2-2-16,0-3-2 15,-1-1 1-15,2 2 0 16,0-1-1-16,2 2-2 15,-1 0-1-15,-2-2 3 16,-1 1 2-16,6-1 6 16,7-4 2-16,0 0 4 15,-18 14 0-15,-3-2 0 16,2 3-3-16,8-7-4 0,-1-2-1 16,2 4-3-16,0 0 1 15,0-1 5-15,2 1 4 16,-3-2 5-16,1 1 3 15,3 0-2-15,-1 0-2 16,3 1-7-16,2 4-2 0,-3-3-5 16,0-1 1-16,1-1 2 15,0-1 2-15,-1 0 2 16,2 0 1-16,0 1-1 16,-2 0-1-16,4 2 0 15,-2 0-2-15,-1 3-1 16,-2-4 0-16,-3 4 2 15,0-2 1-15,0 0 7 16,3 2 2-16,-2-3 1 16,3-1 0-16,3 1-5 15,-1-2-1-15,2 2-3 16,1-2-1-16,0-1 0 16,1-1 0-16,1 1-1 15,1 2 0-15,0-2 0 16,1 1 0-16,-2-4 0 15,1 1 1-15,3 3 0 16,-1 0 0-16,1 0 1 16,-2-3 1-16,-1-2 1 0,2 1 1 15,-2-2 6-15,3 2 2 16,0 0 2-16,1-1 0 16,0 1-3-16,-1 1-2 15,1 0-1-15,-2-1 0 16,0 1 1-16,2 0-1 15,1 1 1-15,-1 0-1 0,-1 0 0 16,0 0-2-16,0 1-3 16,-2-1-1-16,4 0 0 15,-1-2-1-15,-4 0 0 16,5 3 0-16,-2-1-1 16,1 1 1-16,1 2 0 15,1-3-1-15,-1 2 0 16,1 1 0-16,-1-1 0 15,2 3 0-15,-1-1 1 16,1-1-1-16,-2-2 1 16,0-3-1-16,0 2 0 15,0-4 1-15,3 6-1 16,0-4 1-16,0 1-1 16,3 3 1-16,-1-6-1 15,1 4 1-15,0-3 0 16,-4-1 0-16,3 2 1 15,1 0 0-15,1 1 1 0,1 1 0 16,-1 0-1-16,1 2 1 16,-1-2 0-16,-1-2-1 15,2 3 0-15,-2-4 0 16,1 3 0-16,0 1 0 16,-1 0 0-16,3 1 0 15,-1-3 0-15,0 0 1 0,-1 0-2 16,-1 0 1-16,1-4 0 15,0 2 1-15,1-3 0 16,1-1 1-16,-1 2-2 16,1-2 0-16,2 4-1 15,1 3 0-15,-2 0-1 16,4 0 0-16,-4-1 0 16,1-2 0-16,3 2 0 15,-5 1 0-15,2-4 0 16,-2-2-1-16,3 0 1 15,1-1-1-15,-2 0 0 16,0-1 0-16,-3-2-1 16,1-1 1-16,0 1-2 15,1 0 0-15,-1 1 0 16,2 0 1-16,-1 1 1 16,2 1 0-16,1 1 1 15,-1 1 0-15,0-1 0 0,1 1 0 16,2-1 0-16,1-2 0 15,0 0 0-15,0-1-3 16,-2-1-3-16,0 3 1 16,-2-1-1-16,3-1 3 15,-4 1 2-15,0-2 1 16,-1 1 0-16,-4-2 1 0,4 2-1 16,-3-2 0-1,4 1-1-15,-1 1 0 0,1 0 1 16,-1 2-1-16,-1-2 0 15,-1 0 1-15,0 0 0 16,0 2 0-16,1-1 1 16,1-1 0-16,0 1 0 15,3-1-1-15,-1 0-1 16,1 2 0-16,1-1-10 16,-2 0 0-16,2 2-2 15,0-1-1-15,0 0 10 16,1-1 1-16,0 0 2 15,0-3 1-15,2 3 0 16,-1 0 1-16,1-3 0 16,-3 0-1-16,-2 1 0 15,3-1 0-15,-2 2 0 16,1 2 0-16,-2-2 0 16,0 1-1-16,-1-1 1 0,1 2 0 15,5-1 1 1,-2 0 0-16,3 1-1 0,-1-1 0 15,3-2 0-15,-4 1 0 16,2 0-1-16,-1-1 1 16,1 1 0-16,1-1 0 15,0 0 0-15,0 0 0 16,-2 1 1-16,1-1-1 0,-1-1 0 16,-5 1 0-16,4 2 0 15,-3 0-3-15,2 0-6 16,3 0-3-16,-1-2-1 15,1 1 2-15,0-2 6 16,-1 1 1-16,2 0 2 16,-2 0 0-16,-2 0 0 15,3-1 0-15,1 3 1 16,0-3 0-16,2 1 1 16,1 0 0-16,-1-1 0 15,-2 0 0-15,1 1 1 16,-2-3-1-16,-1 2 0 15,1-2 0-15,0-1 0 16,0 3-1-16,-4-1 1 16,2 1 0-16,0-1 0 15,0 1 0-15,1 0 0 0,-2 0 0 16,0 0 0-16,-2 0 0 16,1 0 1-16,2-2-1 15,-1 0 1-15,0 1 0 16,-1-2 1-16,0 3-1 15,-3-2 1-15,2 2 0 16,0 0 0-16,-1 0-1 16,-1 0 0-16,1 1 3 15,-6 1 4-15,1-1 1 16,-2 0 1-16,-2-1-4 0,2 0-5 16,2 0 0-16,-2 0-1 15,-2 1 0-15,-1-1 0 16,-2 0 1-16,0 0-1 15,0 0 0-15,0 0-5 16,0 0-13-16,0 0-57 16,0 0-63-16</inkml:trace>
  <inkml:trace contextRef="#ctx0" brushRef="#br4" timeOffset="-210045.9">6958 13255 481 0,'-4'-2'205'0,"4"2"-112"0,-3-1-62 0,3 0-41 0,0 1-7 0,-1-1 3 0,0 0 8 0,0 1 23 0,0-1 17 16,1 1 20-16,0 0 2 15,0 0-10-15,0 0-10 16,0 0-20-16,0 0-7 15,0 0-7-15,3 2 0 0,6 2-2 16,22 14 0-16,-20-12 0 16,-1 0 0-16,3 1-3 15,-3 1 1 1,3 3-1-16,1-1-2 0,-3-1-1 16,2 1 0-16,-3-2 1 15,-1-2 2-15,0 1 2 16,0-3-2-16,-1 1-2 15,1-1-4-15,-3-3-10 16,-2 2-2-16,0 0 3 16,-1 0 4-16,1-3 11 15,-1 2 3-15,-3-3 1 16,0 0 1-16,0 0-2 16,0 0-3-16,0 0-11 15,0 1-4-15,0-1-7 16,0 0-1-16,0 0 8 15,0 0 3-15,0 0 5 0,0 0 2 16,-1 1-2-16,0-1-3 16,0 1-17-16,0 0-8 15,0 0-4-15,-6 6 5 16,-26 28 31-16,21-22 18 16,0 2 21-16,0-2 4 15,0 0-6-15,1 1-7 16,-1 0-11-16,2 0-1 15,0 0-5-15,3-2-3 0,1-3-4 16,2-2-6-16,1-1-29 16,-1 0-32-16</inkml:trace>
  <inkml:trace contextRef="#ctx0" brushRef="#br4" timeOffset="-206662.33">7331 13259 326 0,'0'0'127'0,"0"-2"-95"16,0 2-30-16,0-1-18 0,0 0 2 0,-1 0 33 0,1 0 22 0,0 1 33 16,0-1 6-16,0 0-16 15,0 0-12-15,0 0-26 16,0 0-10-16,0 0-10 16,0 0 5-16,0 1 13 15,1-1 5-15,9-4 1 0,23-11-5 16,-19 12-16-1,2 2-3-15,0-1-3 16,-3 2 0-16,2-1-1 0,0 0 0 16,0 2-1-16,1 2 0 15,-3 2 1-15,-1 0 0 16,-2-3 1-16,-2 1 2 0,-2 1 5 16,1 1 4-16,-2-1 1 15,1-1 0 1,-3 2-6-16,-2-2-3 0,1 4-1 15,-2 0 0-15,-1-1 1 16,0 0 1-16,2 3 3 16,-2 0 2-16,0 3 7 15,-2 0 3-15,-5-2 0 16,3 3-2-16,-2-3-9 16,1 3 1-16,1 0 1 15,-3-2 1-15,2 2 1 16,-2-2-6-16,-1 0-6 15,3 2-1-15,0-1-1 16,-1-2 0-16,1 2 0 16,1 0 0-16,1-5-1 0,-1 2 0 15,3 2 0-15,2-3 0 16,-2 1-1-16,2 2 1 16,-1-3-1-16,0 1 1 15,1-1 0-15,0 2 0 16,0-2 0-16,0 1 0 15,-1-3 0-15,1-3-1 16,0-1-1-16,0-1-1 16,0 0-2-16,0 0-1 0,0 0 0 15,0 0 2-15,0 0 1 16,3 1 0-16,5 1 2 16,2 0 1-16,24 1 0 15,-20-6 0-15,1 1 1 16,-1-1-1-16,0 2 0 15,1-1 0-15,-4 0-1 16,0 1 1-16,-2-3 0 16,-2 4 1-16,-1-2 0 15,-1 0 0-15,1 2 0 16,-1 0 0-16,0 3 0 16,-1-2 0-16,1-3 0 15,-4 2 0-15,2-3 0 16,2 2 1-16,-4 1 1 15,-1-1 4-15,0 0 22 16,0 0 10-16,0 0 9 0,0 1-1 16,-1-1-19-16,1 0-10 15,-1-9-8-15,-1-23-4 16,2 19-2-16,-2-1-1 16,2 4 0-16,4-1-2 15,-5 0 1-15,4 3-1 16,-3-1-1-16,-2-2-1 15,2 5-4-15,0 0-6 16,-1 5-21-16,0 1-17 16,4 0-52-16,-3 1-42 0,0 0-169 15</inkml:trace>
  <inkml:trace contextRef="#ctx0" brushRef="#br4" timeOffset="-206109.95">7930 13312 518 0,'-2'-2'255'0,"-2"0"-87"0,-1 0-105 0,5 0-25 0,-1 1-31 0,1 0-6 0,0 1-2 16,-1 0 0-16,0 0 2 16,0 0 2-16,0 0 1 15,1 0 1-15,0 0 0 16,0 0 0-16,0 0 1 16,0 0 1-16,7 2 6 15,5 2 4-15,23 2 3 16,-21-9-1-16,3-2-7 15,-1 1-5-15,0-1-4 16,-2-1-1-16,0 3 0 16,-2-2 0-16,-1 2-1 15,2 3 0-15,-5-1-1 16,-3 0 0-16,0 1-13 16,-2-1-8-16,0 2-29 15,1 0-27-15,-4-1-94 16,0 0-102-16</inkml:trace>
  <inkml:trace contextRef="#ctx0" brushRef="#br4" timeOffset="-205682.87">7950 13466 214 0,'0'-3'107'0,"1"-1"-9"0,2-1-89 0,1 0-3 0,-1 2 22 0,2 2 20 0,1 1 36 16,-2-1 11-16,5 1 0 16,-5-1-9-16,7-1-25 15,1 1-10-15,2 0-24 16,5 0-11-16,-1 0-12 16,1 0-2-16,1-1-1 15,-1-1 0-15,0 1 0 0,0 0 0 16,-2 2-1-16,-1 3 0 15,-1-2 0-15,-3 0-1 16,0 2-33-16,0-1-37 16,-4 2-145-16</inkml:trace>
  <inkml:trace contextRef="#ctx0" brushRef="#br4" timeOffset="-204496.611">8576 13193 72 0,'0'-2'58'0,"0"-1"14"0,1-3 29 0,1 6 16 0,-1-3 14 0,0 1-8 0,-1 1-26 0,0 1-14 0,-1-1-34 16,0 0-15-16,1 0-21 15,0 0-2-15,0 0-4 16,0 0 0-16,0 1-1 15,0-1-4-15,0 0-2 16,0 0 1-16,0 0 1 16,0 0 6-16,0 0 14 15,0 0 11-15,0 1 19 16,0-1 2-16,0 0-8 16,0 1-9-16,0 0-17 15,0 0-7-15,0 0-5 16,0 0-1-16,0 0 0 15,0 0-1-15,0 1-2 16,0 7 0-16,1 0-3 16,3 26 0-16,0-19 0 15,-3-1-1-15,3 3 0 16,0 1 0-16,1 1-1 0,-1 2 1 16,-2-1 0-16,1 0 0 15,0-2 0-15,0-1-1 16,3 0 0-16,-2-1-1 15,0-1-1-15,1 1 0 16,-2-4 1-16,-1 0 1 16,-2-4 1-16,0-5-1 0,0 0-8 15,2-1-5-15,-2-2-14 16,0 0-9-16,0 0-26 16,0 0-25-16,0 0-88 15</inkml:trace>
  <inkml:trace contextRef="#ctx0" brushRef="#br4" timeOffset="-203930.14">8806 13288 734 0,'0'0'312'0,"-1"0"-171"0,1 0-101 0,0-1-79 0,0 1-6 0,0 0 5 0,0 0 15 0,0 0 40 15,0 0 11-15,0 0 5 16,0 0-2-16,0 0-13 16,1 3-5-16,3 5-8 15,28 23 0-15,-21-22-2 16,0 1 0-16,0 1 0 16,0-2 0-16,3 3-1 15,0-4 0-15,0 1 0 16,-2-1 0-16,1-1-3 15,-4 0-4-15,1-1-21 16,-1 0-20-16,-4 0-73 0,0-1-49 16</inkml:trace>
  <inkml:trace contextRef="#ctx0" brushRef="#br4" timeOffset="-203477.31">8952 13257 723 0,'0'0'292'0,"0"0"-185"16,-1 0-97-16,1 0-78 16,0-1-6-16,0 0 13 15,-1 0 30-15,1 1 75 16,-1 0 28-16,1 0 21 0,0 0-12 16,0 0-33-1,-1 0-17-15,0 0-21 16,1 0-4-16,-1 4-2 15,-3 6-1-15,-6 23-1 0,6-20 0 16,0 0-1 0,-1 1 0-16,-1 1 0 0,0 3-1 15,-1-1 1-15,-1 0-7 16,-1 0-9-16,1 0-8 0,-2-3-19 16,2-1-4-1,2-2-16-15,1-2-14 0,4-3-64 16,0 1-91-16</inkml:trace>
  <inkml:trace contextRef="#ctx0" brushRef="#br4" timeOffset="-202980.69">9137 13328 774 0,'2'0'331'0,"-1"-1"-177"0,-1 0-106 0,0 0-82 0,0 0-11 0,0 0 2 0,0 1 9 0,0-1 40 0,0 0 16 0,3-1 13 15,2 0 2-15,2 1-11 16,22-4-9-16,-17 6-12 16,1-1-3-16,1-2-1 15,0 0-1-15,1-2 0 16,-2 0 0-16,0 1-1 16,-1 1-7-16,-2 1-19 15,0 1-14-15,0 1-57 16,0 1-54-16</inkml:trace>
  <inkml:trace contextRef="#ctx0" brushRef="#br4" timeOffset="-202547.45">9427 13197 623 0,'-1'-2'264'0,"-1"-4"-143"16,2 1-72-16,1 0-41 15,1 1-5-15,1 0 31 16,-3-1 22-16,0 3 35 15,-1 2 6-15,0 0-29 16,1 0-22-16,0 0-35 16,0 0-5-16,1 6-6 15,1 1 0-15,5 26 0 16,-7-22 0-16,1 2 0 16,0 3 0-16,0 1 0 15,5 3 0-15,-6-5 0 31,0-8-7-31,1 0-16 0,1 23-12 0,1-3-37 16,1 0-16-16,-1-14-49 0,1-2-20 16,-2-4-48-16,-3-1-45 15</inkml:trace>
  <inkml:trace contextRef="#ctx0" brushRef="#br4" timeOffset="-202047.14">9607 13198 881 0,'-1'-3'354'0,"1"3"-188"0,0 0-195 0,0 0-37 0,0 0-13 0,-1 0 8 0,1 0 36 15,0 0 31-15,0 0 27 16,0 0 5-16,0 0-4 16,0 0-6-16,0 0-13 15,8 5-4-15,27 16-1 16,-24-15 1-16,5 1-1 15,-3 0 0-15,0 2 0 0,2 0 0 16,-3 0 0-16,-1-1 0 16,3 4 0-16,-1-3-1 15,-2 1-5-15,-4 0-3 16,-7-1 1-16,0-2 0 16,0 1 9-16,0 1 5 15,1-2 5-15,-2 1 2 16,-4-1-2-16,1-1-3 15,-3-2-8-15,0 0-4 0,-3-1-19 16,-2 0-13-16,-2 1-44 16,0 0-28-16,1-2-109 15</inkml:trace>
  <inkml:trace contextRef="#ctx0" brushRef="#br4" timeOffset="-201613.9">9621 13137 752 0,'0'0'342'0,"0"0"-144"0,0 1-124 0,0-1-82 0,0 0-6 0,0-1-1 0,0 0 3 15,0 0 17-15,0 0 8 16,0 1 3-16,0 0-1 16,0 0-6-16,0 0-4 0,0 0-2 15,0 0 5 1,3 0 1-16,5-1 1 0,28-5-2 15,-22-1-6-15,1 0-1 16,4 1-1-16,-2 1 0 16,1 1 0-16,-4 2-1 15,-3 1 0-15,0 0-4 16,-1 1-2-16,-3 1-19 16,2-1-17-16,-7 4-69 15,-2-1-45-15</inkml:trace>
  <inkml:trace contextRef="#ctx0" brushRef="#br4" timeOffset="-200821.07">10109 13208 617 0,'0'-3'259'0,"0"1"-150"0,1 0-84 0,-1 1-83 0,0 0-12 0,0 0 6 0,4-1 23 0,4 0 74 16,25-8 26-16,-21 8 20 15,-1 0-7-15,4 2-31 16,3 1-17-16,2 1-20 16,1-2-4-16,-4 1-3 15,-2-1-2-15,0 1 0 16,0 3-2-16,-1-3-17 15,0 3-15-15,-4-4-57 16,-1 0-52-16</inkml:trace>
  <inkml:trace contextRef="#ctx0" brushRef="#br4" timeOffset="-200264.64">10208 13059 433 0,'-2'-4'231'0,"1"-1"-58"15,1 3-50-15,1-4-66 16,2 1-20-16,0 0-23 16,-3-1-3-16,2 2-2 15,0 2-1-15,0 0 6 16,-2 1 9-16,0 1 14 15,0-1 9-15,0 1-2 16,0 0-8-16,0 0-16 16,0 0-9-16,0 0-12 0,0 0-2 15,0 0-6-15,0 0 1 16,4 12 1-16,7 27 2 16,-7-17 4-16,-1-2 1 15,0 4 0-15,0-3 0 16,1 1 1-16,0 3 0 15,-3-4 0-15,3 3-1 16,-3-7-7-16,1 1-6 0,-1-4-21 16,-1-1-17-16,0-3-51 15,1-4-52-15</inkml:trace>
  <inkml:trace contextRef="#ctx0" brushRef="#br4" timeOffset="-198480.97">10558 13048 39 0,'1'-1'16'0,"2"0"-16"0,-2-1-11 0,-1 1 6 0,-1 0 17 0,0 1 54 0,0 0 24 16,0 0 17-16,1 0-9 0,0 0-27 15,0 0-7 1,0 0-4-16,0 0-1 0,0-1 6 16,0 1 9-16,0 0 18 15,0 0 8-15,0-1 4 16,0 0-10-16,0 0-25 15,0 0-12-15,0 0-21 16,0 0-5-16,0 1-4 16,0-1 1-16,0 1-4 15,0 0-5-15,0 0-12 16,0 0-7-16,0 0-4 16,0 0-2-16,0 0 1 15,0 0 1-15,3 8-3 16,11 25-4-16,-8-16-1 15,-4-1-1-15,2 3 6 16,0 1 4-16,-1-1 2 16,2-2 1-16,-2-3-8 0,2 3-4 15,-1-2-11-15,-1 1-9 16,1 0-19-16,-1-1-10 16,-1-1-33-16,0 0-26 15,-1-2-73-15,1 1-61 16</inkml:trace>
  <inkml:trace contextRef="#ctx0" brushRef="#br4" timeOffset="-197931.37">10786 13114 888 0,'0'0'362'0,"0"0"-228"0,0-2-111 0,0 2-73 0,0 0-3 0,0 0 15 0,0 0 21 0,0 0 44 16,1 0 11-16,5 2 6 15,4 2-6-15,23 17-21 16,-19-14-8-16,1 2-7 16,1-5-2-16,0 1 0 15,0-1-2-15,-2 1-6 16,-3 2-4-16,4-1-9 15,-4-1-9-15,3-1-35 16,4 2-28-16,-6-4-68 16,0 1-43-16</inkml:trace>
  <inkml:trace contextRef="#ctx0" brushRef="#br4" timeOffset="-197531.67">11004 13059 403 0,'-1'-2'220'15,"-4"-4"-42"-15,2 2-40 0,2 1-33 16,-2 1-4-16,0 2-7 15,2 0-9-15,0 0-28 16,0 0-12-16,1 0-19 16,-1 0-2-16,0 0-7 15,-5 4-2-15,-2 5-5 16,-21 23-3-16,24-17-2 16,-2-1-1-16,3 3-3 15,0-1 0-15,-3 1-1 16,2 0 0-16,1 1-6 15,-1 1-3-15,1-3-10 16,-2 0-4-16,2 0-17 16,2 1-14-16,-1-3-52 15,1 1-42-15</inkml:trace>
  <inkml:trace contextRef="#ctx0" brushRef="#br4" timeOffset="-197125.09">11205 13074 950 0,'2'-1'342'0,"-2"-3"-293"0,-1-2-70 0,0-2-43 0,-2 1 1 0,3 1 42 0,6 3 38 0,-5 0 69 15,3 2 18-15,-4 1-8 16,-1-1-20-16,0 0-38 15,0 0-19-15,0 1-30 16,0 0-9-16,1 0-12 16,-1 0-2-16,1 9 5 15,4 26 6-15,1-20 5 16,-1 1-4-16,-2 2-29 16,3 1-29-16,-2-3-91 0,0 0-64 15</inkml:trace>
  <inkml:trace contextRef="#ctx0" brushRef="#br4" timeOffset="-195980.9">11249 13124 479 0,'-2'-1'243'0,"1"0"-75"0,0 0-88 0,1 0-73 0,0 0-13 0,0 0-6 0,0 1 7 0,0-1 35 16,0 0 15-16,0 0 10 15,0 0-2-15,0 0-28 16,-1 0-9-16,0 1-10 15,0 0 1-15,0 0 0 16,1 0 1-16,0 12-2 0,-1 24-1 16,-4-20-3-16,3 3-1 15,1 0-1-15,3-1 0 16,-3-2-6-16,-1 1-10 16,1-4-28-16,-3 0-21 15,8-1-51-15,-4-4-39 16</inkml:trace>
  <inkml:trace contextRef="#ctx0" brushRef="#br4" timeOffset="-195363.35">11392 13119 722 0,'0'0'346'16,"1"-1"-74"-16,-1-1-250 16,-1 1-41-16,0 0-18 15,0 0 0-15,0 0 31 16,0 1 20-16,0-1 24 0,1 0 2 15,-1 0-12-15,0 1-10 16,0 0-24-16,0 0-12 16,0 0-15-16,0 0-4 15,-3 9 6-15,-8 25 9 16,12-22 14-16,0 0 4 16,4 1-5-16,0-3-11 15,1-1-20-15,1 5-7 0,-3-7-13 16,4 1 0-16,-1-4 13 15,0-2 10-15,2-2 26 16,2-4 11-16,-2-3 9 16,0-1 0-16,0-3 6 15,-3-1 7-15,2 2 31 16,-3-1 16-16,1 2 13 16,-2 1 2-16,-2-4-25 15,-1 2-14-15,0-1-22 16,-1 0-6-16,0 5-2 15,-1-2 0-15,-2 2 4 16,-1 0-1-16,0 2 0 16,1 1-3-16,-2 0-6 15,0 0-4-15,-1-1-11 16,-3 2-10-16,1 0-28 16,-1-1-17-16,3 4-34 0,-1 1-22 15,1 3-91-15</inkml:trace>
  <inkml:trace contextRef="#ctx0" brushRef="#br4" timeOffset="-194814.47">11688 13130 864 0,'0'0'332'0,"0"-2"-241"0,-3-2-73 0,2 3-63 0,0 0-13 0,0 0 4 0,1 0 12 0,0 0 55 0,0 0 28 15,0 1 25-15,0-1 2 16,0 0-20-16,0 0-14 16,2-1-25-16,8-4-4 15,24-12-5-15,-19 14-2 16,4 0-1-16,-1 3-1 0,1-1-9 16,0-1-6-16,1 0-17 15,0 2-10-15,0-2-18 16,-4 2-9-1,0 0-35-15,-2-3-36 0</inkml:trace>
  <inkml:trace contextRef="#ctx0" brushRef="#br4" timeOffset="-194412.78">11736 12956 840 0,'-1'-2'297'0,"1"0"-273"0,0 0-59 16,0 1-17-16,0 0 8 16,0 1 49-16,0 0 27 0,0 0 30 15,0 0 10-15,0 0-10 16,0 0-18-16,2 7-23 16,2 4-9-16,23 26-9 15,-21-20-2-15,1 3 0 16,0 1-1-16,0 2 1 15,-1-1-1-15,0 0-8 16,0 0-10-16,-1-1-38 16,0-1-31-16,0 0-111 15,1-3-101-15</inkml:trace>
  <inkml:trace contextRef="#ctx0" brushRef="#br4" timeOffset="-193865.111">12086 12897 832 0,'1'-2'332'0,"1"-4"-215"0,3 5-94 0,-3-4-54 0,2 4-6 0,-2 1 8 0,-2 0 15 0,0 0 43 15,0 0 21-15,0 0 24 16,0 12-3-16,0 25-26 15,1-19-15-15,-1 4-23 0,0-2-5 16,1 5-2-16,-1-3 0 16,-1 1 1-16,0-3 0 15,1-2-2-15,0-1-6 16,0-2-22-16,0 2-16 16,-2-2-56-16,-1-3-38 15,3 0-83-15,0-1-73 16</inkml:trace>
  <inkml:trace contextRef="#ctx0" brushRef="#br4" timeOffset="-193448.03">12192 13012 907 0,'0'-2'337'0,"1"-3"-263"16,1-1-69-16,2 0-32 15,-1 0 0-15,-1 2 13 16,0 3 16-16,3 2 43 0,-5-1 8 15,0 0 3-15,7 2-13 16,30 15-30-16,-19-9-9 16,-3-1-4-16,2-1-1 15,0 0 1-15,0 0 0 16,2-1 1-16,-5 2-1 16,4-2-1-16,-5 1-9 15,1 0-26-15,-1-3-19 0,-2 3-60 16,0-3-42-16,-3 2-136 15</inkml:trace>
  <inkml:trace contextRef="#ctx0" brushRef="#br4" timeOffset="-193081.22">12380 12923 760 0,'-2'-1'304'0,"1"-1"-204"15,2 0-88-15,-1 1-39 0,0 0 3 16,0 0 36-16,0 0 15 15,0 1 31-15,-1 0 11 16,1 0-2-16,0 0-8 16,-1 11-29-16,-2 22-13 15,1-19-15-15,-4 4 0 16,3 0-1-16,1 2 0 16,0 0-1-16,-1-2-3 0,1 2-17 15,1 0-13-15,0-2-41 16,1 1-25-1,-1-3-84-15,-2 1-81 0</inkml:trace>
  <inkml:trace contextRef="#ctx0" brushRef="#br4" timeOffset="-192681.43">12561 12879 1003 0,'0'0'350'0,"1"-1"-323"0,0 1-42 0,-1-1-12 0,0 0 1 0,0 1 30 0,0 0 16 0,0 0 21 16,0 0 4-16,0 0-12 15,2 8-10-15,2 28-16 16,-5-20-11-16,0 1-21 15,1 3-11-15,-2 2-34 16,1 1-24-16,0 1-83 16,0-2-108-16</inkml:trace>
  <inkml:trace contextRef="#ctx0" brushRef="#br4" timeOffset="-191981.17">12650 12972 575 0,'1'0'269'0,"-1"0"-61"16,0 0-207-16,0 0-29 0,0-1-7 16,0 0 6-16,0 0 17 15,-1 0 12-15,0 1 16 16,0 0 3-16,0 0-5 16,0 0-3-16,1 0-15 15,-2 10-7-15,-1 20-12 16,5-21-4-16,1 3 3 15,-6-3 5-15,4 2 8 16,-1 2-2-16,3 1-21 16,2-2-17-16,2 1-31 15,0-2-3-15,-2-2 18 16,2 1 16-16,-4-3 29 16,3-3 10-16,-2-4 6 15,2 3 6-15,0-3 11 16,2-5 1-16,-3 0-2 15,0-5-1-15,0-2-3 16,-2 5 15-16,2-4 44 0,-1 1 16 16,-2-1 30-16,0-1-3 15,2 3-28-15,-2-2-10 16,1 1-26-16,-4-1-7 16,-1 1-4-16,2 2 2 15,0 1 13-15,0 1 11 16,-1-2 17-16,-5 0 5 0,5 2-9 15,-4 0-14 1,1 0-26-16,1 0-12 0,-5-2-10 16,4 0-4-16,-2 2-4 15,2 2-1-15,0 1-9 16,-1 1-8-16,-1 1-21 16,-4-2-14-16,4 3-41 15,-3 4-35-15,2 4-139 16</inkml:trace>
  <inkml:trace contextRef="#ctx0" brushRef="#br4" timeOffset="-191431.72">12858 12944 834 0,'0'0'363'0,"0"0"-195"0,0-1-129 0,0 0-124 0,0 0-7 0,0 0 14 0,0 1 39 0,0-1 97 16,0 0 28-16,0 1 25 16,0 0-7-16,0 0-37 15,0-1-19-15,0 0-27 16,6 0-9-16,4-1-8 16,24-8-3-16,-24 3-1 0,-1 4 0 15,0-2-1-15,1 0 0 16,0 3-9-16,0-1-10 15,-1 3-31-15,0 1-21 16,-3 2-79-16,0 2-62 16</inkml:trace>
  <inkml:trace contextRef="#ctx0" brushRef="#br4" timeOffset="-191047.39">12918 13079 508 0,'0'-1'258'0,"-2"-5"-108"15,1-2-158-15,1-1-163 16,0-3-6-16,0 4 90 16,0 2 89-16,0 3 174 15,1 1 34-15,0 1-25 16,-1 1-38-16,0-1-83 0,0 0-28 16,0 0-24-16,0 0-4 15,0 0-4-15,7-4 0 16,26-19 0-16,-20 16-1 15,-1 1-1 1,0 0-1-16,-2 2-7 0,-1-1-8 16,1 2-35-16,1 3-31 15,-4-1-146-15</inkml:trace>
  <inkml:trace contextRef="#ctx0" brushRef="#br4" timeOffset="-186323.6">13205 12817 314 0,'1'0'63'0,"0"0"-100"0</inkml:trace>
  <inkml:trace contextRef="#ctx0" brushRef="#br4" timeOffset="-185998.44">13208 12805 194 0,'0'0'131'0,"1"3"4"16,-1-3-29-16,0 0-46 16,0 0-12-16,0 0-14 15,0 0 3-15,0 0 2 16,0-1-1-16,0 0-12 15,0 0-7-15,0 1 3 16,0-1 7-16,5-2 13 0,2 1 2 16,20-9-8-16,-20 11-7 15,0-2-12 1,0-1-4-16,2 2-5 0,0-4 1 16,0 4 5-16,-1 1 1 15,0 0 0-15,3 1-2 16,-1-3-7-16,-1 0-2 15,1 0-3-15,-1-1-1 16,1 3-1-16,-1 0-1 0,-4-1-2 16,-2 0-3-16,1-2-12 15,-1 1-10-15,2 2-36 16,0 0-27-16,-3 0-78 16,2-3-67-16</inkml:trace>
  <inkml:trace contextRef="#ctx0" brushRef="#br4" timeOffset="-185315.94">13308 12660 567 0,'1'-1'234'0,"0"-2"-145"0,1-2-79 0,0-1-47 0,0 1-2 0,-2 0 28 15,1 3 30-15,1 0 59 16,-2 1 18-16,0 0 7 16,0 0-15-16,0 0-41 15,0 1-19-15,0-1-20 16,-1 0-4-16,1 0 8 15,0 1 11-15,0-1 22 16,0 1 6-16,0 0-4 16,0-1-8-16,0 0-20 15,0 1-4-15,0 0-5 16,0-1-2-16,0 1-4 16,0 0-2-16,0 0-2 15,0 0 0-15,0 0 0 16,1 11-1-16,4 27 1 15,-1-17 0-15,0 3 0 0,0 0 0 16,1 1 1 0,-4-2 0-16,1 0 1 0,-1-1 0 15,-1-2-1-15,0 0-1 16,2-3 0-16,0 2-5 16,0-3-14-16,0-1-7 15,-2-1-8-15,-1-3 2 0,1-2 0 16,-1-1-4-16,1-2-32 15,0-1-29-15,0-2-61 16,0 0-49-16</inkml:trace>
  <inkml:trace contextRef="#ctx0" brushRef="#br4" timeOffset="-184465.65">13564 12607 552 0,'1'-2'236'0,"0"-2"-96"0,3 2-159 0,-4 1-15 0,0 0 11 0,0 0 26 0,0 0 73 0,0 1 23 0,0-1 7 16,0 0-15-16,0 0-49 16,0 0-21-16,0 1-20 15,0 0-2-15,0 0-1 16,0 0 1-16,0 0 3 15,-1 0 2-15,0 0 0 16,0 3-1-16,0 5-2 16,0 23-1-16,2-21-4 15,2 2-2-15,0 2-2 16,3 0-2-16,0-3 1 16,1 3 0-16,1-3-1 15,2-1-3-15,2 1-6 0,-1-3-2 16,3-1-2-16,0 1 4 15,0 1 8-15,1-2 1 16,0 2 2-16,-1-1 0 16,-3-1 2-16,3 3 0 15,-2-2 4-15,-5-1 1 16,3 4-1-16,-5-4 0 16,1 1-7-16,0 1-5 0,-5-3-3 15,0 0 3-15,0-1 14 16,0 3 10-16,-3-2 9 15,-2 0 0-15,-2 0-5 16,-1-1-6-16,-3 1-4 16,3 1-2-16,-6-2-1 15,0-1 0-15,0 1 0 16,-1-2-1-16,-1 0-3 16,0-3-7-16,0 1-24 15,-3-1-19-15,2 1-51 16,1 0-36-16,-2-1-102 15</inkml:trace>
  <inkml:trace contextRef="#ctx0" brushRef="#br4" timeOffset="-184016.33">13572 12608 598 0,'1'-3'225'0,"2"-7"-164"0,-1 1-64 0,2 0-15 0,-1 1 11 0,2 0 39 0,0 2 27 0,-1 1 41 16,2-2 9-16,0 2-17 15,1-1-20-15,4 0-42 16,-1-1-12-16,5 0-16 16,1-1-1-16,1 1-1 15,2 1-1-15,0 1 1 16,-3-2 1-16,2 1 2 15,-3-1-1-15,-2 1 1 16,1 5 0-16,-7-1 0 16,2 1-1-16,-3-1-3 0,-2 2-2 15,0 0-13-15,-3 1-10 16,-1-1-45-16,0 0-47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1-12T10:53:04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7135 6476 353 0,'-1'0'157'0,"0"-2"-69"16,-1 0-50-16,2 2-27 15,0 0-4-15,0-1 14 16,0 0 11-16,-1 0 15 16,1 0 7-16,-1 1-8 15,1-7-9-15,0-3-15 31,3-19-8-31,-2 24-9 0,-1 0-2 0,0 4-1 16,0 0-2-16,0 0 0 16,0 0-1-16,0 1-1 15,0 0 2-15,0 0 0 16,0 0 1-16,0 0-1 16,0 0 1-16,0 0 1 15,0 0 19-15,0 0 36 16,0 0 10-16,0 0 9 15,0 0-18-15,0 0-30 16,0 0-7-16,0 0-8 16,0 0-2-16,0 0 6 15,0 0 5-15,0 0 7 16,0 0 1-16,0 0-11 0,0 0-6 0,0 0-8 16,-1 0-2-16,1 0-1 15,0 0 0-15,0 0 1 16,0 0-1-16,0 0 0 15,0 0 1-15,-1 0-2 16,1 0 1-16,-1 0-2 31,0 0 0-31,0 0 0 0,1 0 0 16,-1 0 1-16,1 0 1 16,-1 0 0-16,1 0 0 15,0 0-2-15,0 0 0 0,0 0 0 16,0 0-1-16,0 0 0 15,0 0 0-15,0 0 1 16,0 0 0 0,0 0-1-16,0 0-1 0,0 0 0 15,0 0 0-15,-1 0 1 16,0 0 1-16,-1 4 0 16,0 1 0-16,-2 2 0 15,-16 24 0-15,12-23 0 16,0 2 0-16,0 1 0 15,-1 0 0-15,0 1 0 16,-2-2-1-16,-1 2 1 0,0 1-1 16,1 1 0-16,1 2 0 15,4 2 1-15,1-1 0 0,2 2 0 32,0-1 0-32,1 1 0 15,2-1-1-15,0-2 1 16,3-2-1-16,6-2 0 0,0-2 1 0,5-3 0 15,2-1 0-15,4-4 0 16,4 1 1-16,5-2-1 31,1 1 0-31,2 3-4 0,2-1-2 0,-5 5-1 16,-3 1 0-16,-7 1 3 16,-1 2 2-16,-4 1 0 15,-1-2 0-15,-3 3 1 16,-1 0 0-16,-4-2 1 15,-1 2-1-15,-5 0 1 16,-2-2 0-16,-8 4 1 16,-1-1 0-16,0 3 1 15,-5 2 0-15,-2-2 1 16,-4 0-1-16,-8-3 1 0,1-1 0 16,-5-4 0-1,1-2-1-15,1-5 1 16,-1-2-3-16,3-4-23 0,1-4-30 0,7-6-90 31,2-4-71-31</inkml:trace>
  <inkml:trace contextRef="#ctx0" brushRef="#br0" timeOffset="298.68">7050 6481 519 0,'-4'-3'241'0,"-3"-2"-90"0,6 2-105 16,1 1-25-16,6 0-17 15,3-3-4-15,8-2 0 16,6-4 2-16,6-2 3 0,3 0 8 15,2-3 21-15,-3 4 8 16,-3-2 7 0,-2 0-7-16,0 1-20 0,-1-1-10 15,1 5-15 1,0 2-39-16</inkml:trace>
  <inkml:trace contextRef="#ctx0" brushRef="#br0" timeOffset="5152.6">3172 6391 729 0,'-6'1'270'0,"-4"5"-209"16,2 2-41-16,2 7-20 15,-1 4-2-15,-3 8 2 31,-2 1 0-31,-5 6 0 0,0 5 3 16,-2 12 0-16,-3 8 0 0,-6 14-7 16,-1 7-58-16</inkml:trace>
  <inkml:trace contextRef="#ctx0" brushRef="#br0" timeOffset="5694.83">2991 8078 690 0,'-5'-1'297'0,"-3"-1"-145"15,0 0-36-15,4 1-38 16,0 1-9-16,1 0-31 0,0 0-16 16,2 0-19-16,1 0-3 15,-4 12-3-15,-9 39-1 16,4-1 1-16,-4 10 0 16,-10 27 0-1,-8 14-20-15,-12 22-133 16</inkml:trace>
  <inkml:trace contextRef="#ctx0" brushRef="#br0" timeOffset="8601.64">4822 4724 433 0,'-8'-8'194'0,"-17"-6"-98"0,5 1-43 0,-1 2-50 16,-1 1-8-16,-2 2-13 15,-5 2-3-15,-4-1 1 16,-6 0 7-16,-1 1 9 16,1 0 4-16,-1 3 0 15,0 2 0-15,1 5-2 16,-2 2 1-16,-1 2-3 0,0 6-1 15,0 1 1-15,1 3-1 16,8 6 3-16,4 3 0 16,3 8-1-16,3 7 0 15,-1 2 0 1,1 0 2-16,0 0 0 16,2-3 1-16,5 0 0 15,1-2 1-15,7 4 3 16,3 0 3-16,6-1 10 15,4 2 6-15,6-6 2 0,3-4 0 16,8-5-7-16,5-5-2 16,11-4-5-16,6-1-2 15,8-3-4 1,7 2-1-16,8-1-2 0,3-2 0 0,0-6-2 16,2-2-4-16,0-9-2 15,-3-6 1-15,-6-8 6 16,-4-7 14-16,-10-9 21 31,-2-5 7-31,-3-10 7 16,-2-7 0-16,-5-12-15 15,-2-1-4-15,-13-2-10 0,-4 6-7 0,-14 7-1 16,-9-3 7-16,-15 3 16 16,-8-1 11-16,-16 9 3 15,-7 6-7-15,-13 15-19 16,-10 8-31-16,-27 23-128 15</inkml:trace>
  <inkml:trace contextRef="#ctx0" brushRef="#br0" timeOffset="17425.06">21046 6053 790 0,'-7'-6'369'31,"-11"-3"-128"-31,3 4-168 0,1 5-66 16,1 4-7-16,-3 6-1 16,1 0 0-16,-7 1 1 15,2 2 0-15,-3 3 0 16,-2 0 0-16,1 6 0 15,-5-1 2-15,3 2 6 16,2 1 1-16,5 5 1 16,3 4-2-16,1 4-5 15,3 1-3-15,2 2 0 0,4 0 0 16,9-1 0-16,2-4-1 0,9-5 1 16,3-3-1-16,5-7 1 15,3-2 2-15,3-12 2 16,-1-5 3-16,3-10 10 31,0-7 3-31,0-8 2 16,5-4 0-16,-4-4-8 0,-1 0-3 15,-4-1-2-15,-7-4 0 0,-2-5 1 16,-1-1 0-16,0-2-2 16,2 5-1-16,-5 6 8 15,-4 4 10-15,-5 6 21 16,-5 0 5-16,-7 5-3 15,0 0-9-15,-5 1-21 16,-1 4-7-16,-3 1-10 16,-4 1-2-16,-5 5-5 15,-6 1-4-15,-8 6-37 0,-4 4-34 16,-10 10-131-16</inkml:trace>
  <inkml:trace contextRef="#ctx0" brushRef="#br0" timeOffset="25739.5">20810 7093 547 0,'-5'-8'332'0,"-3"-5"-4"0,4 6-232 31,2 4-47-31,4 5-40 16,1 2-6-16,-3-4-3 16,0 0 0-16,0 0 1 15,5 10 2-15,15 27 9 16,-13-19 3-16,1 2 5 16,-2 0-1-16,4 3-10 15,-1 3-3-15,2 6-4 0,2 3-1 16,1 12 0-16,2 6-10 15,0 13-112-15,2 4-220 0</inkml:trace>
  <inkml:trace contextRef="#ctx0" brushRef="#br0" timeOffset="26324.23">20824 8323 1010 0,'-2'-2'410'0,"-3"0"-286"16,4 2-40-16,1 0-83 16,0 0-7-16,4 14 3 15,10 31 0-15,-6-10 0 16,1 7 1-16,0 13 1 0,-2 6 1 0,0 4 0 31,-1-1 1-31,0-2 1 16,-1-4 0-16,-1-1-1 15,-1-1 0-15,-2-9 0 16,-1-3-1-16,0-9-44 16,0-3-49-16,0-6-154 15</inkml:trace>
  <inkml:trace contextRef="#ctx0" brushRef="#br0" timeOffset="32403.89">20547 9815 748 0,'-3'-9'318'0,"-4"-7"-159"0,4 1-115 16,-1-2-22-16,1-1-15 15,0 0 0-15,0-3 1 16,0 2 4-16,0-3 12 16,3 1 5-16,-2 2 7 15,0 3-1-15,1 2-2 0,-4 3-4 16,3 4-8-16,1 1-5 15,-1 3-13-15,1 1-6 16,1 3-5-16,0-1-1 16,0 0 0-16,1 8 4 15,4 14 0-15,8 36 2 0,-3-11 0 32,2 8-1-32,4 13 2 15,0 4 1-15,-1 7 1 16,3 5 0-16,-6-9 1 0,2-6 0 0,-1-16 1 15,-5-9 0 1,1-7 0-16,2-5-1 0,-1-5-11 16,1-2-57-1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32:00.335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19791 4449 84 0,'2'-2'34'0,"1"-1"-20"0,0 2-9 0,-3 0-3 0,0 0 18 0,0 0 42 0,0 0 13 16,0 0 12-16,0 0-13 15,0 1-39-15,0-5-12 16,-1 1-11-16,0-1-3 16,0 0 4-16,-1 1 7 15,2 3 16-15,-1 0 10 0,0 0 9 16,0-1-3-16,-2-2-12 16,2 2-11-16,-5-3-17 15,3 3-5-15,0 1-4 16,0 0 2-16,0 0 11 15,-2 0 6-15,0 1 4 16,0 1-1-16,1 0-12 16,-1 2-6-16,-20 24-5 15,22-19 0-15,-2 3 2 16,2 1 9-16,-2-2 5 16,2 1 2-16,0 1-2 15,0-3-9-15,2 0-5 16,-1 1-2-16,0 0 0 15,0 0-1-15,0 1-1 16,2 0 1-16,-2 0-1 16,1 0 1-16,0 3 0 0,1-1-1 15,1 0 1-15,2 0-1 16,-1-3 1-16,-2 1-1 16,-1 0 1-16,1 0 0 15,0 1-1-15,1-1 1 16,0 1-1-16,0 0 1 15,-1 1-1-15,0-1 1 16,0 0 0-16,-2 1 0 0,1 0 1 16,1 1 1-16,0 0 2 15,1-1 0-15,-2 0 1 16,1 1-1-16,0-1-3 16,0-3 0-16,0 0-1 15,1 1 1-15,1 0 2 16,0 2 1-16,-2-2 1 15,1 0 0-15,-1-1-2 16,0 1-1-16,0 1-2 16,0-3 0-16,0 3 1 15,0 0-1-15,1 0 1 16,0 0 2-16,1-1 3 16,0 2 2-16,-1 1 6 15,4 1 2-15,-5-3 3 16,1 0 0-16,1-3-1 15,-2 2-3-15,1 3-5 0,0-2-2 16,-1 1-4-16,0 1 0 16,1-1-1-16,-1 2 0 15,0-2 0-15,0 2 0 16,0-1 3-16,2-1 6 16,-1 2 9-16,-1-3 3 15,0 0 1-15,0 3-6 16,0-3-7-16,0 1-3 0,0 2 2 15,-2-7 5-15,1 5 6 16,0 0 3-16,0-1 0 16,1 1-4-16,0-2-5 15,-1 1-3-15,1 0-6 16,-2-1-2-16,1 1-2 16,0 1 1-16,0 2 3 15,-2-1 3-15,2 1 2 16,-2 0 0-16,0 2-4 15,2 0-1-15,-4-1-4 16,3 3 0-16,-3-7 0 16,2 6-1-16,-1-3 0 15,-1 0 0-15,1 1 0 16,1-2-1-16,0 3 1 16,0 1-1-16,-2-2 2 0,3 2-1 15,1 2 2 1,-4-1 3-16,5 5 5 0,-4-2 1 15,-1 1 0-15,1-3-2 16,3 4-6-16,-2-1-1 16,3 0-2-16,1 3-1 15,-1-5-1-15,1 2 1 16,-2-3 0-16,0 1-1 16,-2-2 0-16,1 1 1 15,2 1 0-15,0 1-1 0,2 2 0 16,-1-2 0-16,-1 4-1 15,0-1 1-15,1 2 0 16,-2 1-1-16,2-2 0 16,-1-1 1-16,2 1-1 15,0-4 1-15,0 1-1 16,-1-3 0-16,0 2 1 16,-1 0-1-16,-2 2 1 15,4 1 0-15,-4 1 0 16,3-1 0-16,-1-1-1 15,-1 1 0-15,2 1 0 16,2 0 1-16,-3 0 0 16,-1-2-1-16,0-1 1 15,-3 0-1-15,2-2 1 16,2 1 0-16,-3 0-1 16,1 0 1-16,1 2 0 15,-1 0-1-15,1 1 0 0,2 0 0 16,-1-1 1-16,0 0-1 15,2 1 1-15,-2-1-1 16,0-3 1-16,-1-1-1 16,-3 0 1-16,3-1 0 15,2-1-1-15,4 4 1 16,-5-1-1-16,2-1 0 0,-2 0 1 16,-1 1-1-16,2-1 1 15,1 2-1-15,1 2 1 16,-3-3 0-16,1 5-1 15,0-1 1-15,-1 0 0 16,0 2 1-16,0-4 0 16,0 0 2-16,3-1 2 15,-1 1-1-15,-1 3 1 16,5-1-2-16,-3 1 0 16,1-1 0-16,1 0 2 15,-5 0-1-15,1 4 1 16,-1 0-1-16,0 2-2 15,1-1-1-15,1 0-1 16,-2-2 1-16,0-1-1 16,0 4 1-16,0 1-1 15,2 4 0-15,1 3 1 16,-2 1 0-16,2 1-1 0,-3 0 1 16,0-1 9-16,0 2 2 15,1-1 7-15,-2-3 1 16,-2 2-8-16,0-2-3 15,1 1-5-15,1 3-3 16,-4-6 0-16,2 2 0 16,-3-4 0-16,-1-3 0 15,6 1 0-15,-6-3 0 0,2 2-2 16,2 0 0-16,-2-2 1 16,0 2-1-16,4 1 1 15,-1 0-1-15,0 5 1 16,4-2-1-16,-5 0 1 15,3-2 0-15,2 1 0 16,-2 1 0-16,3 2 0 16,-3 0 0-16,-2 1 1 15,0-2 1-15,2 1-1 16,0-1 0-16,3-4-1 16,-4-3-1-16,2 0 0 15,0-1 0-15,-1-2 0 16,7 5 0-16,-4-3 0 15,-3-1 0-15,0 1 0 16,-2-2 0-16,0 3 0 16,2 1 0-16,1 4 1 0,-1-3 2 15,1-1 2-15,-1 0 0 16,-1-3 0-16,1 5-1 16,0-3 1-16,0 1 2 15,0-2 5-15,3-1 1 16,0-4 1-16,3 1-2 15,1-1-3-15,-5-3-1 16,4 0-3-16,-2-2-1 0,1 3-2 16,2-1 0-16,-3-3-1 15,1 3 0-15,0-2 0 16,3-3-1-16,-1 1-8 16,0-3-6-16,0-4-17 15,-3 0-9-15,2-2-21 16,1 0-26-16,4-4-79 15,0-2-88-15</inkml:trace>
  <inkml:trace contextRef="#ctx0" brushRef="#br0" timeOffset="3900.18">18518 4679 115 0,'-2'0'79'0,"2"0"6"0,1 0-19 0,-1-1-12 0,0 1 7 0,0 0 20 15,0 0 7-15,0 0 2 16,0 0-4-16,-1 0-18 16,0-1-8-16,0 1-19 15,0 0-9-15,1 0-4 16,0 0 2-16,0 0 3 15,0 0-2-15,-1-1-10 0,0 1-6 16,0 0-4-16,1 0-2 16,0 0 3-16,0 0 5 15,0 0 3-15,0 0 2 16,0 0 3-16,6 0-3 16,3-1 4-16,21-1 3 15,-16 1 1-15,-1-2-3 16,3 1-9-16,3-2-5 15,2 1-6-15,0-1 0 16,-1 1-1-16,3-1-1 0,-3 2 0 16,1 0-1-16,1-1 0 15,-2 2 0-15,0-2-1 16,-1 0 0-16,-3 1-1 16,0 1 0-16,-3-1 0 15,-2 0-1-15,-1 2 1 16,-5-2-1-16,1 2 0 15,2 0 1-15,-4 0-1 16,-3 1-1-16,-1 0 1 16,0-1 0-16,0 0-1 15,0 0 1-15,0 0 0 16,0 0 0-16,0 2 0 16,0 3 1-16,-1 1 0 15,1 1 0-15,-7 24 0 16,4-22-1-16,-4 2 1 0,4 1-1 15,-5 1 1-15,-1 2-1 16,0 0 1-16,-1 0 0 16,2 2 0-16,-1 0 1 15,1 0 1-15,-6 1 0 16,0-3 3-16,0 0 0 16,0 1 2-16,4 1 0 15,-2-2-1-15,2-1-1 0,-2-2 5 16,-2 0 2-16,3 2 2 15,-1 0 2-15,4 0-5 16,0-3-3-16,-1-1 0 16,0-1-2-16,-1 1 2 15,2-1 0-15,0 1 1 16,0-1 0-16,0-1 0 16,2 1-1-16,0-2-1 15,-2 1-1-15,2-1 1 16,-2 1 1-16,3 0 1 15,0 0 0-15,2 0 0 16,2 1-2-16,-5-1-2 16,2 0-1-16,0 1 1 15,0-1 2-15,-1-3 0 16,2-1 0-16,-2 1-2 16,4 0-2-16,2 0-2 15,-5-3-1-15,5-1 0 0,-2 0-1 16,1-1 0-16,0 0 0 15,0 0 1-15,0 0-1 16,0 0 1-16,0 0 0 16,0 0 0-16,0 0-1 15,6 3 1-15,1-1-1 16,24 10 1-16,-20-14 0 16,3-2 0-16,2 5-1 15,1-2 0-15,0 0-1 0,-1-3 2 16,2-1-1-1,5 2 0-15,-2-2 0 0,4 3-1 16,-3-2 1-16,1 2 0 16,1 1 0-16,-2-4-1 15,-3-1 1-15,-1 1-1 16,2 0 0-16,1 2 1 16,1-2-1-16,-1 1 1 15,-4 0-1-15,-2 0 1 16,-1 1 0-16,-1 2 0 15,0 1-1-15,-4 0 0 16,0 2 1-16,-2-3-1 16,-1 1 1-16,0 0 0 15,-3-1-1-15,0 2 1 16,-1 0-1-16,-2-1 1 16,0 0 0-16,0 0 0 0,0 0 1 15,0 0 2-15,0 0 1 16,0 0 3-16,0 0 0 15,0 0 1-15,0-1 0 16,0 0 5-16,0-6 1 16,-1-10 7-16,-3-22 0 15,1 17-3-15,1 1-4 16,0 2-5-16,0 2-3 0,1 3-1 16,0 0 1-16,1 7-2 15,-1-2-1-15,0 5-1 16,1 0 0-16,-1-3-2 15,-1 5 1-15,0 0-1 16,1 0 0-16,0 2-1 16,0-1 1-16,0 0-1 15,1 1 0-15,-1-1 0 16,1 0 0-16,0 0 0 16,0 1 0-16,-1 0-1 15,0 0-1-15,1 0-4 16,-1 0-11-16,0 0-28 15,0 0-20-15,0 0-73 16,1 0-47-16</inkml:trace>
  <inkml:trace contextRef="#ctx0" brushRef="#br0" timeOffset="6048.45">20401 3786 271 0,'0'-1'105'0,"0"-2"-65"0,2 0 4 0,-2 3 20 0,0-1 50 0,0 0 26 16,0 0 5-16,2-9-3 16,8-27-27-16,-8 21-19 15,-1-5-28-15,1 1-11 16,-2-6-6-16,1 4 1 0,-2-4-3 16,1-4-2-16,-3 6-9 15,-3-1-6 1,1 3-6-16,-2-2-2 0,-1 4-2 15,1 1 1-15,-1 4-2 16,1 7-3-16,-3-1-7 16,0 2-2-16,-1 7-7 15,1-2-2-15,-2 4-1 16,-1 0-2-16,3 8-2 16,-6 0-2-16,1 7 2 15,1 6 1-15,-5-1 2 16,5 5 0-16,0 1 1 15,3 0-1-15,1 1-1 16,2-4 0-16,4 1-6 16,0-4-8-16,4-1-16 15,2-1-6-15,2-4-2 16,1-2 6-16,0-3 17 16,0-4 7-16,0-5 7 0,2 2 2 15,-1-4 1-15,1 1 0 16,1-1-2-16,2-5-1 15,0 3-1-15,-4-2 0 16,0 2 4-16,-2 1 1 16,-4-2 0-16,2 3 1 15,-2-1-1-15,-1 0 0 16,1 0-6-16,-1 1-2 0,1 0-1 16,-1 0-1-16,0 0 5 15,0 0 2-15,1 0 2 16,0 0 0-16,0 0 0 15,0 0 1-15,0 0 0 16,0 5 0-16,0-4 0 16,0 0 2-16,0 0-1 15,0-1 1-15,0 0 1 16,0 1 0-16,0-1 0 16,-1 0 0-16,0 0-1 15,0 0-2-15,1 0 0 16,0 0 0-16,0 0 1 15,0 0 0-15,0 1 1 16,-1-1-1-16,0 0-1 16,0 0-4-16,0 0-37 15,0 0-35-15,0 0-208 16</inkml:trace>
  <inkml:trace contextRef="#ctx0" brushRef="#br0" timeOffset="7114.45">20374 3531 497 0,'0'1'222'0,"0"1"-72"0,-2 0-130 0,2-2-15 0,-1 0 10 0,0 0 39 0,0-1 32 0,1 0 40 16,-1 0 5-16,-1 0-19 16,-1-3-24-16,0-6-33 15,-26-21-9-15,19 24-17 16,4-1-4-16,0 3-5 15,1 0-3-15,1 2-2 16,-2 2-1-16,-1 1-5 16,0 1-2-16,0 2-3 0,-5 1-2 15,1 3 1-15,-2 0 1 16,-1 4-2-16,0 3 0 16,1 6-2-16,-1 4 0 15,-1 5-1-15,0 3 1 16,2 3 0-16,-1 3 0 15,3 0 0-15,-1-2 0 0,4-2 0 16,1 0 0-16,2-4 0 16,3 1 0-16,2-5 0 15,0 0 1-15,3-1-1 16,3-2 0-16,1-2 0 16,2-6 0-16,0-3 0 15,-1-6 1-15,3-5 1 16,0-1 1-16,3-5 0 15,1-3 1-15,2-5 1 16,2-5-1-16,1-4 1 16,1-2-2-16,-2-2 0 15,1-1 1-15,-4-3 0 16,1 1 1-16,-5-2 3 16,-1-2 3-16,-4-2 6 15,-1-2 4-15,-1-1 0 16,-2 0-2-16,1 7-8 15,-1 1-1-15,-1 6-5 16,-1 5 1-16,-1 6 0 16,-2 1 0-16,0 6 1 0,-2 2-2 15,1 2-5-15,-2 1-3 16,3 3-6-16,1-2 0 16,0 0 1-16,-1 9 2 15,-9 33 4-15,8-18-1 0,0 8 2 16,3 4 0-16,0 4-1 15,-2 3-1 1,2-4-1-16,-1-3-4 0,1-2-6 16,-1-3 0-16,4-3-1 15,-1 0 4-15,0-8 2 16,7-2-1-16,-2-4-2 16,2-5 0-16,2-4 3 15,1-2 2-15,2-7 4 16,5-3 2-16,4-5 1 15,-1-5 1-15,4-1 1 16,1-1-1-16,-1-1 0 16,1 0-1-16,-1 2 1 15,-2 0-1-15,-6 4 2 16,-1 1-1-16,-7 1 1 16,-4-1 0-16,-3 2-4 15,1 4-18-15,-4 1-57 0,0 4-43 16</inkml:trace>
  <inkml:trace contextRef="#ctx0" brushRef="#br0" timeOffset="7664.64">20960 3621 618 0,'4'-2'240'0,"2"1"-141"0,4-1-92 0,-1 0 5 0,3 1 9 0,0-2 18 0,2-1 31 0,0 1 2 15,0-3 1-15,2-3-12 0,0 2-29 16,5-1-9-16,-1 0-10 15,1 3-5-15,-2-1-7 16,-2 1-4-16,-2 2-43 16,-4 0-55-16</inkml:trace>
  <inkml:trace contextRef="#ctx0" brushRef="#br0" timeOffset="7964.32">21002 3849 932 0,'0'1'351'0,"1"-1"-231"16,2 0-120-16,-3 0-1 15,0-1 1-15,0 1 2 16,11-2 29-16,23-9 16 16,-21 3 21-16,2-1 5 15,0 1-27-15,4 1-15 16,3 1-23-16,-1-3-9 0,7 0-63 16,-2 1-44-16,2-2-263 15</inkml:trace>
  <inkml:trace contextRef="#ctx0" brushRef="#br0" timeOffset="8897.7">22077 3483 627 0,'-2'0'287'0,"-3"-1"-131"16,2 0-80-16,-2-4-16 15,-2-1-3-15,1-3 13 16,-2-3 6-16,3-1-5 0,-1-3-11 16,2 0-11-16,1-3-18 15,0 1-6-15,0-5-7 16,-1-2-1-16,0-4-1 16,1 2 0-16,1 4 2 15,-3 0-1-15,0 6-4 16,-1 2-1-16,-3 3-2 15,2 3-2-15,-5 5-5 16,-1 3-3-16,-4 5-3 16,-3 4-2-16,-3 7 0 15,-2 6 0-15,0 10 1 16,-4 2 0-16,2 6 2 16,-2-1 0-16,2-3 0 15,6-5 1-15,4-8 0 16,4-4 0-16,8-9 0 15,3-2-2-15,5-5-1 16,5-2-2-16,8-5 1 0,4-1 1 16,9-5 3-16,0-1 0 15,1-3 0-15,3 1 1 16,-5 1 0-16,0 4 0 16,-2 6 0-16,-7-1-1 15,-3 7-3-15,-3 0-1 0,-4 8-2 16,1 6 1-1,-3 7 1-15,-1 5 1 0,-4 5 2 16,2 2 1-16,-3 6 1 16,0 1 0-16,-1 5 0 15,-1 0-1-15,-6-4 1 16,0 2 0-16,-4-5 0 16,-1-1 0-16,-1 1 1 15,-3-2 0-15,-3-1 0 16,-1-2 2-16,-1-6 0 15,2-4 2-15,3-9 4 16,-1-4 4-16,2-6 17 16,-3-6 7-16,-3-3 9 15,-1-4 0-15,-5-6-7 16,1-2-5-16,0-7-6 16,1-4-4-16,1-10-9 15,2-4-4-15,4-9-8 16,1-4-10-16,14 4-27 15,4-1-23-15,13 4-72 0,5 5-56 16</inkml:trace>
  <inkml:trace contextRef="#ctx0" brushRef="#br0" timeOffset="9334.15">22353 3190 814 0,'0'0'275'16,"-1"0"-263"-16,1 1-13 0,0-1-2 0,-1 0 3 0,0 0 46 0,1 0 24 0,-1 0 21 16,0 0 1-16,-4 9-41 15,-17 30-23-15,12-10-22 16,-3 5-2-16,-4 8-2 16,0-1 0-16,0 3-1 15,-1-1 0-15,4 2 0 0,2 4 0 16,3 0 0-16,3 1 0 15,5-3 0-15,1-4-1 16,3-4 1-16,4-4 0 16,4-10 0-16,5 2 1 15,2-11 0-15,4-1-1 16,2-4-28-16,1-5-25 16,5-3-122-16,0-4-149 15</inkml:trace>
  <inkml:trace contextRef="#ctx0" brushRef="#br0" timeOffset="10331.16">22573 3346 767 0,'-4'-2'266'0,"-3"0"-243"0,0 2 2 0,4-2 24 0,2 0 20 0,1-2 49 0,-1 3-1 0,1 0-21 0,0 1-17 16,4-9-46-16,25-23-11 16,-8 22-13-16,0 0-5 15,7 2-2-15,4 2-1 16,-2 0 0-16,2 4 0 16,-3-1-1-16,-3 3 0 15,-4 2 0-15,-5 0 0 0,-4 4-2 16,-2 2-1-16,-9 2 0 15,4 3-1 1,-6 2 1-16,0 2 0 0,0 2 1 16,-6-1 0-16,-4 5 1 15,-6-2 1-15,-3 5 0 16,-3 1 0-16,-4 1 1 16,-2 3-1-16,-2 1 1 15,2 1 0-15,0-1-1 16,2-1 1-16,3-2 0 15,2-2-1-15,0-3 0 16,3-4 0-16,3-4 1 16,2-2-1-16,3-5 1 15,2 1 0-15,6-2 0 0,-4-4-1 16,5 0 0-16,1-1 0 16,2-2 0-16,-2-1-1 15,0 0 1-15,0 0 0 16,14 2 0-16,28 3 0 15,-17-5 1-15,2 0-1 16,5-2 0-16,3 2 0 16,5-3 1-16,-3 2 0 0,2-2 0 15,-6-1 0-15,-3-1 0 16,0-2 1-16,-7 4-1 16,3 0 0-16,-4-1 0 15,-1 2 0-15,-1-1 0 16,-4 1-1-16,0 0 2 15,-3-3 0-15,-5-2 0 16,0 2 1-16,-3-1 5 16,0 3 5-16,-2-1 6 15,0-5 3-15,-1 0 10 16,0 1 3-16,1-1 12 16,-3-3 4-16,0-5-1 15,-2-4-3-15,-2-3-11 16,2 2-7-16,-3 0-13 15,1 5-5-15,-2 3-11 16,-2 5-5-16,-1 2-10 16,-4 1-10-16,-1 4-32 15,0-1-29-15,-1 3-90 0,3 1-111 16</inkml:trace>
  <inkml:trace contextRef="#ctx0" brushRef="#br0" timeOffset="10964.93">23161 3157 894 0,'0'-1'333'0,"3"0"-265"15,-3-1-29-15,0 2-36 0,0-1-2 0,0 1 20 0,0 0 14 0,5-1 18 16,5 1 11-16,21-1-11 16,-22 4-14-16,6 3-20 0,-2 6-8 15,8 8-10-15,3 4 0 16,3 10-1-16,3 7 0 16,-2 1 1-16,-1 3-1 15,-3-2 0-15,-4-4 1 16,-3 6 0-16,-5-2 0 15,-4 8-1-15,-4-2 0 0,-6 1-1 16,-5-2 1-16,-8-7 0 16,-2-2 2-16,-6-2 0 15,-1-3 0-15,0-1 2 16,-1-3-1-16,0-3 1 16,2-2 2-16,2-6 3 15,4-1 3-15,3-7 2 16,-2-4 1-16,6-1 0 15,2-2 2-15,2-3 0 16,2 0-1-16,0-1-4 16,0-3-3-16,3 1-4 15,0 1-2-15,0 0-4 16,0 0-16-16,0 0-41 16,0 0-35-16,0-3-148 15</inkml:trace>
  <inkml:trace contextRef="#ctx0" brushRef="#br0" timeOffset="14297.65">23900 3895 242 0,'-3'-6'160'16,"-2"-5"-3"-16,-1 1-29 0,5 4-14 0,-3-2 4 0,-1 2-5 0,0 0-15 16,-1 0-11-16,3 6-30 15,-1 0-15-15,-1 0-24 16,0 0-8-16,-1 4-8 16,1 4-1-16,-2 8 2 15,0 4 0-15,0 8 1 16,-1 3-2-16,2 8 0 15,0 7-2-15,2 4 0 0,1 3 0 16,1 4 0 0,1-1 0-16,0 5 0 15,0 4 1-15,1-1 0 0,1-1-1 16,0-3 1-16,-1-4 0 16,-2 3-1-16,-1 1 2 15,-3-2-1-15,1 1 0 16,-4-4 1-16,1-1-1 0,-1 0 0 15,1 0 0-15,-1 6 0 16,-1-2-1 0,-1 2 1-16,0 2 1 0,0-7-1 15,0 3 2-15,4-2 18 16,0-3 11-16,0-3 10 16,4-5 2-16,2-5-16 15,2 0-11-15,1 3-10 16,-2 2-2-16,-2 0-3 15,-3 0 15-15,1-3 15 16,-2-3 8-16,-1 1 8 16,2-1-6-16,4 5 1 15,0-2-1-15,2 0 10 16,-1-1-7-16,-1 0-12 16,1 0-6-16,0-1-11 15,0-4-2-15,-2-2-1 16,-1 0 2-16,0 0 5 0,-3 1 5 15,3 2 7-15,-1 2-1 16,-2 1-6-16,1 3-6 16,-2-2-9-16,0-1-1 15,1-4 1-15,1-2-1 16,5 3 0-16,-1 3 0 16,-2 3 1-16,1 0 3 0,-3 1 10 15,0-3 2-15,2 2-4 16,3 1-1-16,-1-1-12 15,0-1-2-15,0 2-3 16,-2 0-1-16,0 1-1 16,-1 1 1-16,-1 0 1 15,3 2-2-15,-3 0 1 16,0 3-1-16,1 3 0 16,-3-1 0-16,3 1 1 15,1 1 0-15,0-3 1 16,2-2-2-16,-1 0-1 15,-1-3-1-15,-2 3-3 16,3 4-1-16,-3-2-1 16,1 1 1-16,1-2 1 15,-2-1 1-15,2 2 3 16,-1 1-1-16,1 3-2 0,0 1 0 16,-2-5-2-16,3 0 1 15,-2 0 3-15,1-3 1 16,3 2 1-16,0-5-1 15,3-2-1-15,3-1-1 16,1-6 0-16,0-2 0 0,-1-3-2 16,1 1-1-16,0 1-5 15,1 2 0-15,-2-1 3 16,0-1 2-16,0-1 5 16,-2-3 1-16,2 3 1 15,-1-2 0-15,2-3 2 16,3 2 0-16,-4 0 0 15,0-2 0-15,-1 2-4 16,-2 0 1-16,3 1 0 16,-4 0 0-16,-2 0 0 15,3 0 2-15,-2-2 0 16,0 1 2-16,3 2-1 16,-3-4-1-16,0-1 1 15,-1 1-1-15,0-1 1 16,-1 3 1-16,1 2 1 15,1 2 2-15,-3 2 4 16,3 3 3-16,1 1 3 16,-3-5 0-16,3-2-4 15,-1-4-4-15,-2 0-5 0,1 1-2 16,2 0-1-16,0 2 0 16,-1 0 0-16,0 2-2 15,0-3 0-15,3 0-1 16,1-8-3-16,1-1-8 15,0-4-21-15,-3-7-18 16,2 0-52-16,3 1-31 16,1-5-100-16,0-5-261 15</inkml:trace>
  <inkml:trace contextRef="#ctx0" brushRef="#br0" timeOffset="15566.97">19681 10258 260 0,'-1'-1'51'0</inkml:trace>
  <inkml:trace contextRef="#ctx0" brushRef="#br0" timeOffset="15897.51">19707 10218 215 0,'2'-3'120'0,"5"-4"-27"15,0-1-42-15,1 3-45 16,1-3-10-16,-1 1-3 16,0 0 0-16,-3 2 6 15,0 2 12-15,-2 3 51 16,-1-4 22-16,-1 3 36 0,-1 0 15 16,0 0-25-1,0 0-15-15,0 0-19 0,0 1-14 16,0 0 2-16,-1 0 2 15,0 0-3-15,0 9-5 16,-5 28-15-16,5-16-7 16,1 6-15-16,0 3-4 15,0 2-2-15,0 2 7 16,2-1 7-16,0-2 0 16,-2 1-1-16,1-1-8 0,-1-6-9 15,-1-1-3-15,-1-3-5 16,0-1-2-16,-2-4-3 15,1 1-11-15,-2-5-43 16,1-1-38-16,1-2-262 16</inkml:trace>
  <inkml:trace contextRef="#ctx0" brushRef="#br0" timeOffset="20613.77">15130 768 203 0,'-5'4'89'0,"-4"0"-27"0,3 2-78 0,0-1-6 0,0-2 1 0,0 2 4 0,1-4 66 0,1-1 17 0,1-1 19 16,0 0 4-16,2 0-40 15,0 0-13-15,0 0-16 16,0 0-4-16,1 0 7 15,0 1 8-15,0-1 9 16,0 0-2-16,0-1-11 16,3-2-7-16,18-1-10 15,25-20-2-15,-14 23-4 16,-3-4-1-16,2 1 0 16,0-2-1-16,1 5 1 0,4 0 0 15,-1-1 0 1,-3 1 2-16,-3-1 1 0,0 2 0 15,-6 1 0-15,1 0-2 16,-6 0-1-16,-1 1-2 16,-6 5-1-16,-2-2 0 15,-5 5 2-15,-4 3 0 16,-3 5 2-16,-1 5 1 16,-7 0 1-16,-3 2 0 0,-5 1-1 15,-4 0 0-15,0 5-1 16,-4 0 0-16,2 2 1 15,0 0 3-15,0-3 12 16,0-3 5-16,0-4 3 16,2-1-2-16,5-3-11 15,2-2-5-15,3-4-6 16,2-1-1-16,1-4 0 16,2-1 0-16,4-2-1 15,-2-1-2-15,4-1 0 16,1 0-1-16,2 1 1 15,-1-3 1-15,0 0 2 16,8 1 2-16,11 3-1 16,20 1-1-16,-14-5 0 15,-3-3-1-15,6 1 1 16,5 2 0-16,0-2-1 0,4-3 1 16,2 4-1-16,-3-3 1 15,0-1-1-15,0 5 1 16,-4-3 1-16,-1 0 4 15,-3-2 5-15,-3-1 1 16,-1 3 0-16,-2-2-3 16,-3 4-5-16,0-5-1 0,-3 2-1 15,-1-1 0 1,-4-2 12-16,-2 3 10 0,-3-4 16 16,0-2 4-16,-2 0-6 15,-1-1-7-15,-2-2-10 16,-1 0 0-16,-2-4 1 15,1-2-1-15,-3-1-4 16,2 1-6-16,0 0-9 16,-1 2-1-16,0 5-2 15,0 3-1-15,0 5-3 16,-3 1-1-16,1 3-19 16,-3 0-11-16,0 0-31 15,1 0-31-15,2 4-92 16,2 0-82-16</inkml:trace>
  <inkml:trace contextRef="#ctx0" brushRef="#br0" timeOffset="21163.07">16159 880 643 0,'-1'-4'279'0,"-1"-1"-116"0,4 0-138 0,0 3-22 0,3 1-6 0,-1-3 0 0,0 2 1 15,1-1 1-15,1-1 1 16,-3 1 1-16,2 1-1 15,-1-1 0-15,-1 1 0 16,1-2 0-16,3 2 0 16,1 0-1-16,6-1 0 15,3 4 0-15,5 0 0 16,3-1 0-16,-3 0 1 0,-1 0 0 16,-3-1 0-16,1-1 0 15,2 1 1-15,-3-5 0 16,-2 4 0-16,0 2 0 15,-4-2 0-15,0 3 0 0,-4 0-1 16,-3-3 4-16,-4 2-74 16,-1-2-56-16</inkml:trace>
  <inkml:trace contextRef="#ctx0" brushRef="#br0" timeOffset="21500.62">16178 1074 881 0,'2'-4'317'0,"7"4"-268"15,2 3-91-15,8 2-77 0,1 4-9 16,1-7 20-16,0-2 35 16,-3-6 116-16,2-7 27 15,-1 0 23-15,2-2-2 16,3 4-44-16,1 3-17 16,0 0-20-16,1 2-6 15,-1 2-2-15,-1-1-1 16,-1 4 0-16,-3 0-5 0,-3-1-54 15,-3-1-48-15</inkml:trace>
  <inkml:trace contextRef="#ctx0" brushRef="#br0" timeOffset="22217.809">17003 614 335 0,'0'-1'22'0</inkml:trace>
  <inkml:trace contextRef="#ctx0" brushRef="#br0" timeOffset="22697.09">16995 600 256 0,'0'-3'192'0,"-1"-3"29"16,-3 1-50-16,4 0-74 16,-4 2-30-16,1 2-47 15,4 0-10-15,-1 1-11 16,0 0-1-16,0 0 0 16,-1 0 0-16,1 2 3 15,-6 16 0-15,-7 31 0 16,11-19-1-16,-2 3 1 15,3 2 0-15,2-1 0 16,1 2 0-16,6-3-1 16,2-6 1-16,3-8 1 15,0-4 2-15,3-9 4 16,0-4 2-16,1-5 1 16,3-5-1-16,-1-6-3 0,-1-3-1 15,1 1-1-15,0-1 0 16,-3 1-1-16,1 0-1 15,-4 4-1-15,-2 2-2 16,-3 7-2-16,-1 4-2 16,-3 4-2-16,-1 2 2 15,0 5 4-15,-1 1 0 16,-1 7 2-16,2 5 0 0,0 3 0 16,1 4-1-16,2 3 1 15,0-3-1-15,2 2 0 16,0-3 0-16,2-7 1 15,-1-3 0-15,-1-8 0 16,0-1 0-16,0-2 1 16,0-4 0-16,-1-1-19 15,0-1-22-15,0-6-59 16,-2-2-72-16</inkml:trace>
  <inkml:trace contextRef="#ctx0" brushRef="#br0" timeOffset="23080.82">17511 902 789 0,'1'-3'287'0,"2"-1"-227"0,4 2-54 0,-2 4-27 0,0 3-6 0,-4 4 0 0,-3 2 3 16,-3 3 15-16,-1-1 6 0,0 1 3 15,0-2 2-15,2-4 0 16,-2 1 1-16,1-4 1 16,1 0 1-16,1-3 2 15,3-1 1-15,0-4 4 16,-1 3-1-16,0-1 0 15,0 0-2-15,0 0-5 16,1-2 0-16,0-4-2 16,1 1-1-16,8-20-1 15,-9 22-1-15,0 2-7 16,0 2-15-16,-1 0-51 16,0 0-43-16</inkml:trace>
  <inkml:trace contextRef="#ctx0" brushRef="#br0" timeOffset="23304.16">18005 557 703 0,'4'-4'198'15,"4"-3"-294"-15</inkml:trace>
  <inkml:trace contextRef="#ctx0" brushRef="#br0" timeOffset="23830.09">18019 551 286 0,'-4'0'170'16,"-4"2"-3"-16,-1 4-108 15,-4 2-22-15,-3 5-20 16,1 2-7-16,1 5 1 16,1 1 2-16,-2 6 0 15,1-1-1-15,0 1-6 16,-3-1-3-16,6 2-2 16,1 4 1-16,0-3-2 15,1 4 1-15,-3-6-1 16,4 3 0-16,4 2 0 0,4 1 1 15,3 1 0-15,2-2 1 16,0-5 1-16,3-4 3 16,3-4 5-16,-2-5 2 15,5-3 4-15,0-5 2 16,3-6 11-16,4 0 3 16,1-6-2-16,2 1-4 15,3-3-14-15,-1-4-4 0,-1-3 2 16,-3-3 7-1,-5-1 4-15,-1 1 1 0,-8 0-1 16,0 1-7-16,-4 3 10 16,1 1 7-16,-5 3 6 15,-1 2 0-15,-4-2-3 16,-7 1-2-16,0 2-4 16,-1 0-2-16,-3 2-13 15,-2 1-7-15,1 3-4 16,-3 1-2-16,1 2 0 15,-1 2 0-15,2 1-1 16,-1 3 0-16,1 1-1 16,1 2-1-16,0 1-1 15,1 2-3-15,5 2-9 16,0 2-19-16,5 3-65 16,5 5-55-16</inkml:trace>
  <inkml:trace contextRef="#ctx0" brushRef="#br0" timeOffset="24496.85">18498 895 152 0,'1'-2'117'0,"6"0"19"0,-2-2-16 0,-2 2-41 0,0 2-25 0,0 1-37 0,-3-1-7 0,0 0 0 16,4 1 6-16,9 3 12 15,28 5 4-15,-18-8 0 16,2 1-4-16,7-1-10 15,0-1-3-15,8 0-5 16,2 0-2-16,3-2-1 16,0 1-2-16,-4-2 1 15,1 2 0-15,-4-2 2 16,1 0 1-16,-2-1-2 16,-1 2 0-16,-4-1-4 15,-4 0 0-15,-3 2-2 16,-5-1 1-16,-2-2-31 15,-6-2-59-15</inkml:trace>
  <inkml:trace contextRef="#ctx0" brushRef="#br0" timeOffset="25062.68">19203 663 945 0,'4'-2'337'0,"2"1"-365"16,2 4-86-16,2 8-54 15,2 1-12-15,-2-1 86 16,-2-2 40-16,1 0 62 15,-3 1 18-15,2-4 17 16,5 5 5-16,1-2-17 16,3-3-4-16,-1 2-15 15,0-2-7-15,2 1-1 16,-2 2-1-16,0-1-1 16,1-1 1-16,0-1-2 15,1-3 0-15,-4 3-1 16,0-2 0-16,-4 3 0 15,-1 1 0-15,-2 0-1 16,-3 1 0-16,-1-1 0 0,0 3 0 16,-3 0 1-16,-3 0-1 15,-2 3 1-15,-2-1 0 16,-3 1 1-16,-1 0 0 16,-3 5 0-16,0 0 0 15,-2 4 1-15,0 0-1 16,-2-2 0-16,1 1 1 15,0-3-2-15,-1 1 1 0,3-2-1 16,0-2 0-16,3-1-30 16,3-4-25-16,2-3-57 15,5-4-33-15,4-1-22 16</inkml:trace>
  <inkml:trace contextRef="#ctx0" brushRef="#br0" timeOffset="25911.82">20291 618 334 0,'2'-6'188'0,"-2"-7"-36"0,0 1-55 0,-3-3-34 0,-3 1 1 0,-4-2 17 0,4 0 5 0,-1 2-4 0,0-1-5 0,1 2-13 16,-1 1-9-16,-1 1-22 16,-1 3-10-16,-4 4-18 15,-2 3-4 1,-4 7-3-16,-5 3-1 0,-2 7 0 16,-2 3 0-16,3 3 0 15,3 2 0-15,9 0-1 16,4 0 0-16,3-2-1 15,5-4 2-15,1-8-1 16,3 0 0-16,7-7 2 16,4-2 0-16,7-2-7 15,2-6-4-15,7 1-2 16,-1-2 0-16,-2 3 8 16,-1 1 3-16,-3 6 0 15,-2 2 0-15,1 8-3 16,-2 6 1-16,-3 6 0 15,-2 1 2-15,-5 2 3 0,-2 0-1 16,0 4 2-16,-5 1 0 16,2 0 0-16,1 2 0 15,-7 0 0-15,1 4 1 16,-4 2 1-16,-1-3-1 16,-1-1 1-16,-6-5 1 15,0-6 1-15,-5-2 5 0,-2-5 8 16,2-2 0-16,-6-3 3 15,-1-1 1-15,-3-7 10 16,0-2 7-16,-4-3 4 16,0-3-5-16,-1-5-19 15,-3-2-8-15,7-3-4 16,2 0 3-16,11-5 1 16,6 3-1-16,3-10-13 15,3-6-19-15,4-7-41 16,6-6-26-16,13-5-110 15,9 1-18-15,8 2 17 16,3-4 27-16,2 8 116 16,4 1-4-16</inkml:trace>
  <inkml:trace contextRef="#ctx0" brushRef="#br0" timeOffset="26229.28">20686 415 1078 0,'-1'-1'361'15,"2"4"-359"-15,-3 1-22 0,1-4-5 0,-3 14 5 0,-14 32 16 0,6-16 3 0,-6 3 1 0,-2 5 1 0,-4 8-1 16,3 3 0-16,2 5 1 15,1-2-1-15,8-3 1 16,2-3-1-16,7-2 1 16,2-4 0-16,7-2-1 15,4-4 1-15,5-7 0 16,2-5-3-16,3-5-13 16,1-4-16-16,3-5-50 15,1-2-42-15,-1-5-118 16</inkml:trace>
  <inkml:trace contextRef="#ctx0" brushRef="#br0" timeOffset="27078.79">20738 693 1025 0,'2'-1'337'15,"0"-3"-379"-15,2 3-15 16,-4 0-4-16,0 0 12 0,1 0 52 16,11-6 10-16,27-15 14 15,-21 13 3-15,4 2-4 16,3 1-7-16,1 3-15 15,3 2-3-15,0 1-1 16,-2 4 0-16,0 2 0 16,-5 2-1-16,-2 3-1 15,-2 0 0-15,-7 4 0 16,2 0-1-16,-9-2 1 16,-1 4 0-16,-4-2 1 15,-4 4 1-15,-3-1 0 16,-4 0 1-16,0 4 1 15,-4-3-1-15,1 4 0 16,-5 1-1-16,-5-1 1 16,1 3 0-16,-3-4 1 0,3-3 0 15,2-3 1-15,2 1 0 16,2-5 0-16,4 2 1 16,1-6-2-16,3-1 0 15,3-1-1-15,4-3-1 16,4 1 0-16,2-1 1 15,7-1 0-15,3-1 2 16,5 1-1-16,5 1 0 16,2-3-1-16,5 0 0 0,3 0-1 15,0-2 1-15,-1-2 0 16,4 3 1-16,-4-4-2 16,0-1 1-16,1 6 1 15,-4-6-1-15,-3 1 0 16,0 1 1-16,-6-3 1 15,-2 1 3-15,-4-3 10 16,-2-1 8-16,-5-2 10 16,-1-3 4-16,-3 0-2 15,-2 0 1-15,-1 1-4 16,0 0-2-16,-1 2-5 16,0-3-5-16,1 5-9 15,-3 0-3-15,-1 3-7 16,3 2-2-16,-4 1-4 15,2-1-1-15,-2 3 1 16,-1 0-14-16,1-1-41 0,3 3-36 16,-1-1-153-16,0-2-78 15,3 2-4-15,0 0 53 16,3-4 178-16,1-12 90 16</inkml:trace>
  <inkml:trace contextRef="#ctx0" brushRef="#br0" timeOffset="27478.36">21429 533 1031 0,'0'0'382'0,"-2"-2"-275"0,2 6-111 0,0-4-12 0,0 1-11 0,4 15 6 0,10 20 8 15,-8-21 1-15,1-2 12 16,3-1 1-16,3 1 0 16,6 2-1-16,2 5 0 15,3 3 0-15,-2 2-1 16,-1 2 0-16,-1 1 1 16,-1 4 0-16,-4 4 0 15,-2 2 0-15,-8 2 1 16,-2 1-1-16,-6-2 1 0,-6-4-1 15,-3-2 0-15,0 0 1 16,-5-5-1-16,1-4 1 16,0-3-1-16,-2-6-1 15,3-2-14-15,-1 1-9 16,0-4-12-16,2 2-8 16,-4-4-32-16,4 1-40 15,0-3-89-15,-3-1-79 16</inkml:trace>
  <inkml:trace contextRef="#ctx0" brushRef="#br0" timeOffset="28961.96">21883 824 231 0,'3'4'64'0,"1"2"-91"0</inkml:trace>
  <inkml:trace contextRef="#ctx0" brushRef="#br0" timeOffset="29111.68">21947 847 238 0,'6'-4'172'0,"13"-1"18"15,1 0-47-15,6-1-69 16,3 0-22-16,1 1-36 16,-1-3-7-16,1 2-2 15,1 2-1-15,-2-2 0 16,1 3 0-16,-4-5-3 16,-3 1-1-16,0 3-2 15,-1 0-1-15,-7 3-11 16,-1 0-21-16,-8 0-115 15</inkml:trace>
  <inkml:trace contextRef="#ctx0" brushRef="#br0" timeOffset="29444.92">21860 1083 952 0,'11'-4'305'16,"8"0"-367"-16,6 0-65 15,2 0 1-15,6 2 10 16,0-2 77-16,2-1 71 15,1 2 14-15,-4-5 31 16,0 2 1-16,2-1-44 16,-1-4-16-16,1 3-40 15,1 1-30-15,-6-2-44 16,0 2-28-16,-3 0-86 16</inkml:trace>
  <inkml:trace contextRef="#ctx0" brushRef="#br0" timeOffset="29646.12">22522 743 847 0,'2'-1'323'0,"2"0"-383"16,2 2-241-16</inkml:trace>
  <inkml:trace contextRef="#ctx0" brushRef="#br0" timeOffset="30111.54">22534 772 468 0,'0'2'195'0,"-5"4"-120"15,2 3-34-15,-3 4-36 16,0 2-3-16,2 2 0 15,2 1-1-15,-3 1 0 16,-1 1 0-16,2 1 0 16,-5 1 0-16,8 2-1 15,-1-2 0-15,1-2 1 16,6-1 0-16,0-3 3 16,3-2 3-16,0-5 4 15,-2-4 0-15,4-4 0 0,0 0-2 16,2-2-1-16,4 0 1 15,-1-8 2-15,-2-1 8 16,2-2 8-16,-3-3 0 16,1 1-1-16,1-2-7 15,-5 1-6-15,2 0 1 16,-6 0 5-16,-1-1 5 16,-1 0 14-16,-3 1 6 15,0-2 1-15,0 5-3 0,-2-6-18 16,0 2-8-16,-2 0-6 15,-2-4-2-15,-2 5 0 16,1-3-1-16,-2 5-5 16,-2 3-2-16,1 3-2 15,-2 3-3-15,0 2-2 16,-3 2 0-16,1-1-1 16,2 2-7-16,2 2-56 15,0 1-44-15,-2 6-153 16</inkml:trace>
  <inkml:trace contextRef="#ctx0" brushRef="#br0" timeOffset="30358.38">22863 849 811 0,'2'0'217'0</inkml:trace>
  <inkml:trace contextRef="#ctx0" brushRef="#br0" timeOffset="30594.77">22894 867 304 0,'2'2'175'0,"-2"-1"-9"0,-1 5-112 16,0 1-24-16,-5 0-17 16,2 0-5-16,-1 0 4 15,-3-1 3-15,2 0 2 16,1 0-1-16,2-3-2 16,0-1-3-16,2-2 0 15,0 0 2-15,0-1 2 16,1 0 9-16,0 0 7 15,2-6 2-15,3-4-2 16,14-22-9-16,-15 25-11 16,1-1-3-16,0 1-7 15,-1 2-3-15,-3 2-18 16,-3 0-7-16,1 4-5 0,0 0 2 16,0 0-12-16,0 0-41 15</inkml:trace>
  <inkml:trace contextRef="#ctx0" brushRef="#br0" timeOffset="31711.09">23218 808 1034 0,'5'-1'370'0,"3"-6"-463"0,3 2-187 0,-5-1-64 0,0-2-19 0,-4-3 255 0,-2-2 218 0,1 0 142 15,-1-1 36-15,2 1-84 16,1-2-83-16,-7-1-84 15,1 0-25-15,-3 1-15 16,-3 0-2-16,2 3 5 16,-1 0 0-16,-1 3 2 0,0 1 0 15,-3 3-2 1,-3 2-2-16,-2 3-2 16,-4 2-1-16,0 8-1 0,2 4 1 15,1 10 0-15,1 3 1 16,5 3 1-16,3-1 0 15,7-2 1-15,3-4 0 0,7-4 2 16,3-5 1-16,2-7 5 16,3-3 1-16,5-7-1 15,2-2-1-15,2 0-5 16,-1-1 0-16,-3 3-1 16,-2 0 1-16,-2 1-2 15,-4 2 0-15,1 2-3 16,-2 2 1-16,1 6-2 15,-1 3 1-15,-3 6 2 16,-1 1 0-16,-3 3 2 16,-1-1 0-16,-2 0 0 15,-2 3 1-15,0-2-1 16,-4 1 1-16,-1 2-2 16,-2-4 1-16,0-2 0 15,2-6-4-15,0-1 0 16,4-4 1-16,0-5-1 15,2 1 0-15,2-5-34 16,0 1-13-16,-3-2-13 16,0 0 5-16,9-1 43 0,25-37 21 15,-21 19 36-15,0 0 5 16,2-3-5-16,-2-1-8 16,0-2-13-16,1-3 3 15,-3-1 11-15,-1-1 2 16,-2-3-3-16,-3 1-5 15,-1 6-5-15,0 2 2 0,-4 6 5 16,0 2-1-16,-4 3-6 16,-2 1-5-16,-7 1-15 15,-2 7-2-15,0 3-7 16,-1 7 0-16,1 6 0 16,0 3 0-16,0 2 2 15,2 3 0-15,1 5 2 16,2 1 0-16,4-3 0 15,2-1 2-15,6-10 0 16,6-1 1-16,5-3 1 16,0-2 1-16,3-2-2 15,2 1 0-15,2 1 0 16,0 0-2-16,0 5 1 16,-2 2-5-16,1 5 0 15,2 4 1-15,-4 1 1 16,1 4 4-16,-5 3 0 0,-6-2 0 15,3 1 1-15,-3 0-1 16,-4-6 1-16,8 1-1 16,-10-2 1-16,-1-5 0 15,6-2-8 1,-6-3-12-16,1-7-39 0,-1 0-33 16,0-4-94-16,0-1-83 15</inkml:trace>
  <inkml:trace contextRef="#ctx0" brushRef="#br0" timeOffset="32329.73">24004 719 303 0,'0'-3'156'16,"7"-1"-35"-16,-2 1-40 0,-5 0-16 0,1 3-3 0,-3 0-6 0,2 0-23 0,-1 0-3 15,0 0-12-15,0 0-6 16,0 0-4-16,-2 14-3 16,-12 26-3-16,3-22-1 15,-2 6 0-15,-3-5 0 0,1 1-1 16,2 2 0-16,-3-7 0 15,3-2 1-15,-4-9 3 16,0-1 0-16,2-3 0 16,0-1 0-16,1-3 1 15,-1-2 2-15,3 0 1 16,1-3 2-16,2-1 16 16,0 1 5-16,2-3 0 15,0 4-4-15,2 2-19 16,1 5-7-16,1 1 0 15,2 0-1-15,2 0 0 16,-1 0-1-16,1 0-3 16,0 14 1-16,3 24-2 15,2-19-15-15,1-4-22 16,2-1-15-16,1-4-37 16,-2 0-28-16</inkml:trace>
  <inkml:trace contextRef="#ctx0" brushRef="#br0" timeOffset="32844.92">24037 987 926 0,'6'0'280'0,"8"-1"-444"0,-3 2-7 0,0 1-16 0,-6 0 34 0,-1 1 229 0,-2-2 30 0,-1 3 34 15,2 3 6-15,-5 3-88 16,-2 6-24-16,-2 3-25 15,-3 1-3-15,-2-2-1 16,-2-3 0-16,-1-5 1 16,2-2 4-16,-3-5 2 15,-3-3-5-15,-1-6-12 16,-5-4-10-16,-1-3-5 0,0-2 8 16,3 0 24-16,3 1 9 15,3-2 3-15,4 5-4 16,-1-1-15-16,3 4-5 15,0 6-6-15,2 1 0 16,2 5 1-16,1 4 2 16,-2 6 3-16,1 2 0 15,1 7 0-15,-1-2-1 0,6-1-1 16,0 0 0-16,6-8-13 16,1 4-17-16,0-6-63 15,2-1-43-15</inkml:trace>
  <inkml:trace contextRef="#ctx0" brushRef="#br0" timeOffset="33393.68">24426 717 795 0,'-1'-1'306'0,"2"1"-274"0,1 0-123 0,-2 0-35 0,0 0-9 0,0 0 64 0,0 2 52 0,4 11 10 16,4 25 9-16,-5-15 9 15,-1 3 0-15,1 8 2 16,1 1-2-16,2 1-6 16,-1-1-1-16,0-3 2 15,1-1-1-15,-1-3 4 16,1-5-1-16,1-3 1 16,-3-4-1-16,1-4-3 15,-1-4 1-15,-3-4-1 16,2 0 0-16,-3-2-1 15,0 0-1-15,0-2-50 16,0 0-106-16</inkml:trace>
  <inkml:trace contextRef="#ctx0" brushRef="#br0" timeOffset="35160.03">15340 1925 505 0,'0'-2'188'0,"1"4"-113"0,0-1-99 0,-1-1-10 0,0 0 4 0,0 0 2 0,0 0 20 15,0 0 8-15,0 0 9 16,0 0 0-16,0 0 1 0,0 0 4 16,0 0 4-1,6 0 0-15,7-2-2 0,25-2-4 16,-17-1-6-16,5 1-1 15,5 0-3-15,2 4 0 16,5 0-2-16,0-1 0 16,-1 0 1-16,0 1-1 15,-5 2 0-15,-3 3 0 16,-5 2 0-16,-3-1 0 0,-7 4 0 16,-4 0 0-16,-5 4 0 15,-5 4 0-15,-5 2 2 16,-3 5 0-16,-6 0-1 15,-3 1 1-15,-3 5-2 16,-2 1-1-16,-2-1 1 16,-1 1 0-16,-3-4 2 15,-2-3 0-15,-2 0 1 16,-2-5-1-16,4-2 0 16,1 0-1-16,8-5 0 15,3 1 0-15,7-5 1 16,2-1-2-16,6-3 0 15,2-3-1-15,5 0 0 16,6 0 1-16,6 0 0 16,3 0 1-16,7-2-1 15,4-1 0-15,2 0 1 0,1-2-1 16,3 0 0-16,1-1 1 16,6-2-1-16,3 2 1 15,1-2 0-15,-5 0-1 16,4 2 0-16,-4-2 1 15,-5 1 0-15,3 1 0 16,-8-4 0-16,-1 0 0 16,-3 2 1-16,-6-1 0 15,-5 3 0-15,-2 1 0 16,-7-3 11-16,-1 4 8 0,-4 2 21 16,-3-2 11-1,-1 1 2-15,0 0-6 0,0 1-19 16,0 0-7-16,1 0-3 15,-1-1 8-15,-5 0 11 16,-4-2 3-16,-21-12 4 16,22 4 0-16,-2-2 3 15,3-1-1-15,-1-8-1 16,2 0-1-16,0-2-13 16,1-2-8-16,4 10-14 15,1 3-10-15,3 7-5 16,2 3-2-16,-3 3-7 15,-1-2-10-15,0 2-26 16,-1 0-29-16,1 0-62 16,0 0-33-16</inkml:trace>
  <inkml:trace contextRef="#ctx0" brushRef="#br0" timeOffset="35512.17">16555 1963 850 0,'0'-1'225'0,"1"3"-334"0,1 0-31 0,-2-2 19 0,0 0 45 0,0 0 52 0,1 5 53 0,-1-4 81 15,0-1 20-15,0 0 33 16,0 0-32-16,5 0-66 16,9-2-19-16,27-10-31 15,-23 4-7-15,3-2-6 16,-1 5-1-16,3 0 3 15,3-2-23-15,-2 2-78 16,0-1-60-16</inkml:trace>
  <inkml:trace contextRef="#ctx0" brushRef="#br0" timeOffset="35778.81">16651 2284 1264 0,'1'-2'468'0,"11"-3"-373"16,4 1-138-16,12 3-55 15,5-1-30-15,4 3-4 16,2-6 14-16,4-3 35 15,-1-3 38-15,3-7 39 16,-5 0-5-16,2-1-67 16,0 1-42-16</inkml:trace>
  <inkml:trace contextRef="#ctx0" brushRef="#br0" timeOffset="36110.65">17458 2023 1375 0,'0'0'450'15,"3"3"-480"-15,5 4-48 16,5 2-20-16,2 2 11 0,4-4 45 15,0-2 14-15,4-3 22 16,1-3 7-16,3-2 3 16,0-3-1-16,2 1 0 15,-1-1-1-15,-1-2 1 16,0 2-11 0,-5-3-58-16,-2 0-11 0,-2-6-5 15,0 0 2-15,-3-3-47 16,1 0-125-16</inkml:trace>
  <inkml:trace contextRef="#ctx0" brushRef="#br0" timeOffset="36593.61">17944 1785 566 0,'3'-9'287'15,"-1"-6"-77"-15,2 4-126 16,1 3-15-16,0 5-23 0,1 1-7 15,-1 2-15-15,0 2-11 16,1 4-9-16,-1 3-1 16,1 4 3-16,-2 5 2 15,-1 2 6-15,0 0 3 16,-2 4-1-16,3-1-1 16,1 4-8-16,2 0-2 0,1-1-3 15,3-1 1-15,4-9 1 16,0-5 2-16,4-6 3 15,1-5 2-15,2-7-2 16,4-1-2-16,-2-7-3 16,1-1-2-16,-3 2 1 15,-4-3-1-15,2 11-1 16,-2 0-1-16,-6 2-1 16,1 6-2-16,-5-2-2 15,0 6 0-15,1 7 1 16,-1 3 1-16,5 10 1 15,-2 0 2-15,2 4 0 16,1 2 0-16,-4 0 0 16,2 1 0-16,-3-1 1 15,-1-3-4-15,1-9-18 16,-3-3-11-16,-2-12-24 0,-2-3-11 16,-1-6-108-16,0-7-79 15</inkml:trace>
  <inkml:trace contextRef="#ctx0" brushRef="#br0" timeOffset="36844.65">18587 2018 1190 0,'4'-3'409'0,"3"-5"-381"0,1 0-20 0,-2-1-8 0,-1-1 0 0,0 1 0 0,-2-3 2 0,3 3 0 16,-2-1 0-16,-1 2 0 15,1 1-2-15,-2 0-11 16,1 2-18-16,-1-1-48 16,0 3-33-16,2 0-87 15,0 1-52-15</inkml:trace>
  <inkml:trace contextRef="#ctx0" brushRef="#br0" timeOffset="37443.75">19091 1683 1042 0,'8'-10'366'0,"5"-8"-339"0,0 5-95 16,-3 3-32-1,-5 6-39-15,-1 1 27 0,-4 1 56 16,3 2 33-16,-4 0 53 16,0 0 11-16,0 0-2 15,0 0-2-15,0 3-13 16,-12 11-9-16,-23 31-12 15,22-18-1-15,0 7-1 16,1 4 0-16,-1-2 0 16,2 0 0-16,1 1-1 15,0-4 0-15,3 1 1 16,0-1-1-16,6-3 1 16,3-1 0-16,4-4 1 15,2-2 0-15,-1-5 0 16,0-2 2-16,2-6 4 15,0-3 3-15,3-7 2 16,3-2 0-16,2-6-4 16,3-2-1-16,-1 0-3 0,1-3 0 15,1-3 0-15,-4-1 1 16,-1-1 1-16,-1 1 9 16,-2 1 8-16,0 2 1 15,-6 2-1-15,-6 3-9 16,-2 2-7-16,-4 1-3 15,-5 2-5-15,-1 0-14 16,-6 1-22-16,1 3-6 16,-1 0-8-16,3 0-1 0,4 0-21 15,2 0-14-15,5 1-84 16,-1 0-84-16</inkml:trace>
  <inkml:trace contextRef="#ctx0" brushRef="#br0" timeOffset="37894.15">19521 1856 721 0,'0'3'151'0,"3"3"-311"0,-1 4-92 0,-2-3 2 0,4 3 126 0,-1-6 169 0,4-1 163 0,2-1 20 16,0-2-1-16,4 3-70 15,-1-3-100-15,5 0-18 16,3 0-20-16,0-3-3 15,5 1 4-15,2 0 3 0,5 0 1 16,0-1-2-16,2-1-9 16,1-2-5-16,-2 2-5 15,0-2 0-15,-1 2-2 16,0-2 1-16,-5 3-1 16,-1 0 0-16,-4-3 0 15,-1 5 0-15,-3-5-48 16,-2 1-59-16,-7-1-106 15,-4-3-32-15,-5-1 21 16,1 6 43-16</inkml:trace>
  <inkml:trace contextRef="#ctx0" brushRef="#br0" timeOffset="38393.87">20134 1629 1058 0,'1'0'365'16,"3"3"-395"-16,1 2-40 16,3 3-3-16,-1 3-9 15,4-2 66-15,-2 1 7 0,2-4 2 16,2 1 9-16,-1-1 10 15,2 1 0-15,2 1-1 16,0 0-2-16,-1-1-7 16,2 1-1-16,-1-3 1 15,1 0 1-15,1 0 0 16,-4-5-1-16,-3 0 0 16,0 2-2-16,-4-2 0 15,1 1 0-15,-5 3 0 16,-2-4 0-16,-1 3-2 15,2 2 1-15,-3 4 0 16,0 5 1-16,-2 4 0 16,-4 0 0-16,-1 3 1 15,-3-1 1-15,-3 0 0 16,2 1 0-16,1 0-1 16,2 2 0-16,-2-2 0 15,-2 1 0-15,-1-1-1 16,0 0 0-16,-1 0 1 0,3-1-10 15,2-5-64-15,1-2-47 16</inkml:trace>
  <inkml:trace contextRef="#ctx0" brushRef="#br0" timeOffset="39146.93">20983 1734 542 0,'4'-2'157'0,"-1"-2"-257"0,2-2 1 0,-1-1 48 0,-4-2 48 0,0 0 160 0,-4 0 34 0,-1-2-8 0,-1 0-14 16,-2-1-73 0,-5-2-33-16,-1 1-37 0,0 2-12 15,-2 1-11-15,1 1-3 16,-1 6-1-16,2 0-3 15,-2 3 1-15,0 3-2 16,2 1 0-16,-2 5-1 16,4 4-3-16,5 4-3 15,3 2-21-15,3-3-2 0,6-5 3 16,2-3 4 0,9-4 25-16,0 0 2 0,5-1 1 15,2 3 0-15,0 2-1 16,2 3-2-16,-4 7 1 15,2 0-1-15,-3 7 2 16,-3 4 1-16,-2-2 0 16,-2 4 0-16,-6 1 1 15,1-4 1-15,-6 5 1 16,-2 1 1-16,-5-1 5 16,0 3 6-16,-3-4 10 15,-2-4 3-15,2-1 2 16,-4-4-5-16,-1-5-7 15,-2-3-3-15,-5-6-2 16,0 0 5-16,0-8 18 16,2 2 6-16,-1-6 5 15,-2-6-7-15,-4-3-19 0,-1-4-8 16,-1-3-7 0,2-2 0-16,8-5-2 0,3-3-3 15,3-1-7-15,4 0-10 16,4-3-27-16,2 3-17 15,6 1-40-15,3 0-53 0,6 5-111 16,5-3-41-16</inkml:trace>
  <inkml:trace contextRef="#ctx0" brushRef="#br0" timeOffset="39543.51">21315 1531 537 0,'1'-2'284'0,"4"-2"-65"0,-5 1-138 0,0 3-77 0,0 3-15 0,0-3-7 0,-1 0 5 0,-4 13 5 16,-16 25 4-16,9-17 4 15,-1 2 0-15,-2 7 2 0,0 3 2 16,1 8 1 0,2 4 0-16,2 2 0 0,2-1 0 15,3-4-1-15,2-1-1 16,4-7 1-16,3-1-1 16,4-5 1-16,0-7 1 15,3-2-1-15,3 0 1 16,3-7-1-16,1-1-2 15,5-6-9-15,-1-7-5 16,1-4-26-16,-1-2-40 0,-6-8-100 16,4 3-49-16</inkml:trace>
  <inkml:trace contextRef="#ctx0" brushRef="#br0" timeOffset="40076.94">21455 1707 862 0,'0'-5'315'0,"-2"-1"-270"16,0 1-37-16,0 1-23 15,2 1-6-15,-1 2 17 16,1 1 6-16,0-1 8 15,0 0 7-15,11-5-1 0,24-9-6 16,-21 13-6-16,2 0-5 16,1 1-3-16,0 1-1 15,2 5-2-15,-2-1 2 16,-2 6-2-16,-1-1-2 16,-4 4-21-16,-3 1-8 15,-3 3-8-15,-2 3 1 16,-4 3 21-16,-2 0 9 15,-3 0 11-15,-4-2 3 0,-1 3 1 16,-2-4-1-16,-2 0 1 16,1-1 0-16,1-2 1 15,0 1 0-15,0-2 1 16,1-3 0-16,2-1 1 16,0 1 0-16,4-6 1 15,3 0-1-15,1-2 1 16,3-1-1-16,4-1 5 15,0 1 0-15,7-2 1 16,-2-2-1-16,8-2-5 16,2-1-1-16,5-1-5 15,0-1-9-15,3-3-29 16,0-2-31-16,-1-3-122 16</inkml:trace>
  <inkml:trace contextRef="#ctx0" brushRef="#br0" timeOffset="40464.15">21796 1606 777 0,'2'4'268'0,"0"4"-257"0,-2-1-25 0,5 5-5 0,-3-3 2 0,4 6 16 0,3 1 1 0,3 4 2 15,-1 5 0-15,5 0-1 16,0 4 0-16,-3-2-1 16,5 3 1-16,-6-4-1 15,-1 2 1-15,-1 2 1 16,-1-3 0-16,-5 1-1 15,-1-4 1-15,-5-2-2 16,-2-1 1-16,-3-1-1 16,-3-2 1-16,-6 1-1 15,1 0-4-15,-5-3-2 16,-1 1 0-16,-2 0-9 16,0-2-15-16,-1 0-66 15,0-3-52-15</inkml:trace>
  <inkml:trace contextRef="#ctx0" brushRef="#br0" timeOffset="40976.24">22139 1822 813 0,'0'3'263'0,"0"2"-289"0,-1-1-3 0,-3 1 2 0,2-1 7 0,-1-3 63 0,1 1 17 0,2-2 23 0,0-1 7 16,0 0-41-16,0 0-17 15,0 1-25-15,1-4-6 16,3-4-1-16,13-21-1 15,-10 20-3-15,0 1-1 16,2 0-18-16,3-1-14 16,-1 4-30-16,4 0-12 15,-1 0-13-15,1 1-5 0,1 0 3 16,-4-1 3-16,0 2-7 16,0 1-26-16</inkml:trace>
  <inkml:trace contextRef="#ctx0" brushRef="#br0" timeOffset="41276.96">22175 1966 884 0,'5'0'277'0,"6"4"-351"16,2-2-56-16,0 3-1 16,3-3 22-1,-4-4 101-15,3-2 88 0,-1-2 18 16,2 1 15-16,2-2-21 15,0 2-76-15,2 0-39 0,-4-3-71 16,2 2-37 0,-4-2-118-16</inkml:trace>
  <inkml:trace contextRef="#ctx0" brushRef="#br0" timeOffset="41876.75">22583 1702 1072 0,'1'0'351'16,"-1"1"-422"-16,0 6-241 15,0 3-18-15,-7 2 7 16,1 1 126-16,-2-3 287 16,4 1 63-16,-2-4 91 0,3-1-2 15,1 3-116-15,-4 1-46 16,4 5-64-16,-5 2-11 16,1-2-4-16,3 2 0 15,1-1 0-15,5 0 0 16,-1-3 1-16,-2-2-1 15,3-3 1-15,-1 1 1 16,6-4 1-16,1 0 3 0,3-4 3 16,-1-2 1-16,3-1-1 15,-2-2-2-15,2 0-4 16,0 4-1 0,-3-5 0-16,0 1 2 0,-3-1 3 15,-1-4 3-15,-4 2 7 16,0 0 1-16,-3-3-3 15,0 2-2-15,-3-2-8 16,-2 1-2-16,0-2 0 16,-1-1 0-16,-1-1 0 15,-3-3-2-15,-1 2-2 16,-1 2 0-16,2 2-3 16,1 6 0-16,-2-1-13 15,4 1-14-15,-4 1-20 16,4 2-9-16,0 1-21 0,2 1-24 15,-1 5-139-15</inkml:trace>
  <inkml:trace contextRef="#ctx0" brushRef="#br0" timeOffset="42311.27">22789 1854 1047 0,'1'-2'346'0,"5"4"-561"0,-4-2-22 0,3 2-5 0,-1 4 5 0,-1-4 304 0,0 2 53 0,-1-3 34 16,-2-2 4-16,0 1-85 16,0 0-37-16,0 0-35 15,0 0-1-15,-1 0 0 16,0 0 4-16,0 0 31 16,0 0 3-16,0 0 0 15,1 0-6-15,-1 0-29 16,0 0-8-16,0-1-5 0,0 0 1 15,1 0 5-15,0-1 2 16,0 1-9-16,2-5-19 16,-2 6-49-16,0-1-30 15,0 0-89-15,1-1-62 16</inkml:trace>
  <inkml:trace contextRef="#ctx0" brushRef="#br0" timeOffset="42528.82">23184 1661 594 0,'2'-1'192'16</inkml:trace>
  <inkml:trace contextRef="#ctx0" brushRef="#br0" timeOffset="43442.5">23109 1715 446 0,'-6'2'216'0,"-3"3"-67"16,-1 3-108-16,-3 3-30 15,4 2-10-15,0 1 0 16,4 3 0-16,-1-2 1 16,3 0 1-16,-2 0 0 15,4-1-1-15,1-1-1 16,1-2 0-16,4-2 1 0,1 0 1 16,0-3 2-16,4 3 1 15,0 1 1-15,1-3 3 16,4-1 1-16,-3-6 11 15,0 0 1-15,3-4-3 16,-3 1 0-16,2-3-1 16,-3-1 3-16,-5-1 2 15,3 2-1-15,-4-1-14 16,2 1-5-16,-2-2-6 16,-1-2-1-16,0 1 0 15,-1-3 1-15,-1 0 2 16,-2 0 1-16,1-1-2 15,-2 2-1-15,1-1 0 16,0 1-1-16,-5 1 0 16,2 2-2-16,-6 0-1 15,0 1 0-15,-4 1 0 16,-2 0 2-16,-3 0 2 16,-1-1 0-16,3 0 2 0,2 1 1 15,6 0 3-15,0 1 1 16,4 1-1-16,2 0-1 15,1 2-5-15,3-1-4 16,-2 2-12-16,0 1-5 16,0-1 0-16,9-1 3 15,26-3 11-15,-22 2 4 0,3 1 4 16,2 1 0-16,2 0 0 16,-1 1 0-16,-1 2-3 15,0 1-1-15,-1 4-1 16,-2 1-1-16,-1 0 2 15,-4 2 1-15,-1-1 1 16,-3 2-1-16,-3 0 2 16,2 1 0-16,-5 0 1 15,-2 2 0-15,-2 0 1 16,-2 1-1-16,-2-2 1 16,2 1 0-16,0-1 0 15,-1-2 0-15,5 2 0 16,2-2 0-16,0-5 0 15,2 0 0-15,1-4 0 16,0-2 1-16,6 0 1 16,1 0-2-16,4-5 0 0,2 1 0 15,-2-4 3-15,0-4 4 16,2 3 15-16,-1-5 6 16,-1-3 8-16,1 3 0 15,-1-3-7-15,-4 0 0 16,0 0 7-16,-4-1 4 15,-4 1 4-15,-1 1-4 16,-3 2-22-16,-3 2-11 0,-6 1-25 16,-3 4-8-16,-5 3-3 15,-1 2-4-15,-2 3-14 16,-1 3-31-16,-2 5-184 16</inkml:trace>
  <inkml:trace contextRef="#ctx0" brushRef="#br0" timeOffset="44510.27">24020 1537 926 0,'3'-1'302'0,"2"-1"-380"0,-1 2-15 0,-3 0-22 0,0 1 17 0,-1-1 98 0,0 0 15 16,0 0 46-16,0 0 10 0,0 0-5 15,0 0-13-15,0 0-35 0,0 0-10 16,-1 0-6-16,0 0 0 15,0 0 1-15,0 0 0 16,1 0-1-16,-1 0 0 16,0 0-1-16,0 1-1 15,0-1 1-15,0 2 0 16,0-2 1-16,0 0 0 16,1 0-1-16,-1 0 0 0,0 0-1 15,0 0-1-15,0 0-35 16,0 2-37-16,0-1-89 15,1-1-58-15</inkml:trace>
  <inkml:trace contextRef="#ctx0" brushRef="#br0" timeOffset="44928.42">23604 1599 878 0,'0'-4'221'0</inkml:trace>
  <inkml:trace contextRef="#ctx0" brushRef="#br0" timeOffset="45059.99">23606 1575 226 0,'0'-1'224'0,"2"0"47"0,1-1-22 0,-3 2-150 16,0 0-37-16,0 0-52 15,0 0-10-15,6 16-2 16,8 23 0-16,-1-16 2 15,5 2 0-15,-2-1 0 16,0 0 0-16,-2 1-15 16,-2-3-17-16,2-1-40 15,0-2-25-15,-2-4-58 16,-1-2-36-16</inkml:trace>
  <inkml:trace contextRef="#ctx0" brushRef="#br0" timeOffset="45441.03">24076 1492 642 0,'2'1'128'0</inkml:trace>
  <inkml:trace contextRef="#ctx0" brushRef="#br0" timeOffset="45809.68">24089 1501 208 0,'1'-1'177'0,"2"1"37"0,-3 0-22 16,0 0-93-16,0 0-24 15,0 0-46-15,0 0-20 16,0 0-9-16,0 0-2 16,-1 0 2-16,0 8 0 0,-3 6 1 15,-10 20 0-15,6-20 0 16,-4-4 0-16,1 1-1 16,-1 0 0-16,-1-2 2 15,1 2 2-15,0-5 2 16,1-3 1-16,2-2-1 15,2-1-3-15,-1-2-2 16,0 0-1-16,-2-2 3 16,2-2 3-16,-2 0 9 15,2 0 5-15,0-1 3 16,4 0-3-16,-2 2-10 16,3-1-3-16,0 3-5 15,-1 1-1-15,2 1 0 16,1 1-1-16,1 0 0 15,-1 0-2-15,1 0 0 16,0 5-1-16,1 3 0 0,7 24-2 16,-2-24-15-16,-1-2-10 15,2 2-31-15,7 0-22 16,-7 2-138-16</inkml:trace>
  <inkml:trace contextRef="#ctx0" brushRef="#br0" timeOffset="46052.02">24203 1677 798 0,'2'-5'312'0,"-2"-4"-292"0,1 0-214 0</inkml:trace>
  <inkml:trace contextRef="#ctx0" brushRef="#br0" timeOffset="46277.78">24181 1639 299 0,'-3'1'208'0,"-5"3"-2"15,-3 2-78-15,-4 4-80 16,-3 1-29-16,0-1-17 15,-2-1-2-15,1-3 1 0,1 1 0 16,0-4 2-16,-1-2 1 16,6-1 2-16,2-2 1 15,3 0 0-15,3-2-1 16,3 1 1-16,0 1 1 16,0 2 1-16,2 0-1 0,0 0-3 15,-1 0-2 1,1 0-2-16,0 6-1 0,1 6 0 15,7 22-15-15,-8-20-46 16,0-2-42-16</inkml:trace>
  <inkml:trace contextRef="#ctx0" brushRef="#br0" timeOffset="50126.02">24524 1425 149 0,'3'-2'90'0,"1"-2"5"0,0 1-21 0,-2 2 11 0,-1-1 4 0,-1 1 3 15,0 0-6-15,0 0-15 16,0 0-3-16,0 1 0 16,0-1-3-16,0 0-13 15,0 0-12-15,0 0-18 16,0 0-3-16,0 1 6 16,0 0 5-16,0 0 5 15,0 0-2-15,-1 0-9 16,0 8-9-16,-1 4-6 15,-8 23-3-15,5-21-2 16,1 1 0-16,0 3 0 16,-1-1-1-16,1-2 0 15,-2 2 0-15,0-4 0 0,1 2-1 16,2-4 0-16,0 2 0 16,2 0-1-16,0-1 2 15,1 1-2-15,0 0 2 16,1-4-1-16,0-1-1 15,0-1 1-15,2-3 1 16,0-1 7-16,1 1 3 0,1-1 3 16,-2-2 1-16,1 2-5 15,1-1 0-15,0-2 0 16,0 0 1-16,2-3 4 16,2 2-1-16,-1-2-1 15,1 0-2-15,1 2-5 16,-1-2-2-16,1 1-2 15,-1-1-2-15,3-1 0 16,-1-1 1-16,-1 0 0 16,2-1 1-16,-2 1-1 15,-1-3 1-15,7 0 2 16,-3 0 1-16,0-1 0 16,1 0-1-16,-6-2-2 15,0-1 0-15,-3 2 1 16,1 0 1-16,-2 4 1 15,0-1 1-15,-1 0 0 0,-2 2 0 16,0-3-3-16,0 2 1 16,-3-1 0-16,1 0 0 15,0 2 3-15,-1-2-1 16,0-2-2-16,0 4 0 16,1 0-3-16,-1-1-1 15,0 3 0-15,-2-3 0 16,1-4 1-16,1 0-1 15,-1 2 1-15,1-1 0 0,-2 2 1 16,-5 0 0 0,4-1 1-16,-3 2 1 0,2-1 0 15,1 1 1-15,-4-1-1 16,3 0 1-16,-3 2-3 16,0 1-1-16,1 0-2 15,3-1-1-15,-5 2 0 16,3 0 0-16,2 3-1 15,-2 1 0-15,1 2 0 16,1-1 1-16,-2-2-1 16,0 3 1-16,1 0-1 15,0 2 0-15,-1 0-1 16,0 0 0-16,-2 1-1 16,2 2 0-16,1-1-1 15,-2 2-2-15,3 3-32 16,-2-1-21-16,-1 5-78 15,-1 3-78-15</inkml:trace>
  <inkml:trace contextRef="#ctx0" brushRef="#br0" timeOffset="74943.36">18403 6245 123 0,'-1'0'67'0,"-4"0"-2"0,2-1-53 0,-1-1-9 0,0 1-1 16,3-1 9-16,0 1 51 15,0 1 24-15,0-1 39 16,1 0 7-16,-1 0-26 16,0 0-11-16,0 0-23 15,0 0-7-15,-2-1-8 16,1 1 0-16,0 0-6 15,-1-1-4-15,2 1-9 16,-1 1-4-16,0-1-3 16,1 0-1-16,0 0-3 15,-3 0 0-15,4 0-1 16,-1 0-1-16,0 1-6 16,0-1-2-16,0 1-5 15,0 0 1-15,0 0-2 16,0 0 1-16,1 0 0 15,0 0 0-15,0 0 1 0,9 2 0 16,25 10-2-16,-22-12-2 16,2 0-2-16,0 0 0 15,1-2 3-15,1-1 0 16,-2 0 2-16,-1-1-1 16,-4 1-1-16,1-1-3 15,-6 2-3-15,-2 1 0 16,0 1-2-16,-3 0-1 15,1 0 0-15,0 0 0 0,0 0 0 16,0 0-1-16,0 0 2 16,0 0-14-16,3-1-49 15,3 0-40-15,1-1-174 16</inkml:trace>
  <inkml:trace contextRef="#ctx0" brushRef="#br0" timeOffset="75957.95">18723 6084 457 0,'0'0'203'0,"-2"-2"-109"0,2 2-38 0,0 0-28 15,0 0 9-15,0 0 40 0,0 0 20 0,0 0 5 0,0 0-6 16,0 0-32-16,0 0-15 15,0 0-18-15,0 0-6 16,0 0 0-16,0 0 4 16,0 0 1-16,0 0-2 15,0 0-9-15,1 3-6 16,4 6-7-16,13 21-2 16,-15-21-2-16,2 0 0 15,1-2 0-15,1-1 0 16,4 1 0-16,-1-2 1 0,6 1 0 15,-1-4 1-15,2 3 0 16,3 0 0-16,-4-2 0 16,3 3 0-16,-3-1 0 15,-3-1 0-15,1 0-2 16,0 2 0-16,3 0-1 16,-3 0 1-16,-2 1 1 15,-2-1 3-15,-2-1 7 16,-1 1 2-16,-1 2 1 15,-2-1-2-15,-1 1-4 16,-3-2 1-16,1 1 3 16,-1 0 2-16,0 2 1 15,-1-2 1-15,-1 0-3 16,-1 1 0-16,-3-2-3 16,0 3-2-16,0-1-1 0,-4-1 0 15,2 3-2-15,-3-7-1 16,0 3-2-16,3 1 0 15,-5-2-2-15,4 4 1 16,-4-4-2-16,3 0 0 16,1-4-10-16,-1-1-11 15,0-6-30-15,-2-6-22 16,-1-2-43-16,2-5-34 0,4-3-104 16,3-1-110-16</inkml:trace>
  <inkml:trace contextRef="#ctx0" brushRef="#br0" timeOffset="76575.5">18766 6040 228 0,'-4'0'131'0,"-1"-1"-17"0,1-1-19 0,2 1-27 0,0-1-4 0,1 2-3 0,0 0 2 0,1 0 11 0,0-1-4 16,0 0-10-16,0 0-6 16,0 0-17-16,0 0-2 0,0 0 2 15,0 1 7 1,0 0 3-16,0-1-1 0,0 1 0 31,0 0-4-31,0 0-7 0,0-1-4 0,0 1-12 31,0 0-4-31,0 0-4 0,0 0 1 0,0 0 3 16,5-1-1-16,10 0-1 16,26 2-2-16,-17 1-2 15,-2-1 0-15,0 2-1 16,1-3 0-16,-4-2-1 16,3 1-1-16,3 0-2 15,-1 1 0-15,0-1-1 16,-3 0 0-16,-2-2 0 15,-2 2-1-15,-1-3 0 0,-2 2 0 16,-4 1 0 0,-4-1 0-16,-4 3 1 0,1 1 0 15,-3-2 1-15,0 0 2 16,-1-1-28-16,0 0-32 16,0 0-185-16</inkml:trace>
  <inkml:trace contextRef="#ctx0" brushRef="#br0" timeOffset="77571.87">18801 6375 66 0,'0'0'43'0,"2"4"1"0,-4-4-23 0,2 0 1 0,0-1 43 0,-1 0 25 0,0 0 37 16,0 0 8-16,1 0-28 15,-1 0-19-15,0 0-38 16,0 1-17-16,0-1-22 16,0 0-6-16,0 0-4 15,0 0 5-15,1 1 13 16,-1 0 7-16,0 0 3 16,0 0-4-16,0 0-14 15,1 0-6-15,0 0-3 16,0 0 0-16,0 0 5 15,1 2 6-15,0 0 7 16,1 2 2-16,2 0-5 16,5 0-6-16,23 21-6 15,-23-25-3-15,2 2 0 16,1-2-1-16,1 2-3 16,0 1-41-16</inkml:trace>
  <inkml:trace contextRef="#ctx0" brushRef="#br0" timeOffset="79009.6">19290 6130 534 0,'0'0'202'0,"1"0"-154"0,-3 0-23 0,2 0-17 0,-1-1-2 0,0 1 30 0,0 0 16 0,0 0 29 16,0 0 13-16,0 0-18 15,1 0-15-15,-1 0-29 0,0 0-15 16,-1 1-12-16,-4 9-3 16,-9 22-1-16,13-22-1 15,0 5 1-15,0 0 0 16,1 2 2-16,-1-1-1 15,2 3 1-15,0 0-1 16,1-3-1-16,2-2 1 0,0-6 0 16,0-1 2-16,2-4 3 15,1 0 3-15,1-1 10 16,0-2 2-16,3-1 1 16,-2-3-1-16,1-5-7 15,2 2 0-15,0-3 9 16,1 0 4-16,-4-2 3 15,1-2-1-15,-3 2-10 16,0 0-4-16,0 2-5 16,-2 1-1-16,-2 1-3 15,-2 0 0-15,-1 1 1 16,-4 0 0-16,-1 1 0 16,0 1-1-16,-3-1-3 15,0 1 0-15,0 1-3 16,-4-1 0-16,5 2-1 15,-3 0 1-15,2 0 0 16,3 1-1-16,-2-1 0 0,5 2 0 16,2 0 0-16,0 1 0 15,1 0-1-15,0-1 0 16,0 0-2-16,0 0 0 16,0 0 0-16,0 0 1 15,2-1 1-15,8-3 0 16,23-7 0-16,-22 11 0 15,3 3 0-15,0 2-1 16,0 2 1-16,0 1-1 0,-1 2 1 16,0 1-1-16,2 2 1 15,-1 1 0-15,0 3 1 16,1-1 0-16,-1 1 0 16,0 1 0-16,-4-5 1 15,0 0-1-15,-7-4 1 16,1-2 0-16,-4-1 1 15,-2-3 1-15,2-2 4 16,-1 0 2-16,0 0 0 16,0-1 0-16,0 0-2 15,-6-13-2-15,-12-27-1 16,14 20-1-16,2-4 0 16,-1-1-1-16,4 0 0 15,1 3-2-15,3 4-1 16,0 2-1-16,1 6-36 15,-1-1-40-15,0 5-126 0,3 2-64 16</inkml:trace>
  <inkml:trace contextRef="#ctx0" brushRef="#br0" timeOffset="81121.75">19715 6212 514 0,'0'2'191'0,"-4"3"-152"0,3 1-16 0,-2 0-18 0,1-2-3 0,-2-1 45 0,1-1 23 0,-1-1 32 16,3-1 22-16,0 0-19 16,1 0-20-16,-1-1-34 15,0 0-20-15,1 0-26 16,0-1-3-16,6-10 0 16,21-21-1-16,-15 19 0 15,0-1 1-15,3-2 1 16,-4-3 3-16,3 0 6 0,0 0 2 15,0-3 2-15,2 1-3 16,-4-4-4-16,-2 0 0 16,2-2 1-16,-2 0 2 15,-4 2 6-15,0 0-1 16,-4 3 1-16,-2 2-5 16,-1 5-5-16,-3 2-1 0,-3 5-2 15,1 3-1-15,0 4 0 16,-1 0-2-16,0 3-2 15,-4 2 0-15,2 3-2 16,0 1 0-16,0 3 0 16,-1-1 0-16,2 4 0 15,3 4-1-15,-2 0 2 16,3 4-1-16,-1 0 1 16,0-1 1-16,4 3-1 15,1-1 1-15,1 0-1 16,4 0 0-16,0-5 1 15,0-1 0-15,2 2 0 16,-2-4 0-16,2 2 0 16,1 1 0-16,-1-2 1 15,0-2-1-15,0 2 0 16,0-3 0-16,-1-1 0 16,1 0 0-16,2-3 0 15,-1 0 0-15,2-2 0 16,1-1 0-16,-1-3 1 0,-2 0 0 15,-1-2 0-15,-2-2 1 16,5-2-1-16,1 0 1 16,2-4-1-16,3-1 0 15,-4-3 1-15,0 0 0 16,0-2-1-16,0 1 1 0,0-1 0 16,1-3 1-16,-4 1 1 15,-2 1 1-15,-3 0-1 16,0 2 0-16,-2 1-1 15,1-3 0-15,-1 4 2 16,-3-2 3-16,-1 4 6 16,-1-1 2-16,-2 0-1 15,1 3-2-15,-1-1-6 16,0 4-2-16,-3 1-4 16,3 3-1-16,-2 3 0 15,3 1-1-15,-2-1-2 16,-2 0 1-16,2 3-2 15,-1 3 0-15,5 4 1 16,0 0 0-16,0 1 1 16,-1-4 1-16,2 4 0 15,1 1 0-15,3 1 1 16,0 0-1-16,4-5 0 16,1 3 1-16,-2-4-1 0,3 1 1 15,-4-3-1-15,1-1 1 16,4 0-1-16,1-1 1 15,1-2-1-15,0 2 0 16,-3-5 0-16,0-1 1 0,0-3 0 16,-1-3 0-1,3-2 1-15,0-2 0 0,1-2 0 16,1 2 1-16,-2-4-1 16,2 0 0-16,-2 0 0 15,1-2-1-15,0-2 0 16,-3-1 1-16,0-2 0 15,-2 1 0-15,-2 1 1 16,1 6 0-16,-3 0 0 16,-2 0 0-16,-1 7 0 15,-5-2 0-15,1 3-1 16,-4 1-1-16,1 4-3 16,0 3 0-16,-1 3-1 15,2 2 0-15,-1 0 2 16,0 2 0-16,1-2-1 15,0 1 1-15,2 0 0 16,3 2 0-16,1 0 1 16,4 1-1-16,0-2 1 0,1-2 0 15,4 3 1 1,-2-3-1-16,2 3 1 0,2-2-1 16,-2-3 1-16,5 4 0 15,-1-2 0-15,0 0 0 16,2 1 1-16,-2-1 0 15,-5-1 0-15,0 0-1 0,-4-2 1 16,-4 0 0 0,0-1 1-16,0-1 1 0,-1-1 1 15,0-2 0-15,0 0-1 16,0 0 1-16,0 0-2 16,0 0 0-16,0 0-1 15,1 0 1-15,-1 1 0 16,0 0-1-16,-1 1 0 15,-1 0-1-15,2-2 0 16,0 0 0-16,-2 0-3 16,3 0-2-16,-1 0-3 15,0 0-1-15,0 0 2 16,0-1 2-16,3-11 4 16,13-26 1-16,-5 19 0 15,1 0 1-15,-1-7 0 16,0 1-1-16,1-2 0 15,0-2 0-15,2 3 0 16,-4 2 1-16,1 7 1 16,-3-1 0-16,-1 9 1 0,-4 0 0 15,-1 5 1-15,1 1 0 16,-5 3 1-16,2 0-2 16,0 0-2-16,1 0-1 15,-1 0-1-15,-5 6-1 16,-23 28 0-16,25-17 1 15,1 1-1-15,1 0 1 0,2 1 1 16,2-4-1-16,3-1 0 16,1 1 1-16,1-3-1 15,-1 0 1-15,1 0 0 16,-1-3 0-16,2 1 0 16,1 1 0-16,-1-2 0 15,3 4 1-15,-3-2-1 16,-1-2 0-16,-1 1 1 15,-4-1 0-15,-2 1 0 16,-1 0 0-16,-2 0 6 16,-1-2 3-16,-2 2 3 15,-1-2 0-15,-1-1-3 16,-3 2-4-16,-1-1-2 16,-2-1-1-16,2-1 0 15,0 0 1-15,4-5-29 0,-1 2-34 16,-1-5-131-16,-2 1-159 15</inkml:trace>
  <inkml:trace contextRef="#ctx0" brushRef="#br0" timeOffset="82971.82">18316 7389 333 0,'-3'0'179'0,"-2"0"-51"0,2 2-47 0,-1 1-55 0,1-3-2 0,1 1 25 0,1-2 19 0,0 1 31 15,0 0 3-15,1-1-12 16,-1 0-13-16,0 0-25 15,0 1-10-15,0 0-21 16,0 0-8-16,0 0-8 16,1 0-2-16,0 0 2 15,0 0 5-15,0 0 10 16,0 0 1-16,7 1 3 16,4 0-3-16,24 4-4 15,-19-4 2-15,0 0 1 16,4-1 0-16,1-2-5 15,0-1-3-15,0 1-6 16,-3 0-1-16,0 1-3 0,-1 1 1 16,-2 0-1-16,3 2-1 15,-5-2 0-15,-5 0 0 16,2-1 1-16,-3 1-14 16,-1 0-55-16,0 1-43 15,-3 1-150-15</inkml:trace>
  <inkml:trace contextRef="#ctx0" brushRef="#br0" timeOffset="83487.8">18466 7280 232 0,'0'0'163'0,"0"0"31"0,3 0-61 0,-3 0-17 0,0-1 3 0,-1 0 6 0,0 0 5 16,0 0-9-16,0 0-12 16,1 0-28-16,0 0-13 15,0 1-28-15,-1-1-10 16,0 0-15-16,0 0-6 16,0 0-5-16,0 0-2 15,0 1-2-15,1 0 1 16,-1 1-1-16,-5 14 1 0,-4 26 1 15,9-19-1-15,0 2 1 16,1 1-1-16,0-2-1 16,0-1 1-16,2-2 0 15,-2 1 0-15,2-4 0 16,0-2 0-16,0-2 0 16,0-4-1-16,1 0-3 15,-1-5-12-15,1 0-49 16,-2-3-41-16,-1-1-208 15</inkml:trace>
  <inkml:trace contextRef="#ctx0" brushRef="#br0" timeOffset="84104.02">18689 7279 678 0,'-1'-2'298'0,"-3"-1"-170"0,2 2-43 0,1 0-59 0,1 0-16 0,0 0 14 0,0 0 15 0,0 1 15 16,0-1 3-16,-1 0-19 15,1 1-16-15,0 0-17 16,0 0-4-16,0 0 0 15,0 0 0-15,4 8-1 16,32 25 0-16,-21-21 0 16,2 0 1-16,2-1-1 15,2 2 1-15,3-2-1 16,2 2 1-16,-6-3 0 0,-1 1 0 16,-6 1-1-16,0-1 1 15,-3-1 0-15,-2-1 0 16,-1 1 1-16,-6-3 0 15,3 4 1-15,-3-3 3 16,-1-1 3-16,-2 2 1 16,-3-2-1-16,-4 0-1 0,-1 1-3 15,-5-3-3 1,-1 1-5-16,3 1-8 16,-6-4-34-16,4 2-32 0,-3 0-101 15,0-1-145-15</inkml:trace>
  <inkml:trace contextRef="#ctx0" brushRef="#br0" timeOffset="84476.64">18710 7233 504 0,'-1'-1'261'0,"1"0"-64"0,1 1-122 0,-1-1-11 0,0 0 2 0,0 0 12 0,2 1 21 0,8-5 2 15,21-11-6-15,-21 10-4 16,1-5-27-16,1 0-16 16,6 1-22-16,0 0-8 0,5 3-12 15,0 0-2-15,-3-1-4 16,2 1 1 0,-6 2-1-16,3 2-2 0,-4 3-31 15,0 3-23-15,-5 0-105 16</inkml:trace>
  <inkml:trace contextRef="#ctx0" brushRef="#br0" timeOffset="85305.64">18322 8504 667 0,'-3'0'316'0,"2"-1"-82"0,-1 1-167 16,2-1-28-16,0 0-3 0,0 0 2 0,0 1 12 0,0-1 15 16,0 0 3-16,0 0 1 15,8-1-11-15,3-2-21 16,21-22-12-16,-17 24-17 16,-2 0-4-16,5 2-2 15,-2-1 0-15,1-2-1 16,0 2 0-16,-1-3 0 15,2 1 0-15,-3-2-1 16,-2 1 0-16,-2 0-21 16,0-1-14-16,-3 3-51 15,4 1-37-15,-5 1-127 16</inkml:trace>
  <inkml:trace contextRef="#ctx0" brushRef="#br0" timeOffset="85737.64">18437 8289 524 0,'-2'-1'256'0,"-3"1"-103"0,2-2-26 0,2 0-35 0,1 4-7 0,0-2 6 0,0 0-4 0,0 0-13 15,0-1-3-15,0 1-7 16,0 0-6-16,0 0-13 15,1 0-12-15,6 1-20 16,0 10-3-16,24 25-2 16,-24-21-2-16,1 4-1 15,-1-1-2-15,-4 2-1 16,3 1 0-16,-1-1-2 16,-3 1 2-16,5-2-31 15,-4 1-27-15,0 2-128 16,2 1-170-16</inkml:trace>
  <inkml:trace contextRef="#ctx0" brushRef="#br0" timeOffset="86254">18731 8436 622 0,'-2'0'354'0,"-2"-1"-10"0,2 1-232 0,2-1-75 0,0 1-21 0,0-1-17 0,0 0-1 0,0 0 8 0,3 0 3 16,5 0 4-16,-1 1 1 15,26 7-5-15,-18-1-2 16,0 1-5-16,-2 1 0 15,3 3-1-15,-5-2 0 16,7 4 0-16,-3 3 0 16,-2 0 0-16,1 0 1 15,-11 2 0-15,5 0 0 0,-4-1 0 16,0 2 2-16,-4-3 0 16,-4-2 0-1,-2-1-3-15,-3 0-7 0,-2 0-30 16,-2-1-17-16,-4-2-76 15,-2-1-65-15</inkml:trace>
  <inkml:trace contextRef="#ctx0" brushRef="#br0" timeOffset="86554.93">18751 8334 610 0,'2'-1'291'16,"2"-3"-129"-16,0 2-54 0,1 0-18 16,2 0-21-16,1-3 1 15,4 1-6-15,1-4-1 16,4-1-18-16,2 4-9 15,-3-3-20-15,3 1-8 16,-3 0-5-16,-2-6-11 16,1 1-41-16,0 5-31 0,-1 1-117 15</inkml:trace>
  <inkml:trace contextRef="#ctx0" brushRef="#br0" timeOffset="87437.58">18407 9789 764 0,'-1'0'317'0,"-3"-2"-207"0,3 1-28 0,0 0-40 0,0 0-16 0,0 1 12 0,0-1 10 0,0 0 16 15,0 0 12-15,1 0-7 16,-1 0-11-16,0 0-24 16,1 0-12-16,0 1-17 15,0 0-3-15,1 0-2 16,12 0 0-16,26 3-2 15,-20-3 1-15,4-1-1 16,0 1 0-16,1-1-15 16,-3 0-14-16,1 0-28 15,0-2-23-15,-2 0-59 16,1-3-70-16</inkml:trace>
  <inkml:trace contextRef="#ctx0" brushRef="#br0" timeOffset="87887.42">18540 9598 668 0,'-1'0'340'0,"2"2"-81"0,-2-1-169 16,1-1-16-16,0 0-36 0,0 0-5 0,0 0 11 0,0 0-1 0,0 3 3 15,1 9-4-15,7 28-21 16,-6-21-6-16,7 3-8 16,-7 1-1-16,0-1-3 15,3 2-1-15,0-4-1 0,0 0-1 16,1 0-8-16,-2-2-17 15,-2 1-69-15,2-2-84 16</inkml:trace>
  <inkml:trace contextRef="#ctx0" brushRef="#br0" timeOffset="88454.14">18812 9729 749 0,'-2'-1'328'0,"-3"-3"-166"16,1-1-70-16,1-1-51 16,3 0-15-16,-1 3-9 0,1 0 4 15,2 0-1-15,0 0 0 16,-2 2-3-16,0 1-3 15,0 0-2-15,9 0 0 16,26 13 0-16,-25-8 1 16,3 5-1-16,6 4-3 15,-7-4-3-15,3 0-1 16,3 2-1-16,-6-5 0 0,4 4-1 16,1 0-1-16,-5 1 0 15,2 0 0-15,-2 0 1 16,-1 0 0-16,-3-1 1 15,-2 2 0-15,-3-2 2 16,-1 1 0-16,-2-2 1 16,-2 0 1-16,-1-1-6 15,-3 0-4-15,-2-2-19 16,-3-1-16-16,-3 2-38 16,-1 2-34-16</inkml:trace>
  <inkml:trace contextRef="#ctx0" brushRef="#br0" timeOffset="88803.239">18840 9573 508 0,'0'0'266'0,"-2"-2"-90"0,4 1-61 16,-2 1-12-16,0-1-34 0,0 0-4 0,0 0 4 0,0 1 9 0,3-1 14 15,5-1 3-15,23-8-13 16,-26 4-12-16,6 0-29 15,-3-2-12-15,8-2-18 16,7 1-7-16,7-2-1 16,2-1-13-16,3-1-54 15,-1-1-40-15,-5 1-158 16</inkml:trace>
  <inkml:trace contextRef="#ctx0" brushRef="#br0" timeOffset="90254.01">19003 7097 423 0,'-1'-2'187'0,"-1"-2"-90"0,2 4-29 0,0-1-34 0,0 0-1 0,0 0 25 0,0 1 16 0,-1-1 32 15,1 0 5-15,0 0-23 16,0 0-18-16,0 0-34 16,0 0-14-16,3-1-12 15,9-6-4-15,27-14-4 16,-20 15 0-16,7 0-1 15,0 1 0-15,2 5-1 16,-2-1 1-16,-5 5-1 16,0 1 0-16,-6 4 1 15,-1 0-1-15,1 3 0 16,-2 2 1-16,1 1-1 16,-3 2 0-16,0 5 1 15,-7 0-1-15,1 3 1 16,4 2 0-16,-5 0 0 15,1 1 0-15,-3 3 0 0,-2 1 0 16,3 6 1-16,-2 1-1 16,-1 4 2-16,-1 0-1 15,-3-2 1-15,1 0 0 16,-1 2 4-16,3-2 5 16,0 3 6-16,0-1 0 15,1 3-2-15,1 0-6 0,-1 1-4 16,0-2-2-16,2-2-1 15,-2 1 1-15,4 0 11 16,0 1 6-16,2 0 10 16,-1 2 2-16,-2 1-10 15,1 0-6-15,-2-2-7 16,0-1-1-16,0 1 4 16,0 1 0-16,-1 5 2 15,0 2 0-15,-1-3-2 16,-1-2-2-16,0-3-5 15,1-2-1-15,-2 3-3 16,2 0 1-16,0 4-1 16,-1-5 1-16,-1 0-1 15,-1-1 0-15,-2-5 0 16,3 5-1-16,-1-3 0 16,1 2 1-16,0 1-1 0,1-1 0 15,-2 0 0-15,2-1 1 16,-2-3-1-1,-1-1 0-15,3-1 0 0,-2-3 1 16,2 3 0-16,0-3 2 16,1-2 2-16,-3 2 1 15,0 1 1-15,0 3-2 16,1-4-2-16,0-1 0 16,-1-5 0-16,-3-3 3 0,-1 1 11 15,-1 0 6-15,1-2 4 16,2 2 0-16,-7-4-7 15,4 2-3-15,-3-2-4 16,1-1-1-16,1-1-3 16,-4-1 0-16,1-2-3 15,-1 0-1-15,1-2-3 16,-3-2-1-16,0-2-2 16,-3 0-3-16,-2-5-24 15,0 5-20-15,-4-4-53 16,0 0-24-16,-4-2-90 15,0-3-88-15</inkml:trace>
  <inkml:trace contextRef="#ctx0" brushRef="#br0" timeOffset="91671.25">19609 8329 116 0,'2'-3'116'0,"-2"-3"22"0,-1 0 2 0,5 4 0 0,-9-3 10 0,5 4-3 16,-6-4-4-16,-1-2-11 15,1 3-31-15,-4-5-12 16,6 4-26-16,-1 0-7 0,1 0-11 16,1 2-3-16,0-1-2 15,2 2-4-15,0 2-11 16,1 0-5-16,0 0-11 15,-1 0-3-15,1 0-6 16,-1 0-1-16,0 0-1 16,-2 9 0-16,-2 29 1 15,5-24-1-15,-1 8 1 16,0-3 1-16,1 6 0 16,0-1-1-16,3-3 1 15,0 3-1-15,0-6 1 16,-1-1-1-16,2-1 0 15,-1-4 0-15,2-1-2 16,4-1 0-16,-4-6-2 0,1 0 0 16,0-4 1-16,-2 0 1 15,3-2 1-15,-1-3 2 16,4-3 0 0,-2-2 1-16,1-2 1 0,-1-1 0 15,0-2 0-15,-2-2-1 16,3 2 1-16,1 1 0 15,-4-1 0-15,0 1 2 16,-4 1-1-16,-1-1 1 0,-1 0 0 16,0 3 2-16,-4-3 3 15,-1 1 3-15,-2 1 7 16,-2-3 0-16,0 3-3 16,2 3-5-16,-3 1-8 15,1 7-4-15,1 2-5 16,-2 1-3-16,2 0 0 15,-4-1 1-15,2 1 4 16,2-4 1-16,2-1 3 16,6 3 0-16,0-1-3 15,-2 0-2-15,2 1-2 16,0 0-1-16,0-1 1 16,0 0 2-16,0 0 1 15,7-3 1-15,1-1 1 0,27-7-1 16,-21 12 0-16,-2 0-1 15,3 4 1-15,0 3 1 16,1 3 1-16,3 4 0 16,-1-2 1-16,0 2 0 15,-2 0-2-15,-3-2-4 16,0 3-3-16,-2 1-1 16,-3-2 1-16,1 0 4 15,-6-2 5-15,-1 0 0 16,-1-4-2-16,-3 1-7 15,-5-3-11-15,0-1-2 0,-4-3 6 16,-1-2 7-16,2-3 21 16,-2-4 9-16,3-3 13 15,1-2 3-15,1-6-3 16,1-2-6-16,3-4-9 16,3-3-1-16,0-3 0 15,3-2-1-15,6-2-6 16,0-2-3-16,5 5-8 15,2 2-1-15,1 7-8 16,-2 5-11-16,-1 3-25 16,-2 5-15-16,-4 0-72 15,2 2-83-15</inkml:trace>
  <inkml:trace contextRef="#ctx0" brushRef="#br0" timeOffset="92586.29">20142 7981 573 0,'-1'-2'338'0,"0"-2"-12"16,1-3-241-16,3-1-30 0,-2-3-37 0,1 1-4 0,-2-3 29 0,-1-1 12 0,-2 1 28 15,0-1 12-15,-2 0-8 16,2-2-13-16,-2-3-30 16,-1 1-13-16,1-1-21 15,0 3-3-15,2 4-3 16,-3 0 1-16,1 5 5 16,-1 2 2-16,-2 2-1 15,1 0-2-15,-3 4-9 0,2 3-3 16,1 8-4-16,-4 4-2 15,4 8 2-15,-1 4-9 16,0 2-12-16,4-2-6 16,1-2-11-16,-1-5 5 15,5-5 7-15,-1-1 6 16,1-8 11-16,5 0 6 0,1-7 8 16,2-2-1-16,3-3 1 15,1-1 0-15,1-1-1 16,0-3 0-16,-5 5 0 15,0 1 0-15,-3 4 2 16,2 2-1-16,-1 6-2 16,2 2 0-16,3 9 0 15,-2 6 0-15,2 4 1 16,0 4 1-16,-2 6-3 16,1 1-1-16,1 3-5 15,-3-2-6-15,2-2-17 16,-4-1-7-16,0 0-17 15,1 0-4-15,-5-2 13 16,2-3 9-16,-5-6 24 16,-2-2 10-16,-1-7 9 15,-3-4 11-15,-1-4 17 16,-2-3 13-16,-5-5 32 0,-1-2 4 16,-4-5 0-16,-2-3-7 15,-2-3-29-15,0-3-12 16,0-1-15-16,4-2-8 15,-4-5-6-15,2-4-1 16,3-3-5-16,-1-1-4 0,5 2-30 16,2 0-21-16,8 5-63 15,4 1-57-15,7-1-125 16,2 0-96-16</inkml:trace>
  <inkml:trace contextRef="#ctx0" brushRef="#br0" timeOffset="92986.67">20284 7945 444 0,'2'-1'284'0,"1"1"-26"0,-2-2-118 0,-1 2-48 0,0 0-49 0,0 0-9 0,0 0 6 16,0 0 4-16,0 0-2 15,0 0-5-15,3 7-21 16,3 7-6-16,11 23-7 16,-10-21-1-16,-4 1-1 0,3 2 0 15,-4-1 1-15,0-1-1 16,-2-3 1-16,0-4 2 16,0-2 2-16,0-4 1 15,3-2 10-15,-3-2 19 16,-1-1 33-16,0 0 12 15,1 1 1-15,-6-15-18 0,-4-28-34 16,8 20-12 0,1-8-12-16,-1-3-3 0,3-1-3 15,1 1-3-15,4 6-17 16,0 7-20-16,0 4-41 16,-1 3-21-16,3 6-51 15,-1 1-47-15,4 7-161 16</inkml:trace>
  <inkml:trace contextRef="#ctx0" brushRef="#br0" timeOffset="94502.64">20431 7883 31 0,'2'3'15'0,"3"12"14"15,-2-3 15-15,0 0 66 16,0 3 34-16,-2-7 41 16,1 1 9-16,-1-4-24 15,0-2-17-15,-1-1-21 16,1-1-9-16,-1-1-15 15,0-1-7-15,0 0-26 0,0 0-14 16,6-11-25-16,15-24-6 16,-15 20-12-16,3 0-5 15,-3-2-4-15,-1 1-1 16,0 2 0-16,-1-1 2 16,-2 5 3-16,-1 2 2 15,-1 3 4-15,-1 1 2 16,0 2-5-16,0 2-3 15,0 1-11-15,0 0-3 16,0 0-4-16,-1 2-1 0,-5 12 1 16,-22 26 1-16,22-19 0 15,1-4 1-15,2 2-1 16,-1 0-1-16,0-4-6 16,1 4-2-16,4-4-10 15,0-2-5-15,3 1-1 16,2-3 1-16,3 0 9 15,2 1 2-15,3-4-5 16,2 1-3-16,-1-6-6 16,2-2 2-16,2-4 14 15,0-4 6-15,6-2 7 16,0-1 1-16,-1-4 1 16,-3-1 1-16,-2-3 1 15,-4-1 0-15,0 2 2 0,-3 2 2 16,-6-1 7-16,3 0 3 15,-7 0 5-15,-2-2 1 16,-1 1 2-16,-5 0 3 16,-1 3 7-16,2 3-2 15,-5 1-7 1,4 5-9-16,-3 5-15 0,-2 3-2 16,-1 3-2-16,-1-1 0 15,5 0 0-15,-2-1-2 16,7 1-5-16,0-1-2 15,4-1-2-15,0-1 1 0,4 2 3 16,-4-4 2-16,0 0 1 16,5 0 1-16,7 1 2 15,22 3-1-15,-22 4 0 16,-1 2-2-16,1 2-4 16,-1 2-3-16,-3 1-8 15,-2-1-2-15,2 3-2 16,-2-2-5-16,3 4-13 15,-1-2-11-15,-1 3-41 16,0-2-28-16,-1-2-53 16,2 0 2-16,-1-7 47 15,1-3 36-15,-2-6 82 16,0 0 15-16,1-6-2 16,2-2 1-16,1-7-2 15,-1-4 6-15,-1-3 35 16,-2-6 23-16,0-2 50 0,-3-1 13 15,-2-7 3-15,-1 0-2 16,-4-8-19-16,-2 0-7 16,1 0-15-16,0 1-17 15,-1 9-25-15,2 5-10 16,-3 12-4-16,3 10-4 16,-1 7-11-16,-1 1-5 15,1 7-18-15,-2 3-3 0,1 6 0 16,2 5 2-16,2 6 3 15,3 4 0-15,3 4 1 16,2 1-1-16,3-1-6 16,3 1-3-16,2-3-8 15,1-2-7-15,4-5-16 16,-1-6-9-16,4-3-12 16,2-2 3-16,0-5 22 15,0-5 14-15,-1-4 21 16,-2-5 7-16,-1-6 11 15,0 0 6-15,0-6 5 16,1 1 0-16,-5-2-7 16,-2-3-6-16,-5 3 10 15,-3-3 5-15,-5 4 8 16,-3 2 3-16,-2 3-9 16,-3 5-8-16,1 6-13 0,-3 1-7 15,1 6-7 1,4 1-4-16,-5 8 2 0,4 2 2 15,2 4-4-15,-3 0-2 16,1-5-6-16,5-2-2 16,5-3 0-16,-2-7 4 15,7-1 7-15,-2-3 3 0,0 0 4 16,4-3 0 0,0-5 1-16,1-3 0 15,2-5 1-15,-1 2 2 0,-1-5 3 16,1 4 8-16,-4-4 13 15,-1-1 1-15,-1 4 5 16,0 2-8-16,2 6-12 16,2 4-1-16,0 4-5 15,0-1-2-15,3 3 0 16,0 1-2-16,2 3 0 16,0 0-1-16,1-2 0 15,-3 0-7-15,-1-2-19 16,-8-2-14-16,1-3-62 15,-4-3-59-15</inkml:trace>
  <inkml:trace contextRef="#ctx0" brushRef="#br0" timeOffset="94970.85">20773 7715 401 0,'0'1'252'0,"-1"-3"14"0,1 2-161 0,0-1-27 0,0 0-9 0,0 0-2 0,0 0 13 0,11-6-4 16,23-15 5-16,-18 16 11 15,-1 0-4-15,4-2-27 16,1 1-11-16,1 0-25 16,2-1-8-16,-3 2-8 15,-6-1-3-15,-1 0-3 0,-3 1-2 16,-3 1-17-16,3 2-22 16,-7 1-64-16,0 1-67 15</inkml:trace>
  <inkml:trace contextRef="#ctx0" brushRef="#br0" timeOffset="109568.35">21052 6150 691 0,'0'-4'258'0,"0"-5"-189"0,0 2-51 0,-5 6-11 0,1 2-7 0,-8 7-5 0,1 3-1 0,-7 9 2 16,-4 3 3-16,-1 12 1 15,-1 5 0-15,2 3 0 16,4 1 0-16,3-6 0 16,4-4 0-16,5-5 0 15,3-6 0-15,6-6-2 16,3-6 2-16,9-10 6 16,6-7 9-16,14-11 16 15,6-6 7-15,8-13 13 16,3 2 9-16,-6-6 18 15,-4 1 10-15,-16 4 20 16,-8 1 10-16,-15 10 3 0,-6 3-5 16,-14 9-35-16,-6 5-25 15,-14 9-38-15,-7 9-12 16,-7 13-6-16,-6 7-3 16,0 13 1-16,2 5-1 15,6 2 1-15,8-2-1 16,15-7-1-16,8-7 0 15,16-10-4-15,4-6-1 0,10-13 1 16,8-6 2-16,12-13 6 16,9-9 0-16,11-16 2 15,6-4 0-15,-4-6 0 16,-1 1 0-16,-13 2 2 16,-10 1 4-16,-14 9 30 15,-9 5 15-15,-15 9 16 16,-4 5 1-16,-10 5-27 15,-5 4-16-15,-8 9-20 16,-4 10-6-16,-7 16-3 16,-3 8-1-16,1 8 0 15,4 4 1-15,7-5 0 16,11-4-1-16,10-9 0 16,8-7 0-16,8-11-3 15,2-5 2-15,11-11 2 16,2-6 1-16,17-14 2 0,4-7 2 15,11-14-2 1,2-2 0-16,-9 2 1 0,-4 3 1 16,-16 9 8-16,-8 6 13 15,-15 4 13-15,-7 0 2 16,-10 9-8-16,-7-1-11 16,-6 15-17-16,-3 9-4 15,-8 12-4-15,1 8-1 0,1 6 3 16,4 5 0-16,9 1 0 15,2 0 1 1,11-6-2-16,3-4-1 0,9-12-4 16,9 0-1-16,6-12 1 15,6-5 2-15,13-8 4 16,5-9 1-16,12-14 2 16,4-5 0-16,10-8 0 15,-4-3 0-15,-8 4 0 16,-5 4 1-16,-21 8 2 15,-4 2 3-15,-12 7 4 16,-7 6 1-16,-7 5 0 16,-5 5-3-16,-8 4-7 15,-3 5-3-15,-13 10-6 16,-3 9 0-16,-4 13 3 16,-3 2 1-16,12 5 2 0,3-3 0 15,14-10 0-15,5-5-1 16,10-14-2-16,4-6 1 15,10-9 1-15,7-8 2 16,13-18 2-16,7-8 0 16,9-10 0-16,-3-1-1 15,-1 7 2-15,-11 2 0 16,-13 8 2-16,-3 5 2 16,-17 2 3-16,-3 5 1 15,-7 11-5-15,-7 2-2 0,-3 13-6 16,-4 9-3-16,-14 8-1 15,-3 5 3-15,-5 9 1 16,2 2 0-16,4 6 0 16,2 3-1-16,7-1 1 15,7-1-1-15,9-9-1 16,7-3-4-16,9-11-12 16,3-3-3-16,7-7 0 15,1-8 5-15,10-3 12 16,8-3 4-16,6 0 2 15,2 0 0-15,-1 6 0 16,-2 5 0-16,-8 4-1 16,-2 6 1-16,-12 5-2 15,-5 3 1-15,-8 10 2 16,-5 0 0-16,-6 9 0 16,-3-2 0-16,-1 0 0 0,2-1 0 15,1-1 0-15,1-4 0 16,4 0 0-16,4-1 0 15,3-7-1-15,1-1 1 16,4-9-1-16,0-6 0 16,2-4 0-16,0-6 0 15,1-4-1-15,2 2 1 16,-2-4 1-16,2 1 0 0,-6-1 1 16,1 0 0-16,-4 3 1 15,-1-3-1-15,-1 0-1 16,1 0 0-16,-4 3 1 15,-3 14-1-15,-27 20 1 16,22-22-1-16,3-2 0 16,1-1-1-16,5 0 1 15,0 2-2-15,3-2 0 16,3 2-1-16,4-2 0 16,5 0 0-16,-1-4 1 15,2-3 1-15,-1-2 1 16,-2-3 0-16,3-3 1 15,-2-1 1-15,-4-3 4 16,0 0 2-16,-9 0 8 16,-4 1 2-16,-7-1-3 15,-5 1-2-15,-7 1-7 16,-1 3-2-16,0 4-2 0,2 3-1 16,5 5-1-16,2 2-1 15,5 4-3-15,2 1 0 16,3 2-1-16,2 3 0 15,3-1 1-15,0-1 0 16,5-4 1-16,2-3-1 16,4-6 2-16,3-3 0 15,0-6 2-15,1-6 1 0,4-6 0 16,0-3 2-16,-1-5 0 16,-2-3 0-16,-5 1 6 15,-5 1 4-15,-4 2 9 16,-7 0 2-16,-6-3-2 15,-5 2-5-15,1 5-6 16,-1 4-3-16,2 12-4 16,2 6-3-16,0 5-3 15,1 6-4-15,3 4 0 16,0 1-1-16,6 2 1 16,5-2 0-16,5-5-1 15,7-2 1-15,3-5 2 16,-1-4 1-16,4-2 1 15,-1-3 1-15,5-4 1 16,1-3-1-16,2-5 1 16,1-3 0-16,-4-2 2 0,-5-1 0 15,-4 2 3-15,-4 0 1 16,-7 3 2-16,0 2 1 16,-4 4-3-16,-4 5-2 15,0 3-7-15,-6 3-3 16,-2 9-1-16,-1 0 1 15,-1 4 4-15,2 0 2 16,2-6 0-16,4 0 0 0,3-7-2 16,4-1-5-16,1-3-15 15,-1-1-12-15,0 0-49 16,0 0-42-16,11-9-97 16</inkml:trace>
  <inkml:trace contextRef="#ctx0" brushRef="#br0" timeOffset="111867.14">20929 8382 1059 0,'-2'-15'391'0,"-1"-12"-321"0,2 0-27 0,1 6-37 0,0 7-4 0,-3 6 8 0,-1 6 5 0,-4 4 3 16,-1 5 2-16,0 13-7 15,-1 4-3-15,2 13-5 16,2 2-2-16,5 4-3 16,2 3-1-16,4-5-1 15,2-2 0-15,0-6 1 16,1-6-1-16,1-9 0 15,1-8-1-15,2-10-2 0,1-4 2 16,2-11 2-16,3 0 4 16,0-9 16-16,-4-2 7 15,-7 3 21-15,-4 0 12 16,-7 8 14-16,-3 4 1 16,-5 9-22-16,-3 5-16 15,-5 15-32-15,-2 7-6 16,0 15-4-16,1 6 2 0,3 2 2 15,3 4 1-15,1-5 0 16,3 0 1-16,4-5 0 16,0-4 1-16,5-13-1 15,-1-7-2-15,4-12-2 16,3-5-2-16,5-6 2 16,2-5 2-16,5-12 3 15,2-6 4-15,0-10 7 16,-1-4 4-16,-10 3 7 15,-5 2 3-15,-7 12 2 16,-3 8 2-16,-2 10-7 16,-2 6-5-16,-1 8-14 15,-3 9-6-15,-3 16-7 16,1 5 1-16,1 14 4 16,0 0 2-16,7-4 1 15,1-1 1-15,4-16-1 0,4-5 0 16,1-17-3-16,0-7 0 15,8-8 1-15,-3-11 3 16,7-12 6-16,2-9 2 16,4-15 0-16,4-4-2 15,-1-5 12-15,-2 0 3 16,-9-9 5-16,-4-1 1 16,-3 5-16-16,-3 8-4 15,1 28-5-15,2 13 1 16,-3 18 1-16,-3 5-4 0,-4 14-4 15,-4 11-3-15,-2 19-2 16,1 9 1-16,-1 13-1 16,0 5-2-16,0 9 2 15,0 7 1-15,-3 5 6 16,-2 0 2-16,1 0 0 16,0 0 1-16,0-1 1 15,-1-4-1-15,4-7 0 16,-2-4 0-16,7-9 0 15,-1-5 0-15,1-9 1 16,6-2-1-16,-4-9 1 16,-3-1 0-16,-2 1 0 15,-5-2 2-15,-4-1 0 0,2 1 0 16,-1-11 0-16,3-6-1 16,6-7 0-16,2-6 0 15,6-6 3-15,0-7 1 16,1-1 4-16,1-4 3 15,0 3 5-15,0 0 2 16,-3-22 16-16,-8-37 2 16,4 5 2-16,0-5-4 15,7-4-20-15,3 6-6 0,5 9-10 16,2 9-1-16,-1 11 0 16,2 2 0-16,-5 12 1 15,-1 2-1-15,-2 7 0 16,-1 6-2-16,4 4-2 15,0 5-2-15,5 8 0 16,2 4-3-16,2 2-4 16,-2 0-2-16,1 0 1 15,-2-6 1-15,-1-5 8 16,1-3 1-16,-4-7 1 16,0-2 0-16,-1 0 1 15,1 0 0-15,-2-4 2 16,2 4 1-16,-4-2 0 15,-2-1 0-15,1 4-1 16,-2-1 0-16,0 0-2 16,0 0-1-16,0 8-3 15,5 12-2-15,3 29 2 16,-10-20 1-16,2 2 2 0,2 0 1 16,1-1 1-16,3 0 1 15,0-1 0-15,-2-2-1 16,2 0 1-16,-1-3 0 15,-5 0 0-15,0-4 0 16,-5-5 0-16,1-2 1 16,0-6 0-16,0-4 2 0,3-3 0 15,-1 0-1-15,1 0-1 16,0-1-1-16,0 0-2 16,-2-5 0-16,-5-13 0 15,-7-23 0-15,11 24 0 16,0-1 1-16,0 9 0 15,2 3-1-15,-1 6-5 16,1 6-6-16,0 7-13 16,-2 5-1-16,3 5 0 15,-1 3 6-15,0 1 11 16,1 0 4-16,1-2 4 16,-1-2 1-16,1-6 0 15,1-4 1-15,-1-6-3 16,1-5-2-16,3-4 2 15,-3-7 3-15,4-11 9 16,-2-6 7-16,-2-8 11 16,0-3 6-16,-5-7 7 15,-5-6-1-15,-13-13-10 16,-3 0-8-16,-3 0-13 0,-3 6-4 16,6 16-2-16,3 8 0 15,5 15-2-15,7 11 1 16,4 9-5-16,2 5-7 15,0 14-5-15,2 6-2 0,2 13 2 16,3 4 2-16,3-3-3 16,4-3-4-16,-1-11 1 15,1-4 1-15,-1-10 6 16,1-8 3-16,1-9 3 16,0-9 2-16,6-15 4 15,0-7 1-15,4-12 2 16,1-1 0-16,-4-2 1 15,-5 0 1-15,-11 1 2 16,-7 0-1-16,-5 12 0 16,2 10-1-16,0 17-2 15,3 5-1-15,-3 12-7 16,-2 7-6-16,1 12-14 16,0 10-5-16,1 6-5 15,1-2-13-15,1 0-64 16,0-2-32-16</inkml:trace>
  <inkml:trace contextRef="#ctx0" brushRef="#br1" timeOffset="119216.29">22655 5954 743 0,'-2'-2'311'0,"-1"2"-175"0,0 1-90 0,2-1-30 0,0 0-14 16,-1 0 1-16,-10 3 15 0,-21 8 14 16,20-4 27-16,1 0 11 15,-1 3-8-15,1 1-13 16,0 2-27-16,-1 0-11 16,1 5-8-16,-2 1-2 15,2 2-1-15,1 2 0 0,-2 1 0 16,4 1 0-16,-1 0 0 15,6 2-1-15,4-1 0 16,0 1 0-16,5-1 0 16,4 0 0-16,0-5 0 15,1-2 0-15,3 1 0 16,-2-4 1-16,4 2-2 16,2-1 0-16,0-8 1 15,2-1 0-15,0-7 2 16,4-2 2-16,5-4 5 15,-3-7 1-15,6-2 0 16,-2-4 1-16,-2 3 2 16,-1 1 6-16,-4-4 11 15,-1-1 4-15,-4-3 0 16,2 2-6-16,-5 0-10 0,-3 1-5 16,2 1-3-1,-3-2 1-15,-2 3 14 0,1-1 11 16,-6 2 16-16,1 1 5 15,-5-2-10-15,1 3-9 16,-3-2-14-16,-4 0-5 16,2 6-2-16,-1 0 2 15,-1 1 7-15,1 0 3 0,-3 1 3 16,-5-5-2-16,3 7-3 16,-1-4-3-16,-4 3-2 15,3 2 1-15,-7-4-5 16,-2-1-2-1,1 0-6-15,-1-1-1 0,1 1-4 16,-2 1 0-16,0 1-4 16,-1 3-2-16,0 2-6 15,3 3-9-15,-2 2-38 16,3 5-28-16,-1 9-70 16,-5 0-31-16,0 12-121 15</inkml:trace>
  <inkml:trace contextRef="#ctx0" brushRef="#br1" timeOffset="120200.67">22827 6958 561 0,'-2'-2'265'0,"-1"-1"-119"0,-2 0-54 0,1 0-57 0,1 0-16 0,3 0 19 0,-2 1 19 0,1 1 37 16,0 0 21-16,0 0 11 16,0 0-6-16,0 1-22 15,1-1-18-15,-1 0-29 16,0 0-10-16,0 0-10 16,0 0-2-16,0 0 0 15,0 0-1-15,1 1-2 16,-1 0-2-16,-2 0-5 15,-1 0-1-15,0 0-5 16,-1 1-3-16,1 1-3 16,-1 0-1-16,1 0-1 0,2 3 0 15,-2 3-1-15,-19 27-1 16,21-20-2-16,-1 3 0 16,3 4 0-16,0 4 0 15,0 3-1-15,0-2 1 16,1 2-1-16,0-5 1 15,1 5 0-15,0 0 0 0,-2-1-1 16,-1 2 0-16,-1-2 0 16,-1 1-9-16,1 3-46 15,-2 2-40-15,-1 1-106 16,-2 3-124-16</inkml:trace>
  <inkml:trace contextRef="#ctx0" brushRef="#br1" timeOffset="120933.47">22701 7880 973 0,'-2'-2'444'0,"-1"-2"-215"0,2 3-132 0,1 0-26 16,0 0-35-16,0 0 2 0,0 0 26 0,0 0 2 0,0 0 11 16,0 1 8-16,-1-1-11 0,0 1-8 15,0 0-14-15,0 0-10 16,0 0-15-16,0 0-5 15,0 0-5-15,-2 4-5 16,-1 2-7-16,-14 24-2 16,18-20-3-16,2 4 0 15,0-3 0-15,0 1 0 16,2 3 0-16,0 0-1 16,1 5 1-16,0 1 0 15,-2 5 0-15,1 1-1 0,-1 4 1 16,0 3-1-16,-1 0-1 15,2 2-2-15,-4-1-9 16,-1-1-11-16,-3 6-40 16,-2-1-25-16,-1 5-53 15,0 5-24-15,0 6-276 16</inkml:trace>
  <inkml:trace contextRef="#ctx0" brushRef="#br1" timeOffset="121684.97">22576 9344 893 0,'2'-1'344'0,"0"-2"-254"0,0-2 15 0,-1-1-7 0,1 0-6 0,2 5 17 0,-4-2-4 16,3 6 0-16,-3-3 4 15,0 0-20-15,0 0-11 16,0 0-21-16,0 0-10 16,0 0-14-16,0 0-6 15,7 12-10-15,13 25-3 0,-15-20-4 32,-4-8 0-32,2 1 0 0,6 25 1 0,-3 6 1 15,2 5-2-15,-3-12-1 16,-1 1-2-16,-1 5-4 15,-1-1-1-15,1 3-2 16,-1-5 0-16,1-6-4 16,-1 0-9-16,2-1-22 15,-1 5-50-15,1 4-70 16,0 0-23-16</inkml:trace>
  <inkml:trace contextRef="#ctx0" brushRef="#br1" timeOffset="140079.44">4399 8620 83 0,'3'-2'47'0,"0"-1"-6"15,0 1-4-15,-3 1 2 0,0 0 11 0,0 0 20 0,0 0 7 0,0 0 5 16,1-5-3-16,0-1-16 15,8-19-10-15,-8 19-19 16,1 2-8-16,1-1-10 16,-2-1-2-16,3 1-2 15,0 0 0-15,-3 0 3 16,1 2 4-16,-2-1 14 16,0 2 7-16,0 1 6 15,0 1 1-15,0 0-8 16,-1 0-6-16,0 0-8 0,0 0-4 15,0 0-2-15,0 1 2 16,0-1-3-16,0 0 0 16,1 0-6-16,-1 0-3 15,0 0-2-15,0 0 1 16,-5-1 2-16,0-1 2 16,-21-7 1-16,23 11-2 15,-2 0-2-15,3 1-2 0,-2 0-3 16,-3 0-2-16,5 2-2 15,-3 0 0 1,1 1 0-16,2 3-1 0,-1 1 1 16,-2 1-2-16,0 6 1 15,2 0 0-15,-1 2 0 16,1 2 0-16,2-2-1 16,-1 1-2-16,3-1-7 15,0-4-3-15,0 2-5 16,0-2-2-16,2-4 2 15,0 1 1-15,1-4-1 16,1-1 0-16,-4-6-1 16,6 1 2-16,0-2 5 15,4-2 2-15,0-5-5 16,-2-1-2-16,3-3-6 0,-2-4 1 16,5 2 8-16,-4-3 4 15,3 5 8-15,-2-4 2 16,-2 2 1-16,2 6 0 15,-5-4 1-15,1 5 0 16,0 4-1-16,-1 1 0 16,-1 3 0-16,1 4 0 15,-2 3 0-15,-1 2 0 0,0 5 0 16,1 3 0-16,-1 1 0 16,1 5 0-16,-3 0 0 15,1 1 0-15,-2 3 0 16,-1-5 0-16,-1 3 1 15,-1 2-1-15,-1 0 0 16,-2 0 1-16,-1 1-1 16,-2-2 1-16,0-6 3 15,0 2 4-15,-1-8 10 16,0-1 6-16,-3-3 11 16,1-4 3-16,-1-1 7 15,-2-3-1-15,1 0-1 16,0-3-5-16,-5-1-4 15,5-1-1-15,-4-5-2 16,3-2 0-16,1-4-10 16,-1-2-5-16,3-5-9 15,3 2-7-15,4-2-12 0,5 0-14 16,4-2-43 0,3 1-37-16,7 1-180 0</inkml:trace>
  <inkml:trace contextRef="#ctx0" brushRef="#br1" timeOffset="140680.44">4668 8520 709 0,'-1'-3'280'0,"-1"-7"-192"0,0 1-48 0,2 4-39 0,0 0-6 0,3 3-1 0,-1 2 1 0,-2-2 3 0,0 2 2 15,0 0 3-15,0 0 3 16,0 0 5-16,0 0 2 0,0 0-1 15,1 11-2 1,2 27-7-16,-3-19-1 0,0 4-1 16,0 3 0-16,-4-2-1 15,3 1 1-15,-1 2 0 16,2 0-1-16,2 5 1 16,-2-1-1-16,0-1 0 15,2-2 1-15,-2 0-1 16,6 1-1-16,-1-5-4 15,-1-2-6-15,4-5-17 16,-5-5-9-16,7-3-28 16,1-3-15-16,2-6-50 15,2 0-49-15</inkml:trace>
  <inkml:trace contextRef="#ctx0" brushRef="#br1" timeOffset="141798.25">4809 8566 535 0,'-2'-2'228'0,"1"0"-115"0,0-2-82 0,1 3-15 0,0 1-10 0,0-1-2 0,0 0 0 16,0 0 1-16,0 0 17 16,0 0 9-16,0 0 11 15,0 1-1-15,4-5-16 16,1 3-10-16,7-5-12 16,22-8-1-16,-17 14-1 15,3 1 0-15,2 0-1 0,1 0 1 16,3 0-1-16,-2 0 0 15,-1 3 0-15,-4-2 0 16,-1 3 0 0,-2 1 0-16,-5 4 0 0,-1-1 0 15,-5 3 0-15,0-2 0 16,-5 2 2-16,1 0 1 16,-1 1 2-16,-3 4 2 0,-1 0 3 15,-1 0 4-15,-6 0 4 16,3-1 1-16,-5 0 1 15,-1 1-3-15,-3 0-5 16,1-1-2-16,-1-1-6 16,3 0-1-16,-1-4-1 15,1 0 0-15,3-3-1 16,1-2 0-16,3 0-1 16,2 0 0-16,1 1-3 15,1-2-1-15,0 2-6 16,2 0-1-16,2 0-3 15,2 1 2-15,3 1 3 16,0 0 1-16,2 0 4 16,3 0 1-16,-1-2 3 15,2 1 0-15,1-1 0 16,0-2 0-16,4 0 1 16,0 0 0-16,2-3-1 15,-3 0 1-15,-2-1 0 0,3 2-1 16,-7-1 0-16,1-2 1 15,-1 1 0-15,-2-1 0 16,1 0 1 0,-2 1-1-16,0-1 2 0,-3-2-1 15,1 0 0-15,-4-1 0 16,2 3 1-16,-2-1 1 0,-1 2 2 16,0-1 1-16,0 0 4 15,0 0 2-15,0 0 1 16,0 0 2-16,0 0 0 15,0-4 0-15,0-1 2 16,1-2 1-16,5-23 2 16,-3 21 1-16,-1-2 8 15,-1 0 5-15,-1-3 5 16,1 2 3-16,-1-1-8 16,-1-1-3-16,-1 2-8 15,1-3-4-15,0 1-8 16,-1 2-4-16,2 3-8 15,-2 2 0-15,2 6-8 16,1-1-19-16,0 0-53 16,-1 2-36-16,-1 0-128 15,1 1-82-15</inkml:trace>
  <inkml:trace contextRef="#ctx0" brushRef="#br1" timeOffset="142413.54">5268 8432 175 0,'1'-1'90'0,"-1"-1"-12"0,2 2-17 0,-2 0 17 0,0 0 46 0,0 0 23 0,0 0 4 15,0 0-11-15,0-1-35 16,0 0-25-16,0 0-41 15,0 0-15-15,0 0-16 16,0 0-5-16,0 1-4 16,3 0-2-16,8 0 0 15,22 13 1-15,-15 0 0 16,0 3 0-16,1 6-2 0,5 6-2 16,-5 2-5-16,-1 4-2 15,0-5 1-15,-8-3 3 16,2-1 6-16,-2-3 1 15,-3 0 1-15,-1-2 0 16,-5 1 0-16,1 0 1 16,-2 0-1-16,-3-2 1 0,-3 1-1 15,-1 2 1-15,-2 0-1 16,0 1 0-16,2-2 1 16,-2-5 2-16,2-2 1 15,0-4 0-15,-2-5 0 16,2-1-2-16,2-1-1 15,1-2-1-15,0 3-7 16,2-3-14-16,-1-1-55 16,3 0-51-16</inkml:trace>
  <inkml:trace contextRef="#ctx0" brushRef="#br1" timeOffset="143330.28">5707 8663 385 0,'-1'0'188'0,"1"0"-59"0,-2-2-90 0,2 1-41 0,0 1-2 0,0-1 4 15,0 1 18-15,0-1 42 16,0 0 15-16,0 0 17 16,0 0-13-16,2 0-39 15,5-1-14-15,4-1-21 16,21-3-3-16,-16 6-1 0,1-2 0 15,-1 0-1-15,1-2 1 16,-2 3 0 0,-1-3 0-16,-2 1-1 0,1 1 0 15,-3-1-1-15,0 1-5 16,-1 1-53-16,-1 1-53 16</inkml:trace>
  <inkml:trace contextRef="#ctx0" brushRef="#br1" timeOffset="143646.43">5736 8794 813 0,'-2'-2'324'0,"-1"0"-215"16,-1-3-87-16,4 0-59 16,6-2-16-16,4-4 5 15,6 3 10-15,0-2 29 16,-2 1 11-16,1 4 8 16,-1-2-1-16,1 1-2 15,1 1-3-15,3 1-4 0,0 0-4 16,-1 3-95-16,2 2-95 15</inkml:trace>
  <inkml:trace contextRef="#ctx0" brushRef="#br1" timeOffset="144029.91">6269 8447 102 0,'4'-2'35'0,"6"-4"-60"0</inkml:trace>
  <inkml:trace contextRef="#ctx0" brushRef="#br1" timeOffset="144748.31">6337 8391 333 0,'1'-4'208'16,"2"-5"-15"-16,2 3-35 16,-4-4-59-16,2 1-26 0,-2 2-34 15,-1-4-7-15,-1 3-4 16,-2-2 1-16,-2-2 2 15,0 5-2-15,2 3-4 16,-2 0 2-16,-1 1-3 16,1-2-2-16,-3 4-6 15,-1-2-6-15,-3 4-4 16,0-2-1-16,-1 1 0 16,-1 0-1-16,2 2-1 15,-1 2 0-15,1 0-1 16,2-2-1-16,0 6-1 15,1 2 0-15,2 4-2 16,0 4 0-16,4 1 0 16,-2 2-1-16,3-2-7 15,0 4-6-15,-1-5-10 0,2-2-7 16,1-4-2-16,1-6 2 16,5-4 9-16,5-2 3 15,4-4-5-15,-1-4-5 16,6-3-4-16,-3-2 3 15,1 2 13-15,1-1 8 16,-3 3 8-16,-1 2 3 16,-4 2 0-16,-1 3 2 0,-1 5 0 15,1 3-1-15,4 7-1 16,-2 3 0-16,0 6-1 16,-2-1-1-16,-6 3 2 15,0-1 0-15,-2 3 3 16,0 2 1-16,-1-2 0 15,1 5 0-15,-2-6-2 16,0-1-1-16,-2 2 1 16,-1-4-1-16,-1 3-1 15,0 1 1-15,-1-1-1 16,-1 1 1-16,1-6 3 16,-2-1 4-16,0-2 6 15,1-3 3-15,-1-2 2 16,1-1 2-16,-1-3 11 15,-1 0 9-15,-1-3 23 16,-1-3 7-16,-1-2 4 16,-2-3-5-16,0-3-16 0,-3-2-7 15,1-3-13-15,-5-3-4 16,3-2-6-16,3-2-3 16,1-5-10-16,4-2-2 15,-1-4-13-15,0 0-8 16,4 0-33-16,4 0-32 15,7-2-126-15</inkml:trace>
  <inkml:trace contextRef="#ctx0" brushRef="#br1" timeOffset="147464.23">6782 8214 746 0,'0'0'293'0,"3"0"-189"0,0 1-93 0,-3-1-49 0,0 0-24 16,0 0-11-16,6 1 8 16,-2 0 35-16,-4-1 38 15,0 0 40-15,2 1 8 16,0 2-3-16,3 9-14 16,5 23-22-16,-16-21-7 15,0 9-7-15,-3-1-1 0,1 10-2 16,-2 3 0-1,0 4-3-15,-2 5-15 0,1-2-23 16,1 2-12-16,5-2-2 16,1-6 13-16,7-2 23 15,4-6 14-15,6-8 3 16,7 0-13-16,8-8-41 16,1-3-48-16</inkml:trace>
  <inkml:trace contextRef="#ctx0" brushRef="#br1" timeOffset="148495.78">7062 8366 615 0,'-2'0'302'0,"-2"-2"-54"0,3 1-218 16,1 0-27-16,0 0-22 0,0 0-2 0,0 0 7 0,0 1 5 15,0-1 19-15,0 0 10 16,0 0 7-16,2-1-1 16,3-1-9-16,2-2-8 15,22-11-9-15,-23 13 0 16,2 5-4-16,0 3-1 0,-2 2-3 16,3 5 0-1,-4 2 0-15,-2 1 2 0,-1 2 3 16,-2 1 0-16,-2 2 1 15,0 3-1-15,-2-2-4 16,0-1-3-16,-3-1-1 16,0 0 1-16,0-1 4 15,1-2 3-15,1-5 3 16,0 0 1-16,3-7 0 16,1-2 1-16,-1-2 1 15,2-1 0-15,0 0 0 16,0 0-1-16,4-16-2 15,14-20 0-15,-5 13 1 16,2 4-1-16,3-4 0 16,0 0 0-16,-2 1 0 15,-1-1 1-15,-4 5 0 16,-1 1 1-16,-3 6 1 0,-4 3 5 16,-1 3 11-16,-2 2 0 15,0 3-5-15,7 4-3 16,-7 3-9-16,0 3 0 15,-3 7 2-15,-6-1 0 16,1 4-1-16,1 2-2 16,1-1-1-16,0-2 0 15,6-1-1-15,-6-4-1 0,6-4-7 16,0 0-5-16,3-4-9 16,7-2-3-16,0-2-5 15,-1-3-10-15,7-3-44 16,-4-1-42-16</inkml:trace>
  <inkml:trace contextRef="#ctx0" brushRef="#br1" timeOffset="149713.01">7214 8357 360 0,'2'0'194'0,"-1"1"-32"0,0-3-113 0,-1 2-74 0,0 0-25 0,0 0-12 0,0 0 17 0,0 0 74 15,0 0 48-15,0-1 56 16,0 0-1-16,0 0-38 16,0 1-23-16,0-1-40 15,0 0-14-15,0 1-14 16,0 0-3-16,-1 0 5 15,0 0 4-15,1 0 8 16,-1 0 3-16,-1 2 3 0,-2 5 0 16,-14 24-1-16,12-19-2 15,-1 2-5-15,-2-1-3 16,1 2-6-16,1 1-1 16,0-3-3-16,1 1 0 15,0 1 0-15,1-1 0 16,1-1 1-16,2-2 0 0,1 2-1 15,0-3 0-15,1 1 0 16,1 1-2-16,3-3 0 16,1 1 0-16,1-1-2 15,2-3 1-15,3 0-2 16,1 1 0-16,3-1-2 16,-1 0-2-16,0-2-6 15,0-2 0-15,-3-2 0 16,0-1 3-16,1-3 7 15,1-2 3-15,-1-2 0 16,3 0 0-16,-4-3-3 16,-3-1 0-16,1-4-2 15,-4-1-1-15,3-2 1 16,-2-2 1-16,-1 0 3 16,0 0 1-16,-5 0 4 15,1-2 0-15,-1 3 5 16,-2-2 2-16,-1 1 2 0,-2 0 2 15,-2 5-1-15,-3-1-1 16,3 3-1-16,-2 0 0 16,-1 0-2-16,2 3 1 15,-3 1 1-15,3 6-1 16,-3 2-2-16,-2 0-2 16,-1 4-3-16,-2 1-2 15,1 2-2-15,-2 1 1 0,1 3-1 16,0-3 0-16,2 5 0 15,1 3-1-15,3 1 0 16,0 2 0-16,2 3 0 16,1-1 0-16,3 2 0 15,-2-2 0-15,4-3-1 16,2 1 0-16,0-4-1 16,3 0 1-16,3-3 0 15,2-3 2-15,6-1 1 16,2-3 1-16,7-3 2 15,1 0-1-15,1-3 0 16,3-4-1-16,-3-3 0 16,1-1-1-16,1-3 0 15,-3 1 0-15,-3 0 0 16,-3 2-7-16,-5 4-26 16,-2 1-24-16,-5 2-88 0,-3 0-85 15</inkml:trace>
  <inkml:trace contextRef="#ctx0" brushRef="#br1" timeOffset="150312.37">7451 8470 805 0,'0'-1'319'0,"0"-1"-228"0,0 1-185 0,0 0-104 0,0 0-46 0,0 1 31 0,0-1 98 0,0 1 201 16,0 0 102-16,0 0 78 15,0 0-42-15,0 0-123 16,0 0-41-16,0 0-48 16,-1 0-8-16,0 11-4 15,-5 23-2-15,5-18-2 16,-1 0 0-16,0 3 0 0,-1 0 2 16,1-2 2-16,1 2-1 15,2-5-3-15,1-1-1 16,2-2-2-16,0-2-1 15,-1-5-4-15,1-2 3 16,2-4 6-16,2-4 2 16,3 0 4-16,2-7 2 15,1-1-3-15,1 0-1 16,-2-7 1-16,0 2 1 0,-2-1 3 16,-4-5 3-16,-2 6 8 15,0 3 7-15,-4 1 9 16,0 3 3-16,-1 0-2 15,-3 1-3-15,-3 4-16 16,-1 1-12-16,-6 6-28 16,-1 4-21-16,-4 4-44 15,-3 0-18-15,1 2-35 16,-2-1-41-16</inkml:trace>
  <inkml:trace contextRef="#ctx0" brushRef="#br1" timeOffset="151165.4">7736 8363 578 0,'-2'-1'303'0,"-2"-3"-78"0,1 1-113 0,3-2-86 0,0 0-25 0,4 2-16 0,-2 0-3 0,4 1 2 15,1 1 6-15,0 0 10 16,1 2 0-16,1-1 0 16,0 3 1-16,1-1-1 15,0 1-1-15,1 3-2 16,-5-1-6-16,1 5-12 15,-2 0-3-15,-3 1-1 16,-2 1 5-16,-3 2 13 16,-4 1 4-16,-3 3-4 15,0 1-3-15,-1 3-12 0,-1 0-2 16,1 1 3-16,1-1 6 16,0-6 11-16,2-2 4 15,2-7 9-15,2-2 3 16,3-1 25-16,2-3 4 15,4-6-4-15,0-6-2 0,6-7-26 16,1-4-6-16,5-2-1 16,-3-2 0-16,3 0 0 15,-2-1 1-15,-4 0 1 16,2 2 0-16,-4 2 3 16,-1 4 1-16,-3 3 5 15,-1 3 5-15,-3 7 3 16,-1 0 0-16,0 6-5 15,1 2-7-15,-2 1-7 16,0-3-1-16,1 0-2 16,-2 3 1-16,-5 12 0 15,-7 26 0-15,10-21 0 16,-1-1 0-16,1 1 0 16,0 1-1-16,2-1-3 15,2 0-3-15,2-3-6 16,2-1-2-16,5-5 1 15,3-1 3-15,4-7 8 16,6-2 3-16,3-5-13 0,1-2-24 16,1-4-87-16,-2 0-70 15</inkml:trace>
  <inkml:trace contextRef="#ctx0" brushRef="#br1" timeOffset="151458.64">8110 8431 260 0</inkml:trace>
  <inkml:trace contextRef="#ctx0" brushRef="#br1" timeOffset="151829.16">8129 8426 384 0,'-2'0'240'0,"0"3"-30"15,0-3-63-15,1 0-91 0,0 0-28 16,0 0-22-16,-3 6-3 16,-3 6-2-16,-10 23-1 15,13-17 0-15,0 0 1 16,-2 2-1-16,2 2 1 16,1-4-1-16,2 1 1 15,1-4-1-15,1 0 0 0,1-6 0 16,1-3-1-16,1-5 2 15,0-1 6-15,1-3 12 16,3-3 3-16,5-1-1 16,-1-6-5-1,1-1-10-15,1-1-1 0,-4-4 7 16,0 3 5-16,-1-2 2 16,-4-2 2-16,1 4-3 15,-2 1 3-15,-3 3 14 16,-1 1 6-16,-3 1 7 15,-1-1 1-15,-3 2-9 16,1 1-8-16,-3 1-17 16,-3 2-12-16,-3 2-17 15,-1 0-12-15,-2 4-22 16,2 1-16-16,2 3-54 16,3 0-49-16</inkml:trace>
  <inkml:trace contextRef="#ctx0" brushRef="#br1" timeOffset="152217.43">8356 8337 747 0,'-3'-1'328'0,"3"3"-163"0,0 2-217 0,0-4-73 0,0 0-3 0,0 0 60 0,0 0 62 0,0 0 123 16,0 0 45-16,0 0 29 15,0 0-28-15,0 0-90 16,8 0-31-16,29-4-37 16,-19-2-5-16,3-1-1 15,4 1-2-15,2 1-12 16,3 3-9-16,-1-1-24 16,0 2-15-16,1 0-34 15,-3-1-43-15,-5 2-149 0</inkml:trace>
  <inkml:trace contextRef="#ctx0" brushRef="#br1" timeOffset="152562.01">8542 8217 788 0,'-3'-1'391'16,"-2"-2"-35"-16,3 3-359 15,2 0-26-15,0 0-19 16,0 0 1-16,0 0 24 16,0 0 8-16,0 0 31 15,-1 0 10-15,0 0 6 16,-2 15-2-16,-3 25-15 15,2-19-6-15,-1 1-8 16,-1 1 0-16,2 4-2 16,2 3-5-16,2 0-31 15,0 3-26-15,1 2-89 0,1 1-69 16</inkml:trace>
  <inkml:trace contextRef="#ctx0" brushRef="#br1" timeOffset="153195.81">8901 8286 1140 0,'-3'-3'467'0,"0"2"-284"15,-2-2-159-15,1 3-103 16,-3 5-26-16,-2 5-5 16,-1 2 26-16,-1 0 42 15,3 1 27-15,-2-2 29 16,1 3 7-16,2 2 4 16,1-2-2-16,3 4-11 15,2-5-7-15,3-1-20 16,4-2-5-16,1-6-1 15,1-2-1-15,3-5 17 16,3-4 3-16,3-5 1 0,2-3 0 16,4-1-1-16,-3-2 1 15,0-4 1-15,-2 1 5 16,-4-5 8-16,0 1 7 16,-5 1 12-16,-3-5 6 15,-4 1 11-15,-2-2 1 16,-6-2-2-16,-2 3-4 15,-5 2-13-15,-2 3-6 0,0 5-9 16,-2 5-5-16,-1 3-6 16,-2 6-2-16,0 6-3 15,-1 3-2-15,-1 6 0 16,2 2 0-16,3 3 1 16,1 0 0-16,3 3-1 15,3 1 1-15,3-2-2 16,2 4-3-16,4-3-7 15,1 0-3-15,6-1-4 16,6 2-10-16,6-6 8 16,1-3-6-16,8-4-20 15,3-4-11-15,4 2-88 16,2 2-70-16</inkml:trace>
  <inkml:trace contextRef="#ctx0" brushRef="#br1" timeOffset="153511.41">9182 8248 1320 0,'-3'-2'510'0,"1"-2"-382"0,1 3-165 0,0 1-96 0,1 0-31 0,0 0 38 0,0 0 36 0,0 0 84 16,0 0 44-16,0 0 21 16,0 6 2-16,0 10-31 15,2 20-13-15,2-15-16 16,-1 0-1-16,3 3-26 15,1 2-25-15,2 3-128 16,2 3-79-16</inkml:trace>
  <inkml:trace contextRef="#ctx0" brushRef="#br1" timeOffset="154145.9">9368 8226 1191 0,'0'-1'439'0,"0"-3"-291"0,4 2-276 16,-4 2-37-16,0 0-38 15,4 0 24-15,6-2 113 16,17-9 64-16,-20 7 109 16,-3 1 9-16,2 2-33 15,3 3-36-15,0 5-44 16,0 2-12-16,-2 5-22 16,-3 0-10-16,-4 1-17 15,0 3-5-15,-3 2 7 16,-2 0 11-16,0 6 15 15,-1-2 14-15,-3 1 12 16,4 1 1-16,2-6 1 16,-4-1 2-16,6-8 3 15,-3-5 20-15,4-8 26 16,4-4 4-16,2-7-1 16,6-4-17-16,3-8-26 15,2-1-5-15,2-4-3 0,-3-3-1 16,3-3 3-16,-3 0 3 15,-6-2 6-15,2 3 2 16,-3 8 1-16,-2 4-4 16,-2 8-4-16,0 7-1 15,-5 7-6-15,0 2-1 16,0 10 0-16,-2 1 1 0,-2 9 4 16,-3 4 1-16,1 2-1 15,-1 4-1-15,1-4-2 16,3 0-1-16,5-4-1 15,2-1-6-15,4-1-34 16,4 0-34-16</inkml:trace>
  <inkml:trace contextRef="#ctx0" brushRef="#br1" timeOffset="154429.76">9814 8291 1253 0,'0'1'435'0,"1"3"-350"0,0 7-212 0,-1 0-59 15,1 5-45-15,-2 1 25 0,-2-1 87 0,-1 1 71 16,3 0 90-16,-1-1 5 16,3 3-10-16,0 0-36 15,-2 1-227-15</inkml:trace>
  <inkml:trace contextRef="#ctx0" brushRef="#br1" timeOffset="154744.51">10021 8249 1237 0,'1'1'418'15,"-1"0"-337"-15,3 5-226 16,3 1-27-16,1 1 30 0,1-1 40 16,4-4 116-16,1-3 53 15,8-3 57-15,0 1 3 16,4-3-52-16,3-1-28 16,3-1-34-16,2-1-24 15,0-5-63-15,-1 1-38 16,-2-5-105-16,1 1-50 15</inkml:trace>
  <inkml:trace contextRef="#ctx0" brushRef="#br1" timeOffset="155029.46">10327 8085 467 0,'-8'-1'294'0,"-10"-1"-1"15,4 2-116-15,2 0-108 16,-1 0-21-16,0 2-36 16,1-1-8-16,5 4-2 15,1 1 1-15,2-1 2 16,1 2 2-16,2 2 1 16,1 3-2-16,5 6-2 15,-1-2-2-15,-3 0-1 16,1 1-1-16,0 5 0 15,2-1 0-15,-1 5-2 0,3 4-16 16,-3-4-65-16,1 5-65 16</inkml:trace>
  <inkml:trace contextRef="#ctx0" brushRef="#br1" timeOffset="155646.4">10550 8149 1083 0,'-1'-2'501'0,"-3"-2"-202"16,3 2-301-16,0 2-162 15,0 0-56-15,0 1 2 16,-4 14 36-16,-8 24 111 16,7-22 72-16,1 0 66 15,2 3 7-15,3-2-29 16,1 1-15-16,2-2-28 16,-2-5-14-16,3-3-9 15,-3-6-1-15,9-4 0 16,4-2 8-16,1-7-3 15,5-2-13-15,2-3-12 0,0-2 1 16,2-3 8-16,-3-3 14 16,-2-2 24-1,-4-3 9-15,-4 1 26 0,-3 1 14 16,-5-1 16-16,-2 0 5 16,-2 0-13-16,-4 1-13 15,-3 3-20-15,-2 2-11 0,-2 5-12 16,-2 2-2-16,-1 5-3 15,1 4 0-15,-2 4 0 16,0 1 2-16,4 4-1 16,0 0 1-16,1 6-1 15,3 0-2-15,0 6 0 16,2 0 0-16,1 3 0 16,4 0 0-16,-2-2-2 15,3 0 0-15,-1-4-8 16,2 1-6-16,7-3-2 15,2-1-2-15,10 0-18 16,2-2-25-16,1-2-152 16</inkml:trace>
  <inkml:trace contextRef="#ctx0" brushRef="#br1" timeOffset="155907.37">10767 8191 1146 0,'0'-3'307'0,"4"2"-402"0,5 1-310 0</inkml:trace>
  <inkml:trace contextRef="#ctx0" brushRef="#br1" timeOffset="156127.81">10851 8180 449 0,'5'0'285'0,"7"5"-5"0,-2-2-184 16,1 2-51-16,-1 1-47 16,-4 0-11-16,-1 2-6 15,-2 0-1-15,-4 1 8 16,1 2 5-16,-1-1 10 15,0 2 7-15,-1 1 3 16,-1 0 1-16,-2 1-6 16,-5-3-4-16,2 0-4 15,-3-3 1-15,4-2 4 16,6 1 4-16,0-3 8 16,1-2 4-16,2 0 15 0,-2-2-2 15,0 0-16-15,0 0-13 16,15-1-58-16,23-9-46 15,-15 1-146-15</inkml:trace>
  <inkml:trace contextRef="#ctx0" brushRef="#br1" timeOffset="156745.41">11104 7997 1270 0,'-1'0'487'0,"4"-2"-378"0,2 3-172 0,-5-1-157 0,2 0-58 0,12 4 39 0,21 5 54 0,-22-5 174 15,-3-3 93-15,-1 3 33 16,-2 3-16-16,0 3-65 16,3 4-18-16,-5 2-36 15,4 2-19-15,-7 3-40 0,0 0-17 16,-2 3 8 0,-5 1 16-16,0-2 38 0,-3-1 15 15,2-3 18-15,5-2 2 16,-3-5 1-16,0-3-1 15,4-3 3-15,-3-5 18 16,5-3 10-16,3-4 2 16,3-7 1-16,4-2-16 0,4-7-9 15,0-2-3-15,-2-7-2 16,5 0 2-16,-1-4 10 16,0 1 6-16,-1 4 9 15,-4 2-1-15,-4 9-10 16,-4 3-2-16,-3 10 0 15,0 2-8-15,-2 5-10 16,0 3-2-16,-1-4-5 16,0 4 6-16,-5 15 12 15,-10 26-1-15,7-21-6 16,2 2-1-16,6 0-2 16,1 0-1-16,5-2 0 15,0-3 0-15,5 0-20 16,1-3-26-16,2-5-72 15</inkml:trace>
  <inkml:trace contextRef="#ctx0" brushRef="#br1" timeOffset="157194.07">11524 8105 1281 0,'5'1'396'0,"4"2"-382"0,0 1-290 0,3 2-120 0,-4-1 45 0,0 0 119 16,4-1 297-16,-5-1 148 0,0-1 52 15,0 2-76-15,-7-1-132 16,4 4-31-16,0 4-35 16,-3 3-6-16,-1 4-2 15,-1 0 0-15,-6 1 16 16,-6-4 3-16,2 6 2 16,-2-1-1-16,1-2-1 15,3 3 0-15,-1-5 0 16,2 0 4-16,3-2 10 15,2-2 2-15,3-5 7 0,2 0 3 16,7-2 10-16,3-2-2 16,8-2-15-16,3-3-17 15,2-5-52-15,3 0-31 16,-2-8-125 0</inkml:trace>
  <inkml:trace contextRef="#ctx0" brushRef="#br1" timeOffset="157695.16">11728 7920 1145 0,'0'-2'462'0,"-1"-1"-328"16,0 2-183-16,1 1-109 16,0 0-24-16,0 0 51 15,0 0 61-15,0 1 100 16,3 4 45-16,6 0 32 16,28 24-15-16,-16-16-46 15,3 2-17-15,3 7-22 16,1 3-6-16,-3 5-1 0,2 2 0 15,-10 6-2-15,3 4-1 16,-6 0-2-16,-4 4-1 16,-4-3 1-16,-6-3 1 15,-6 1 3-15,-5-7 1 16,-3 3 0-16,0-2 2 16,-5 1 1-16,4-2 0 15,-3-7-2-15,0-5-1 16,0-8-2-16,1-2-2 0,5-6-4 15,3 1-5-15,4-6-11 16,0-2-14-16,1 0-123 16</inkml:trace>
  <inkml:trace contextRef="#ctx0" brushRef="#br1" timeOffset="173709.43">12799 7184 97 0,'0'0'51'0,"0"1"-7"0,0-1-28 0,-1-1-3 0,0 1 22 0,1-1 17 0,0 1 18 16,0-1 2-16,0 1-18 15,0-1-17-15,0 1-26 16,0 0-7-16,0 0-4 15,0 0-1-15,0 0 3 16,0 0 5-16,0 0 4 16,0 0 1-16,0 0-3 15,0 0-5-15,0 0-3 16,0 0-1-16,0 0 0 16,-1 6 1-16,0-1 0 15,0 3 0-15,0 23 0 16,-3-25 0-16,2 2 0 15,-1 0 0-15,-1 0 1 0,5 4-1 16,-2-2 0-16,1-1 1 16,0 2 0-16,-5-3 0 15,5 3 1-15,-3 0 1 16,2 1 0-16,-1 2 3 0,1 0 8 16,0-3 3-16,1 3 5 15,-1-2 0-15,2 3-4 16,-1 0-2-16,3-1-2 15,0 1-1-15,-2-3-4 16,3 2-3-16,-4 0-4 16,1 1 0-16,-1 1-1 15,-1-2 2-15,-2-2 0 16,2 2 1-16,-4 0-1 16,3 1-1-16,-2 1-1 15,-1 0-1-15,5 0 0 16,0 2-1-16,0-4 0 15,3 3 1-15,-4-2-1 16,-2 2 1-16,2 2-1 16,-1-1 0-16,2 2 0 15,0-2 0-15,0 2 0 0,0 0 0 16,0 2 0-16,0 2 0 16,3-4 0-16,-3-2 0 15,1-1 0-15,4 0 0 16,-1 2 0-16,2 2 0 15,4 0-1-15,-2-2 0 16,1 1-1-16,0 2 0 16,0 0-1-16,0-1 0 0,0 3-4 15,-1-3-2-15,-2 1 0 16,1 1 1-16,-2-1 6 16,-1-2 2-16,2-2 1 15,0 2 0-15,1-2-1 16,-1 2 0-16,-1 0 0 15,0 0-1-15,0-1 0 16,1 1 0-16,-1-1 1 16,1 0 0-16,-3 1 0 15,0 0 0-15,1 0-2 16,-3 1-3-16,1-3-3 16,-1 4-2-16,1-2 0 15,-1-1 2-15,0-2 4 16,-1-2 1-16,-1-2 3 15,-1 0 0-15,0 4 0 16,1-3 0-16,-2 3 0 16,0-2 0-16,-3 0 0 0,0 0 0 15,-1-3 0-15,-2 1 1 16,2-2 0-16,-2-1 1 16,1-2 1-16,0 0-1 15,3 0 0-15,0-1-2 16,0 1 1-16,-1-1-1 15,-1-1 2-15,-1-2 1 16,1 3 3-16,-1-1-1 0,0 0-1 16,1 1-3-16,-2-1-1 15,-1 1-2-15,1 1 1 16,-5 0 1-16,1-2 1 16,2 1 1-16,1-2-1 15,4 1 0-15,-5-3-1 16,-1 1-1-16,-2 0 0 15,-4-3 0-15,4 5 0 16,1-2 0-16,-2-3 0 16,1 4 0-16,-1-1 1 15,0-4 1-15,4 4 0 16,-2-3 0-16,3-1 0 16,1 2 0-16,0-1 3 15,0 1 4-15,2-2 6 16,-1-3 1-16,1 2-2 15,-1-1-2-15,1 0-5 16,-2 0-3-16,2 1-2 0,0-2 0 16,1 2-2-16,2 1-4 15,1 0-11-15,-1 2-14 16,-1-3-76-16,2 1-86 16</inkml:trace>
  <inkml:trace contextRef="#ctx0" brushRef="#br1" timeOffset="174775.479">12507 8859 810 0,'0'-2'251'0,"1"2"-235"0,-1-4-153 0,0 3-23 0,0 0 31 0,0 1 34 0,0-1 134 0,0 0 66 15,0 0 51-15,0 0-5 16,0 0-65-16,0 0-34 0,0 1-41 15,0-1-8-15,0 0-4 16,0 0-1-16,0 0 7 16,-1 0 4-16,0 0 7 15,0 0-1-15,1 1-4 16,-1-1-4-16,0 0-7 16,0 1 0-16,0 0-1 15,0 0 1-15,-5 2 0 16,0 0 2-16,-21 19 1 15,21-17 0-15,3 3 0 16,-1-2 0-16,0 1 4 16,1 1 4-16,-3-1 8 15,4 0 2-15,-5 1-1 16,-2-1-5-16,3 0-4 16,-1 2-1-16,-3 0-2 15,6 2 0-15,-2-1-2 0,-4 1 0 16,5 2 0-16,-4-3 2 15,2 2 0-15,2-3 2 16,0 0-3-16,-2-4 0 16,0 2 1-16,-1-3 0 15,3 4 2-15,-1-2-1 16,0 0-2-16,2-3-1 16,-1 1-2-16,3 0 3 15,-2 1 4-15,1 0 4 16,3-2 0-16,-3 0-2 0,5-1-3 15,-2-1 1-15,0 0 4 16,0 0 1-16,0 0-2 16,0 0-2-16,0 0-5 15,0 0-1-15,0 0 0 16,3 2-1-16,7 1-2 16,24 10-1-16,-22-8-1 15,2 1-1-15,4 0 1 16,-2 0-1-16,4-1 0 15,0 2 0-15,0 0 0 16,-1-1 0-16,-1-1 1 16,1-1 0-16,-5 1 0 15,0-2 0-15,-3 0 1 16,0-2 0-16,-1 1 0 16,-3-2 0-16,0 2 1 15,-3-2-2-15,1 2 1 0,-1-1-1 16,0 0 0-16,-1 2-1 15,-3-4-5-15,0 1-8 16,0 0-28-16,0 0-25 16,0 0-120-16</inkml:trace>
  <inkml:trace contextRef="#ctx0" brushRef="#br2" timeOffset="178725.91">5885 9505 656 0,'-4'-2'294'15,"-1"0"-139"-15,2-2-58 0,1 3-46 0,1-1-17 0,0 1-11 0,0 0 3 0,1 0 15 0,-1 0 11 16,0 1 17-1,1-1-5-15,0 0-17 0,-1 0-12 16,1 0-24-16,0 0-6 16,0 0-5-16,0 0-2 15,0 1 0-15,7-4 0 16,6-3 1-16,25-10-2 16,-21 8-11-16,1 3-17 15,-1 0-54-15,-1-2-39 16,0 5-115-16</inkml:trace>
  <inkml:trace contextRef="#ctx0" brushRef="#br2" timeOffset="179009.51">5908 9662 595 0,'-2'2'304'0,"-4"0"-74"16,4 1-121-16,2-1-80 15,-1-2-12-15,1 0-17 16,0-1-1-16,0 0 12 0,0 1 3 16,0-1 3-16,0 0 1 15,0 0-13-15,8-5-2 16,27-24-26-16,-19 23-33 15,3 0-96-15,1 2-103 16</inkml:trace>
  <inkml:trace contextRef="#ctx0" brushRef="#br2" timeOffset="179875.29">6375 9394 539 0,'-1'-3'288'0,"1"-6"-49"15,0 6-126-15,3-7-75 16,0-1-10-16,0-3-13 0,-1-5-5 16,1 1 13-16,-1 3 12 15,-2-1 25-15,0 3 11 16,-2 2-8-16,0 0-10 15,1 3-22-15,-2 1-9 16,2 3-12-16,-1 1-4 16,1 0-3-16,0 2-1 15,0 1-1-15,0-1-2 0,0 0 4 16,0 0 1-16,-2 0-1 16,-7 1 3-16,-22 4-6 15,22 1 0-15,0 3 0 16,1 4-2-16,-1 3 0 15,-2 3-1-15,4 3 0 16,-1 1 1-16,3 0 0 16,2 1-1-16,0-4-12 15,4-2-6-15,3-2-13 16,1-6-5-16,4-3 5 16,1-2 1-16,4-3 1 15,2-2 0-15,3-3 2 16,1 1 6-16,1-1 12 15,1 3 3-15,-2 2 6 16,2 0 0-16,-3 6 0 16,0 4 1-16,-2 2-1 15,-1 4 0-15,0 3 0 0,-3 0-1 16,-3 3 2-16,-2 0 1 16,-1 4 1-16,-4 1 0 15,-1 2 0-15,0 1 0 16,-4-1 0-16,2 1 0 15,-8-5 1-15,-2 0 0 16,-5-3 0-16,-2-3 0 0,-3-2 0 16,1 0 1-16,-6-6 7 15,0 1 5-15,-2-5 6 16,-3-5 4-16,6-3-1 16,1-4-1-16,4-5-8 15,1-3-10-15,3-2-31 16,4-4-30-16,2-8-128 15</inkml:trace>
  <inkml:trace contextRef="#ctx0" brushRef="#br2" timeOffset="180474.5">6809 9166 963 0,'0'0'330'0,"1"0"-309"0,0 0-21 0,-1 0-28 0,0 0-8 0,0 0 4 0,1 5 1 0,-1 7 25 16,-5 22 10-16,-4-16 5 16,3 5-1-16,-2 4-1 15,-1 1-2-15,1 2-2 16,1 3-1-16,2-3 0 16,1 0-1-16,4-1 0 15,0-3-1-15,4 2 0 0,2-2 1 16,3-4-1-16,3-2 1 15,6-4 2-15,2-3 0 16,2-4 2-16,1-1 2 16,2-4-2-16,0 0-1 15,-3-4 1-15,1 0-3 16,-3-1 0-16,-2-1-1 16,-1 0-9-16,-2-2-9 15,-4 1-56-15,-2 0-69 0</inkml:trace>
  <inkml:trace contextRef="#ctx0" brushRef="#br2" timeOffset="183112.479">7030 9336 548 0,'0'0'196'0,"-1"0"-184"0,1 0-33 0,0 0-25 0,0 0-1 0,0 0 33 16,-1 0 33-16,0 0 67 15,0 0 22-15,0 0 17 0,0 0-17 16,1 0-41-16,-1 0-21 15,0 0-27-15,0 0-9 16,0 0-7-16,0 0-2 16,0 0 0-16,1 0-1 15,-1 1 1-15,0 0 0 16,0 0 0-16,0 1-1 0,0 0 0 16,0 2 0-16,0-1 0 15,1 0 1-15,1 2-1 16,0-2 0-16,-1-3 0 31,0 0-1-31,1 3 1 0,10 0 0 0,24 18 6 16,-20-21 1-16,-5-5-1 15,1 2 1-15,3-2-6 16,-2-2-2-16,2 5-8 16,-4-3-7-16,1 2-20 15,0 3-14-15,-4-2-50 16,2 2-27-16,-4 0-86 15</inkml:trace>
  <inkml:trace contextRef="#ctx0" brushRef="#br2" timeOffset="183908">7280 9198 264 0,'1'0'162'0,"0"-2"-4"0,2 0-99 0,-3 1-56 0,0 0-7 0,0 0-3 0,0 0 3 0,0 1 11 15,0-1 12-15,0 0 30 16,0 0 6-16,0 0-1 16,0 0-9-16,0 1-24 0,0 0-7 15,0 0-4-15,0 0 6 16,0 0 11-16,0 0 8 16,0 0 9-16,0 0-4 15,0 0-13-15,0 0-8 16,0 0-12-16,0 0-2 15,0 0-1-15,0 0 0 16,0 0 1-16,0 0 1 16,0 0 0-16,0 0 0 0,0 0-2 15,0 0-1-15,1 0-1 16,-1 0 2-16,0 0 6 16,0 0 2-16,0 0 6 15,0 0 2-15,0 0-5 16,0 0-3-16,0 0-6 15,0 0-3-15,0 0-1 16,2 3-1-16,-1 2 1 16,2 1 2-16,12 25 3 15,-15-19 1-15,2 2-2 16,0 3-1-16,0-1-3 16,-3 1 0-16,-1 0-2 15,1-3 0-15,-1 0 1 16,1 0-12-16,1 0-20 15,-5-1-15-15,4-3-45 16,0 4-17-16,0-4-64 0,1 2-43 16</inkml:trace>
  <inkml:trace contextRef="#ctx0" brushRef="#br2" timeOffset="185157.74">7464 9273 485 0,'-1'-1'195'0,"-1"-3"-107"0,1 3-123 0,1 0-21 0,0 1-7 0,0 0 18 0,0 0 61 0,0 0 31 16,0 0 25-16,-1 0 0 15,0 0-28-15,1 0-12 16,-1 0-17-16,0 0-6 16,0 0-7-16,0 0-2 31,0 0 0-31,-2 10 0 0,-8 22-1 0,7-21 1 16,2 4 0-16,2-6-1 15,0 4 0-15,0-5-1 0,0 2-5 16,1 2-1-16,0-2-4 15,2-1 0-15,0-2 3 16,-1-2 2-16,0 1 3 16,2 3-1-16,-1-6-1 15,1 0 1-15,1-4-1 16,-1-2 0-16,4 2 2 16,-1 0 0-16,2-3 3 15,-1 1 0-15,1-2-1 16,2 1-1-16,0 1-3 15,-1-2 0-15,1 1 2 16,-1-1 0-16,-1-4 8 16,1 2 7-16,-3-1 9 15,-2 1 7-15,0 0 8 16,-1-2 2-16,0 1 2 16,-2 1-2-16,-2-2-5 15,0 0-4-15,-3 0 4 0,1 2 4 16,1 1 8-16,1 1 4 15,-5-1-2-15,-1 1-3 16,0-2-6-16,-1 1-4 16,-1 0-4-16,1-2-4 15,-1 1-7-15,-1-2-3 16,2 1-5-16,1 0-2 0,-2 0-2 16,2 1 0-16,-2-1-2 15,2 4-1-15,0 0-3 16,-1 0-2-16,1 2-12 15,-3 0-10-15,-1 2-42 16,0 2-28-16,-1 3-70 16,-1 3-46-16</inkml:trace>
  <inkml:trace contextRef="#ctx0" brushRef="#br2" timeOffset="185841.34">7745 9191 974 0,'-1'0'322'0,"0"2"-375"0,1 0-54 0,0-2-50 0,0 0 8 0,0 0 88 0,0 0 52 0,0 0 86 0,0 0 17 16,0 0-13-16,0 0-25 15,6 2-37-15,4 3-12 16,21 12-6-16,-18-14-1 16,1 2-7-16,0-1-4 15,2 1-10-15,-3 3-12 0,-2-1-34 16,1 3-21-16,-1-1-71 16,-1-1-53-16</inkml:trace>
  <inkml:trace contextRef="#ctx0" brushRef="#br2" timeOffset="186291.2">7851 9151 914 0,'0'0'-6'0,"1"1"3"15,-1 0 12-15,0-1 17 16,0 0 30-16,0 0 10 0,-1 0 2 16,1 0-9-16,-1 0-25 15,1 0-11-15,0 0-16 16,-1 3-3-16,0 9-3 16,-1 22-1-16,-2-17 1 15,3 2 0-15,-4-1 0 16,1 3-8-16,0-2-25 15,-1 0-13-15,0-1-38 16,1 4-16-16,0-2-51 16,1 1-37-16</inkml:trace>
  <inkml:trace contextRef="#ctx0" brushRef="#br2" timeOffset="186807.3">7969 9187 724 0,'0'-1'264'0,"0"-2"-213"16,-1 1-64-16,0 1-38 16,0 0-4-16,0 0 22 15,0 0 32-15,0 1 66 16,1-1 27-16,-1 0 20 16,0 0-13-16,0 0-35 15,0 0-18-15,0 0-28 16,0 0-10-16,1 1-9 15,0-1-2-15,-1 0 0 16,1 1 0-16,0 0 2 16,2 17 1-16,3 26-1 15,-5-23 1-15,1 3 0 16,3 4 0-16,-4-3 1 16,2-3-1-16,0-4 1 15,-2-4-1-15,0-2 0 16,4 3 0-16,-4-5 0 15,1-1-2-15,-1-2-24 0,-1-3-21 16,1 4-73-16,-1-6-55 16</inkml:trace>
  <inkml:trace contextRef="#ctx0" brushRef="#br2" timeOffset="188498.5">8357 9176 560 0,'0'2'319'0,"0"0"-19"0,0 0-212 0,0-2-103 0,-1 0-13 0,0 0-3 0,0 0 7 0,0 0 29 15,1 0 21-15,-1 0 29 16,0 0 6-16,1 0-10 16,0 0-10-16,0 0-18 15,0 0-7-15,7 1-6 16,1-1-3-16,30 0-10 16,-23-1-6-16,-1-3-14 15,4 1-12-15,4-1-24 16,0 1-21-16,1-1-64 15,-1-2-48-15</inkml:trace>
  <inkml:trace contextRef="#ctx0" brushRef="#br2" timeOffset="188975.1">8469 9040 767 0,'0'-1'316'0,"-1"0"-149"0,1-1-175 0,0 2-10 0,0-1-2 0,0 0 5 0,0 1 23 16,0 0 14-16,0 0 17 0,4 13 5 15,5 23-10-15,-7-19-10 16,2-1-16-16,-2 3-4 16,2 2-4-16,-1-1 0 15,-1-2-7-15,1 0-10 16,-1-2-32-16,0-2-19 0,-1 1-52 16,-1-1-30-1,1 1-111-15</inkml:trace>
  <inkml:trace contextRef="#ctx0" brushRef="#br2" timeOffset="190516.62">9100 8929 371 0,'-1'-1'143'0,"0"-2"-133"0,0 3-112 0</inkml:trace>
  <inkml:trace contextRef="#ctx0" brushRef="#br2" timeOffset="192011.46">9111 8909 243 0,'-2'0'98'0,"1"-1"-69"15,1-1-28-15,-1 2-15 0,1 0-2 16,-1 0 6-16,0 0 5 15,1 0 5-15,0 0 0 16,-1 0 1-16,0 0 0 16,0 0 8-16,1 0 5 15,-1 0 22-15,0 0 12 16,1 0 13-16,-1 0 0 16,0 0-13-16,0 0-11 15,0 0-18-15,0 0-7 16,0 0-5-16,1 0 1 0,-1 0 3 15,0 0 3 1,1 0 0-16,-1 0 2 0,0 0-1 16,1 0-1-16,0 0 2 15,0 0 1-15,0 0 1 16,-1 0 2-16,0 0 0 16,0 0-3-16,1 0-3 15,-1 0-6-15,1 0-5 16,0 0-1-16,0 0 1 15,0 0 3-15,0 0 7 16,-1 0 2-16,0 0 3 16,0 0 0-16,0 5 4 15,0-1 0-15,-1 0 1 16,-1-1-2-16,-1 3-7 16,-15 21 0-16,15-18 4 15,3-1 2-15,-4-1-1 0,1 2-2 16,-3-3-8-16,2 2-4 15,2 1-2-15,-1 0-2 16,0-3 0-16,0 3 0 16,2-1 0-16,1-1 0 15,2 1 0-15,2-2 0 16,-2 0-1-16,-1-1 0 0,4 1 0 16,-2-1 0-16,3-1 0 15,2 3 0-15,-2-1 0 16,5 1 1-16,-6-4 0 15,3-2 0-15,3 3 0 16,-6-2 1-16,5 3-2 16,-3-2 0-16,2-1 0 15,2-1 3-15,0-1 3 16,-1 0 2-16,-1-1 1 16,-1-3-4-16,2 0-2 15,0-4-1-15,-2 1-1 16,2 0 0-16,-1 1 0 15,-1-1-1-15,0 3 2 16,-1 1 0-16,-1-3 2 16,0 2 0-16,-1-3-1 15,-2 0-1-15,1 2-2 0,-1 0 0 16,-1 1 1-16,1 0 1 16,-2-2 3-16,0 0 3 15,-1 0 4-15,-1-3 0 16,0 4-2-16,-1 0-3 15,1 1-6-15,0 0 0 16,1 1 0-16,-2-4 1 16,-1 1 2-16,3 5 1 15,-2-3 1-15,0 4-1 0,2-1-2 16,0 0-1-16,1 0-2 16,-1 0 1-16,0 0-1 15,0 0 2-15,0 1 1 16,0-1 2-16,0 0 7 15,1 0 0-15,-1 0 0 16,0-1-2-16,-2 1-7 16,0-2-1-16,0 1-1 15,1 1 1-15,1 1 4 16,0-2 2-16,-2-2 4 16,1 2 2-16,1-2-2 15,-4 3-1-15,5 0-3 16,-2-2-1-16,1 2 0 15,0 0 1-15,0 1 1 16,0-1 1-16,1 0-1 16,-1 0-2-16,-1-2-1 0,1 3-1 15,0-1 0-15,0 0 0 16,0 0 0-16,1 0 0 16,-1 0 0-16,0 0-1 15,0 0 0-15,0 1 0 16,0-1-1-16,0 0-1 15,1 0-1-15,-1 0-1 16,0 0 0-16,-3-1 0 16,3 1 0-16,0 0 0 0,0 0 0 15,0 0 0-15,0 0 0 16,0 1 0-16,0-1 0 16,1 0 0-16,-1 0 0 15,0 0 0-15,0 0 0 16,0 0 0-16,0 0 0 15,0 1 1-15,1-1 0 16,-1 0 0-16,0 0 4 16,0 0 3-16,0 0 5 15,0 0 3-15,0 1-2 16,0-1-3-16,-1 0-5 16,-2 0-4-16,-4 0-4 15,-25 0-1-15,25 4-18 16,-1 0-12-16,2 0-25 15,1 0-19-15,0 0-42 0,-2 0-44 16</inkml:trace>
  <inkml:trace contextRef="#ctx0" brushRef="#br2" timeOffset="192607.12">9367 8946 1104 0,'0'0'388'0,"1"-1"-345"0,1 1-54 0,-2-1-30 16,0 0-1-16,0 0 14 0,5 0 8 0,2 0 20 0,24 3 3 0,-22 2 0 16,-1 0 0-16,1 4-3 15,2-1 0-15,-1 1-18 16,5 3-20-16,-1-3-41 16,-3-1-23-16,2 2-26 15,-4-3-6-15,-1 0-74 16</inkml:trace>
  <inkml:trace contextRef="#ctx0" brushRef="#br2" timeOffset="192928.84">9490 8889 972 0,'-4'-1'380'0,"0"-4"-220"15,0 3-159-15,2-2-7 16,-1 0-4-16,2 1 0 16,0 1 11-16,1 0 6 15,0 2 8-15,0 0 2 0,-1 0-5 16,0 0-3-16,0 0-8 15,-1 7-1-15,-4 13-3 16,-2 25 0-16,1-21-14 16,0 2-11-16,7 0-35 15,-6-4-30-15,5 4-108 16</inkml:trace>
  <inkml:trace contextRef="#ctx0" brushRef="#br2" timeOffset="196188.87">9696 8842 241 0,'0'0'215'0,"0"-2"43"0,0 0-52 0,0 1-104 0,0 0-38 0,0 0-42 0,0 0-10 0,0 0-7 15,0 0-3-15,0 1-2 16,2 0-1-16,3 0-6 15,0 2-6-15,4 2-10 16,19 15 0-16,-19-9 4 16,0 1 8-16,-1 2 9 0,-2-1 1 15,-2 0 1 1,0-1 0-16,-4-1 0 0,7 4 1 16,-7-2 4-16,2 0 1 15,-2 0 1-15,-4-2 0 16,1 2 0-16,0 1 0 15,-4-2 0-15,1 1 0 16,-1-1-1-16,-1-1-2 16,1 0-2-16,1 0-1 15,2-1 1-15,1-1 0 0,0-3 4 16,2-1 7-16,-1-2 14 16,1-2 9-16,1 0 17 15,0 0-3-15,0-1-11 16,0 0-8-16,10-2-22 15,27-10-5-15,-23 5-6 16,4-1-6-16,-1 1-16 16,0 2-10-16,3-2-22 15,-3 1-13-15,0-1-59 16,-1-3-63-16</inkml:trace>
  <inkml:trace contextRef="#ctx0" brushRef="#br2" timeOffset="196723.09">9951 8901 766 0,'-1'-4'316'0,"-2"-2"-142"15,1 2-217-15,2 0-25 0,0 4-15 0,0 0 8 0,0 0 60 0,0 0 31 0,-1 0 39 16,0 0 5-16,1 0-20 16,-1 0-14-16,1 11-21 15,0 25-3-15,0-24-1 16,0-1 0-16,-2 2 1 15,1-2-1-15,0 3-1 16,2-1 1-16,1 0-1 16,0-4-1-16,2 0-7 15,1-4-4-15,-1 2-5 16,1-5 1-16,1 0 3 16,-3-2 5-16,5-2 2 15,0 1 0-15,1-5-1 16,2 0-1-16,-2-6 3 15,0-3 5-15,-2-2 23 16,-2 3 10-16,-2-2 14 0,0 3 0 16,-3 0-10-16,-1 0-7 15,-2 2-14-15,0 1-8 16,1 3-20-16,-4 1-15 16,-1 1-47-16,-4 2-55 15,-5 5-178-15</inkml:trace>
  <inkml:trace contextRef="#ctx0" brushRef="#br2" timeOffset="197323.18">10295 8919 617 0,'-2'-1'285'0,"-1"0"-111"0,-2-2-67 0,2-1-50 0,2 0-19 0,1-1-23 0,1 2-5 0,3 1 1 16,1-1 6-16,1 0 3 15,2-2-1-15,4 1-4 16,2 0-5-16,2-3-9 16,5 3-12-16,-2-1-34 15,0 1-24-15,1 2-58 16,-3-3-28-16,-2 1-72 16</inkml:trace>
  <inkml:trace contextRef="#ctx0" brushRef="#br2" timeOffset="197672.87">10421 8740 986 0,'-4'-2'325'0,"-1"0"-365"16,3 1-66-16,1 0-41 16,0 0 10-16,1 1 84 15,0 0 65-15,0 0 81 16,0 0 13-16,0 0-21 16,2 9-30-16,4 25-39 15,-5-23-8-15,1 6-5 16,0-2-2-16,-1 2 0 15,0 2 0-15,-1-1 0 16,0 1-1-16,2 1-13 16,2 1-24-16,2-4-75 15,-1 2-73-15</inkml:trace>
  <inkml:trace contextRef="#ctx0" brushRef="#br2" timeOffset="198659.63">10783 8738 1185 0,'0'0'400'0,"-1"-2"-407"0,0 1-93 0,0 1-48 0,1 0 9 0,-1 0 53 16,0 0 51-16,0 0 84 0,0 1 17 15,-5 8 10-15,-22 23-15 16,22-18-41-16,0 2-10 16,2 1-9-16,0-1-4 15,1 1-7-15,2-1-3 16,2-2-4-16,3-2 1 16,1-2-3-16,2-3-3 15,0-1-18-15,-1-2-2 16,4-4 1-16,4-1 1 15,0-7 14-15,3-4 4 0,-3-3 12 16,1-1 8-16,-3-3 17 16,-5 0 6-16,7 1 4 15,-8 0-1-15,0 2-3 16,-3 3-1-16,-6 1 2 16,2 2 4-16,-3 1 7 15,1 2-3-15,-6 3-9 16,-2-2-8-16,-4 5-15 15,1 1-9-15,-2 1-20 16,-1 3-15-16,1 3-33 16,3 0-30-16,1 1-159 15</inkml:trace>
  <inkml:trace contextRef="#ctx0" brushRef="#br2" timeOffset="198991.23">11023 8730 1163 0,'0'0'401'0,"0"1"-423"0,5 3-161 0,-5-4-115 0,0 0 7 0,14 5 141 0,20 25 118 0,-21-20 169 0,-3-3 45 0,3 3-20 16,-2-2-50-16,4 1-76 16,3-1-25-16,2 0-65 15,-4 0-22-15,1 0-59 16,1 1-34-16</inkml:trace>
  <inkml:trace contextRef="#ctx0" brushRef="#br2" timeOffset="199347.36">11201 8741 1057 0,'0'-3'365'0,"-3"-4"-315"16,3 7-142-16,-2-1-46 0,2 1-18 16,0 0 19-16,-1 0 114 15,0 0 73-15,0 0 70 16,0 0 10-1,0 0-46-15,-1 7-31 0,-1 4-34 16,-7 22-9-16,6-20-8 16,-3 3-2-16,-1 1 0 15,-1 4 0-15,-3 1-2 16,1 0-9-16,0 0-29 16,1-1-24-16,1 0-86 15,1-3-81-15</inkml:trace>
  <inkml:trace contextRef="#ctx0" brushRef="#br2" timeOffset="199652.979">11451 8718 406 0,'-2'0'65'0</inkml:trace>
  <inkml:trace contextRef="#ctx0" brushRef="#br2" timeOffset="200075.73">11419 8712 278 0,'-2'-1'220'0,"-2"-1"24"16,1-3-62-16,0 4-102 16,2-1-35-16,1 1-43 15,0 1-10-15,0-1-7 16,0 1 1-16,0-1 8 15,0 1 8-15,12-1 11 16,23 0 3-16,-18 1 3 16,-1 1-3-16,3 0-2 15,1 1-2-15,-3 1 0 0,2 1 3 16,-3 1 2 0,-2-3 2-16,-1 5 4 0,0 0 5 15,-6 0-6-15,-3 0-4 16,0 1-8-16,-3 0-8 15,-2 3-1-15,-1 1 1 16,-4-1 1-16,1 3 0 16,-3-1 2-16,-3 0 0 0,-3 0-2 15,0-3 0 1,1-1-2-16,1 3 1 0,-1-5-1 16,0 2 0-16,-1-3-1 15,1-1 0-15,2 2 0 16,1-2-1-16,5-2-20 15,-1-1-12-15,2-1-18 16,3 1-7-16,1-1 0 16,0-1 3-16,0 0-7 15,0 0-9-15,1 0-31 16,14 1-19-16,27-1-22 16,-21-5-17-16</inkml:trace>
  <inkml:trace contextRef="#ctx0" brushRef="#br2" timeOffset="200638.64">11797 8770 458 0,'-4'1'201'0,"-3"2"-97"0,0-2-74 0,-2 1-10 0,3 2-16 0,-2-2-4 0,3 2 37 0,-1-3 20 0,1 1 23 16,3 1 6-1,-2-2-36-15,0 2-18 0,0 0-25 16,2 1-4-16,-1 1-2 16,1 2 0-16,2-2 2 15,-2 2-1-15,3 2 0 16,0 0 0-16,0 1 1 15,3-1-1-15,-2-1 3 16,4-1 0-16,0 1 7 16,0-1 1-16,1 0 1 15,2 1 0-15,2-1-2 16,0-3 0-16,0 0 14 16,0-4 5-16,0 0 4 15,3-1 2-15,1-3-14 16,0-1-4-16,-1-2-6 15,-2-1 0-15,-2-2 4 0,0 1 2 16,-3-1-1-16,-2 1 0 16,0-2-3-16,0 1-2 15,-3-4-1-15,2 1-4 16,-4-1-3-16,-5 0-4 16,0 2-6-16,-6 0-5 15,-2 4-18-15,1 0-11 16,-5 4-37-16,0 2-24 15,-2 2-66-15,-4 4-82 16</inkml:trace>
  <inkml:trace contextRef="#ctx0" brushRef="#br2" timeOffset="201122.31">11531 8934 490 0,'0'1'242'0,"0"-1"-68"0,3 0-110 0,-3-1-62 0,-1 1-2 0,0-1 0 0,0 0 9 0,0 0 32 0,0 0 5 16,0 0 0-16,1 0-10 0,-1 1-36 15,0-1-12-15,0 1-12 16,0 0 0 0,1 0 6-16,0 0 8 0,0 0 6 15,0 0 1-15,8 4-1 16,24 12 0-16,-18-17 4 16,2 0 0-16,1 1-3 15,-1-2-8-15,2 2-37 16,-1 0-22-16,-3 0-61 15,0-2-50-15</inkml:trace>
  <inkml:trace contextRef="#ctx0" brushRef="#br2" timeOffset="201692.53">12033 8589 741 0,'-1'-1'308'0,"0"-2"-132"0,1 3-188 0,0-1-9 0,0 1 0 0,0 0 11 0,0 0 42 16,0 0 10-16,0 0 14 15,0 0-4-15,0 0-28 0,0 0-8 16,0 0-12 0,3 1-2-16,8 16-1 0,22 25 0 15,-24-19-1-15,0 1 0 16,-1 4 0-16,-2 2 0 15,-4 3 0-15,-2 4-2 16,-7 8-1-16,-3 2-3 16,-8 1-14-16,-5-2-8 15,-5-1-17-15,-4 1-21 0,-3 0-70 16,-6 0-84-16</inkml:trace>
  <inkml:trace contextRef="#ctx0" brushRef="#br2" timeOffset="202737.99">6104 10318 520 0,'0'0'203'0,"0"0"-137"0,0 0-28 0,0 0-5 0,0 0 7 0,0 0 29 0,0-1 7 16,0 0 3-16,0 0-7 16,0 0-26-16,0 1-12 15,0-1-19-15,0 0-6 16,0 0-9-16,2-4-1 16,18-3-22-16,24-21-20 15,-22 22-84-15,0 1-67 16</inkml:trace>
  <inkml:trace contextRef="#ctx0" brushRef="#br2" timeOffset="203022.09">6217 10512 1107 0,'2'-1'380'0,"5"-8"-352"16,-1-2-40-16,8-8-8 15,4-2-4-15,6-1 1 16,2 5 2-16,-1 2 2 0,2 2 2 15,-5 4-60-15,1 0-75 16</inkml:trace>
  <inkml:trace contextRef="#ctx0" brushRef="#br2" timeOffset="203855.419">7104 10082 400 0,'-1'-4'241'0,"-1"-3"-4"16,1 0-52-16,-2 0-51 16,-1-1-26-16,-1-3-46 0,1-1-17 15,-4-2-18 1,1 1-2-16,-3-1-1 0,0 0-1 15,0 1-1-15,-1 0-3 16,1 4-6-16,0-1-6 16,1 6-6-16,3 4-5 15,-2 1-9-15,0 2-1 16,2 4 0-16,1-1 4 16,1 5 6-16,4 2 3 0,-4 2-1 15,2 2 0-15,3 2-1 16,-1-3-1-16,4 1-1 15,1-3-2-15,1-2-8 16,1 0-8-16,3-3-16 16,-1-2-14-16,4-4-13 15,-1-2 1-15,2-3 12 16,0-2 16-16,0-1 23 16,0-2 8-16,-2 3 6 15,-1 1 0-15,-2 3 0 16,0 4 0-16,1 3 5 15,0 5 6-15,2 6 3 16,1 1-1-16,-1 8-11 16,0 2-6-16,-1 3-12 15,-1 3-11-15,-1-3-13 16,-4 4-4-16,-3-2 1 0,0 3 10 16,-3-4 17-16,-4-2 4 15,-1-6 8-15,-5-4 12 16,-4-7 30-16,3 1 12 15,-1-8 25-15,0-4 13 16,0-1 5-16,-1-2-9 16,-2-3-23-16,0-1-26 15,0-4-35-15,-1-5-11 16,4-1-14-16,0-4-12 0,1-6-30 16,5-2-23-16,2-4-59 15,4-3-61-15</inkml:trace>
  <inkml:trace contextRef="#ctx0" brushRef="#br2" timeOffset="204255.24">7415 9982 1145 0,'0'-4'377'0,"3"-3"-402"0,2-1-44 0,5 1-44 0,-1 1-16 0,-1 4 25 0,-1 2 20 0,-5 0 88 0,1 2 51 16,-4 4 44-16,-2 1-4 15,0 7-38-15,0 4-24 16,-3 7-28-16,3 4-3 0,0 5 0 16,-1-1-1-1,2 1 0-15,2 2 0 0,4-3-1 16,2 2 0 0,3-1-1-16,3 2-5 0,1-2-15 15,3-3-11-15,4-1-44 16,1-5-31-16,7-4-58 15,-1-6-47-15</inkml:trace>
  <inkml:trace contextRef="#ctx0" brushRef="#br2" timeOffset="204639.75">7958 10151 758 0,'1'-1'293'0,"2"-1"-210"0,0 0-42 0,-3 1-20 0,0 0-10 0,7-3 6 0,10 0 4 0,23-28 0 15,-17 18-2-15,9 2-8 16,1-2-23-16,5-4-111 15,1 2-100-15</inkml:trace>
  <inkml:trace contextRef="#ctx0" brushRef="#br2" timeOffset="204955">8437 9919 1245 0,'0'-2'442'15,"-3"-2"-377"-15,3 2-54 16,0 1-22-16,0 0-4 16,0 0 5-16,-1 0 1 15,1 0 15-15,0 1 6 16,0 0 7-16,0 0-1 0,0 0-6 15,0 0-6-15,2 13-11 16,5 24-7-16,-4-18-13 16,0 1-9-16,1 0-20 15,1 3-9-15,-1 2-48 16,3 3-46-16,-5 3-223 16</inkml:trace>
  <inkml:trace contextRef="#ctx0" brushRef="#br2" timeOffset="205471.61">8669 9918 1124 0,'2'0'404'0,"-1"0"-296"16,-1-1-184-16,0 1-27 16,0 0-31-16,0 0 8 15,0 0 70-15,0 0 42 16,-1 0 71-16,0 0 12 16,0 0-18-16,-2 4-16 15,-4 12-27-15,-6 22-5 0,13-18-6 16,-1-1-7-16,3-1-17 15,2 0-11-15,2-3-22 16,1-3-5 0,2-4-2-16,-3-5 8 0,4-1 27 15,2-1 13-15,-3-5 28 16,3-1 9-16,-2-10 11 16,0-4 5-16,4-2 2 15,-1-2-3-15,0 0-9 16,-1 1-5-16,-1 1 3 15,-4 1 6-15,-4 4 18 16,-5-2 3-16,-5 4-11 16,1 4-7-16,-9 3-22 15,1 2-8-15,-3 4-15 0,-7-2-15 16,4 7-42-16,0 1-29 16,-1 2-83-1,8 6-93-15</inkml:trace>
  <inkml:trace contextRef="#ctx0" brushRef="#br2" timeOffset="205855.49">8913 9672 1159 0,'0'0'438'0,"0"0"-370"0,6 1-162 0,3 3-82 0,3 2-10 0,3 2 63 0,-1-1 59 0,0 3 91 0,1 3 42 0,-2 3 34 16,1 0-3-16,-1 3-47 15,0-1-17-15,-1 3-26 16,0 3-5-16,-4 4-1 16,-3 4-1-16,-5 1 0 15,-4 3-1-15,-6 4 0 16,-1-1 1-16,-3-1 3 0,-4-1 1 16,-4-2-6-16,-4-3-14 15,-3-1-57-15,3-1-43 16,1-4-190-16</inkml:trace>
  <inkml:trace contextRef="#ctx0" brushRef="#br2" timeOffset="-201443.8">13468 9893 71 0</inkml:trace>
  <inkml:trace contextRef="#ctx0" brushRef="#br2" timeOffset="-200426.83">13459 9889 157 0,'-2'-1'109'0,"2"1"-7"0,-2-1-31 0,1 0-49 0,0 1-11 0,0 0-8 16,0 0 4-16,1-1 10 15,-1 1 1-15,0 0 2 16,0 0-4-16,0 0-5 0,-2-1 4 16,0 0 14-16,-2 0 4 15,2 0 3-15,-3 0-6 16,0 1-1-16,-22-5 3 15,21 3 11-15,2 2 5 16,-2-1-1-16,1-1-5 16,-4 1-12-16,-1 0-5 15,0 0-10-15,-2 1-2 16,-2 0 0-16,-2 0 5 16,0 0 12-16,-1 2 4 15,-2 2-2-15,-2-3-6 0,-2 4-14 16,-3-2-5-16,0 2-4 15,3 1 0-15,-2-1-2 16,1 0 1-16,-1 1 0 16,-7 0 1-16,-3 1 2 15,-3 0 0-15,0 1-1 16,1-2-1-16,0 3-1 16,0 1 0-16,2 1 0 15,1 0 1-15,-1 0 0 16,1 1 3-16,-4 1 7 15,0 0 5-15,-3 0 4 16,2-1 0-16,3 2-4 16,0 0-4-16,5 0-6 15,1 2-1-15,-2-3-3 0,2 1-2 16,-6 3 0-16,-2-4-1 16,2 3-1-16,1-1 0 15,0 0 0-15,4 3 0 16,1-1 0-16,-2 1 0 15,5 0 0-15,-5 0 0 16,-2 3 0-16,1 0-1 16,-4 1 0-16,2 1 0 0,2 0 0 15,2 0 1-15,1-1 0 16,3 1 0-16,-3-4 0 16,-1 0-1-16,0-2 0 15,0 0-1-15,-2 1 2 16,1 1-1-16,-3-2 1 15,-1 0 0-15,2 4-1 16,1 0 1-16,3 1 0 16,-1 1 0-16,-1-1 1 15,0-1 0-15,-3 2-1 16,1-1 1-16,-2 2-1 16,1-4 0-16,-1 0 0 15,1-1 0-15,4-1 0 16,-3 0 0-16,0 0 0 15,-1 1 0-15,-6-1 0 0,3 2-1 16,-4-1 1-16,4 0-1 16,0 0-1-16,-2-3-3 15,6 1-2-15,-2 1-5 16,3 1-8-16,0 0-2 16,-1 0 0-16,-2-1 3 15,-2-2 13-15,1-1 3 16,0 0 3-16,4-4 3 15,1-1 0-15,0 1 0 16,0-7 0-16,-2 1 0 0,2-5-1 16,2 0-2-16,4-3-10 15,2-2-14-15,7 1-47 16,-1-3-40 0</inkml:trace>
  <inkml:trace contextRef="#ctx0" brushRef="#br2" timeOffset="-199643.98">9883 11004 533 0,'0'-5'216'16,"2"-4"-121"-16,-2 1-50 0,2 1-16 0,1 3-5 0,-1 1-10 0,1 1-8 0,1 1-4 0,-4 0 1 0,0 0 5 15,0 0 8-15,0 0 19 16,0 1 6-16,0 0 7 15,0 0-4-15,0 0-17 16,0 0-7-16,0 0-14 16,0 0-6-16,0 0-4 15,-1 0 1-15,0 0 0 16,-1 5 2-16,-10 9 1 16,-24 23 2-16,23-22 0 15,0 5-1-15,-4 0 1 16,4 4 1-16,-3 0 1 0,1 1 3 15,2 0 0-15,-1-3 0 16,3-4-2-16,1-2-2 16,2-2-3-16,0 0 1 15,3-1 0-15,0-1 0 16,3-4-1-16,0 2 0 16,2-3 0-16,2 2 0 15,1-4-1-15,2 3 0 16,4 2 0-16,3 1-1 0,3 1 1 15,2-1 0-15,1 0 1 16,3 1 0-16,-2 1 0 16,2 2 1-16,-2 2 1 15,-1 0 0-15,-1-2 0 16,-1-1-1-16,-2-2 0 16,-4 0-1-16,-1 0 1 15,-2 0-19-15,-1 1-93 16</inkml:trace>
  <inkml:trace contextRef="#ctx0" brushRef="#br2" timeOffset="-198558.86">3534 11456 290 0,'-6'0'115'0,"-8"0"-86"16,0-2-68-16</inkml:trace>
  <inkml:trace contextRef="#ctx0" brushRef="#br2" timeOffset="-197895.33">3415 11397 322 0,'0'-1'175'0,"-2"-1"-32"15,2-1-41-15,0 2-49 16,0 0-14-16,0 0-18 16,0 0 1-16,1-3 12 15,0-5 9-15,8-20 20 16,-10 21 6-16,-1 2 2 15,-2-2-4-15,1 2-12 16,-1 2-7-16,0 0-10 16,-2 1-5-16,-2-1-15 15,0 2-4-15,-1 0-8 0,1 2-2 16,-1 4-2-16,2-1-1 16,2 5-1-16,-4-3 0 15,1 7-2-15,-2 0 0 16,1 6-2-16,4 2 1 15,-4-2-1-15,2 0 0 16,5-4-15-16,-1-4-11 0,5-3-21 16,2-3-10-16,4-6-1 15,1-5 8-15,4-8 8 16,5-1 0-16,4-2-6 16,1-2-19-16,2 6-53 15,-2 3-31-15,-2 5-46 16,-2 4 11-16,-2 4 74 15,-1 3 51-15,-1 4 94 16,-1 6 27-16,-5 3 32 16,-1 3 12-16,-1 1 2 15,-3 3-9-15,2 5-32 16,1 2-20-16,-2 3-24 16,0 1-8-16,-5 2-6 15,0 1 0-15,-8-2-1 16,-1-1 2-16,-4-3 34 15,-6-4 17-15,-2-3 18 0,-2-2 2 16,-2-3-15-16,-1-3-5 16,1-5-4-16,0-3-1 15,-1-5-16-15,1-2-10 16,4-7-12-16,0-3-5 16,4-9-11-16,1-3-15 15,7-7-64-15,7-4-71 16</inkml:trace>
  <inkml:trace contextRef="#ctx0" brushRef="#br2" timeOffset="-197478.4">3667 11342 1182 0,'-1'2'448'0,"-1"1"-299"0,2-3-147 0,-1-1-21 0,0 0-65 0,0 0-20 0,0 1 4 0,0 0 14 16,0 0 61-16,0 0 24 15,1 12 9-15,-11 26 2 16,6-13 1-16,0 1-1 16,1 5-4-16,9 4-2 15,-1 1-3-15,1 2-1 16,4-2 0-16,-5-1-2 16,6-4-7-16,-5-3-3 15,3-4-13-15,2-4-6 0,1-3 2 16,3-6 1-16,1-4-11 15,-1-4-16-15,0-7-32 16,3-3-36-16</inkml:trace>
  <inkml:trace contextRef="#ctx0" brushRef="#br2" timeOffset="-196762.01">3806 11368 1026 0,'-2'0'429'0,"-2"-4"-220"15,3 0-175-15,3 3-27 16,1-3-51-16,-3 4-15 15,0-1 1-15,2-1 6 16,12-4 35-16,21-7 13 16,-22 10 6-16,-2 2 2 15,1 1 0-15,-2 0 1 16,2 2-1-16,-2 0 0 0,-3 0-2 16,3 4-2-16,-2 2 0 15,1 0-2 1,-3 5-11-16,-2-1 0 0,-3 4 2 15,-2 2 0-15,-2 3 10 16,-2 3 1-16,-3-2 0 16,0 3 0-16,-1 1 0 15,0-1 1-15,2-1-1 16,1-2 1-16,0-3 0 16,1-6-1-16,3-1 0 15,0 0-1-15,1-5 1 16,0-1-1-16,2 1-2 15,1-4 0-15,2 1-9 16,1 2-3-16,0-3-3 16,2 0-2-16,3-1 5 0,1 1 2 15,1-3 5 1,1 0 2-16,-3-1 5 0,-2-6 1 16,5 3 6-16,-3-3 5 15,3 0 2-15,2 3 0 16,-2-5-3-16,-5-1-1 15,3 0 4-15,-4-3 4 16,0 2 6-16,0-1-4 16,0-1-5-16,-2 1-4 0,1-1-7 15,-1 1-2-15,-3 2-2 16,0 1-2-16,-2 1-1 16,0 1-2-16,-2-2-8 15,1 2-10-15,-2-1-46 16,1-3-65-16</inkml:trace>
  <inkml:trace contextRef="#ctx0" brushRef="#br2" timeOffset="-196342">4098 11205 1388 0,'0'-1'502'0,"0"1"-418"0,2-1-69 0,-2 1-50 0,0 0-28 0,14 4-34 0,27 11-3 16,-21-3 24-16,-2 1 26 15,2 5 42-15,-2 0 7 16,-1 2 3-16,2 1 1 0,-3 4 1 16,-2 2-2-16,2 3 0 15,-5 2-1-15,0 4-1 16,-3-1-3-16,-4-1-49 16,-4 0-25-16,-2-1-48 15,-2-1-16-15,-5-2 21 16,0 0 16-16,-4-1 24 15,-1-2 9-15,1-2-18 16,3-3-56-16</inkml:trace>
  <inkml:trace contextRef="#ctx0" brushRef="#br2" timeOffset="-196011.89">4391 11464 1209 0,'0'0'455'16,"-2"-2"-338"-16,-1-2-99 15,3 3-65-15,0 1-27 0,0-1-17 16,0 0 9-16,6-3 37 16,4 1 31-16,21-26 46 15,-22 23 13-15,-2-1 4 16,0-1-5-16,3 1-26 16,2-1-12-16,3 1-19 15,0 0-27-15,3 3-161 16</inkml:trace>
  <inkml:trace contextRef="#ctx0" brushRef="#br2" timeOffset="-195745.72">4550 11566 916 0,'-3'0'484'0,"-2"0"-8"16,2 0-432-16,3 0-33 15,0-1-37-15,0 0-14 16,3-6 3-16,6-7 5 16,28-23 19-16,-20 24 3 15,3-2-28-15,1 1-25 16,0 1-81-16,3 0-66 0</inkml:trace>
  <inkml:trace contextRef="#ctx0" brushRef="#br2" timeOffset="-194091.93">5234 11198 1177 0,'-1'-2'405'0,"-1"-2"-394"0,2-1-39 0,1-5-38 0,1 0-5 0,-2-5 28 0,-1 0 29 0,-2-2 74 15,-2 1 31-15,0-1 33 16,-3 2-6-16,0-1-33 16,1 2-19-16,-3 1-33 15,1 0-11-15,1 2-15 16,-1 3-3-16,1 4-5 0,1 2 0 16,0 2-4-16,-3 0 0 15,1 5-2-15,1 0 0 16,-2 5 2-16,5 1 1 15,-1 2 3-15,0-2-1 16,4-2 2-16,0 0 0 16,0-2-2-16,2-1-1 15,1 0-6-15,0 0-7 0,1-1-13 16,2-1-3-16,-2-1 0 16,2 0 4-16,1-1 8 15,1 4-1-15,-1 0-15 16,4 2-7-16,1 5-14 15,1 2-5-15,3 3-3 16,1 3 2-16,-4-2-2 16,-2-2 10-16,-2 0 21 15,-2-5 11-15,0-4 22 16,0-2 3-16,-3-6 11 16,0 1 10-16,-2-2 10 15,0 0-1-15,0 0-10 16,0 0-10-16,0 0-11 15,1-2 0-15,2-9 7 16,9-18 4-16,-11 22 10 0,0-5 1 16,0 4-2-16,1-1-4 15,-1-1-10-15,2 3 3 16,-2 1 13-16,0-2 2 16,0 2 6-1,-1 2-3-15,0 3-11 0,0 0-3 16,0 2-7-16,0 0-4 15,0 0-5-15,0 0-2 16,0 0 1-16,5 13 1 0,10 27 1 16,-8-19 0-16,2 5-3 15,1 1-2-15,0 3 0 16,0 1-2-16,0 1 4 16,-3 0 2-16,0 5 1 15,-1 1 1-15,-2 2 0 16,-2 0 0-16,1-1 1 15,-2-2 0-15,-1-4 0 16,-4-6 1-16,-2-2 2 16,-1-6 2-16,-2-1 12 15,-1-3 7-15,-3-3 22 16,2 1 11-16,-6-7 8 16,0-1-2-16,-2-4-16 15,-2-3-13-15,4-2-19 16,-4-1-6-16,2-4-11 15,1-3-6-15,6-7-17 16,-1-5-19-16,7-4-50 0,5-5-39 16,2-8-203-16</inkml:trace>
  <inkml:trace contextRef="#ctx0" brushRef="#br2" timeOffset="-193595.41">5561 10972 1177 0,'-2'-3'494'16,"-1"1"-265"-16,2 2-158 0,1 0-107 0,-1 0-34 0,0 0-67 0,0 0-2 0,0 0 34 0,0 0 28 0,-2 4 97 15,-2 6 30-15,-24 26 24 16,22-15 6-16,-2 3-30 16,2 7-21-16,2 13-24 15,3 2-4-15,-1 6-1 16,2-2 0-16,1 1-2 15,2-3-2-15,8 0-1 0,1 3 0 16,6-4 2-16,1-2 2 16,7-7-1-16,2-3 1 15,4-11-13-15,3-5-2 16,-1-3-3-16,-3-10 2 16,-6-1 16-16,-1-3 5 15,-3-3 12-15,0-4 4 16,-3-2-4-16,-6-3-2 0,0 1-22 15,-1 3-23-15,-4 5-99 16,1 1-114-16</inkml:trace>
  <inkml:trace contextRef="#ctx0" brushRef="#br2" timeOffset="-191295.36">5899 11291 426 0,'-1'-1'236'16,"1"0"-40"-16,0-2-102 0,0 2-69 0,0 1-9 0,0-1 2 0,0 0 12 0,0 0 33 15,0 0 15-15,0 0 19 16,0 0-10-16,0 1-36 16,0-1-17-16,0 0-26 15,0 0-6-15,0 1-1 16,0 0-1-16,0 0 0 0,1 0 0 15,7-1 1-15,25-2 0 16,-19 3 0-16,1-4 0 16,3 0-1-16,1 3-1 15,2-5-16-15,2 5-16 16,-3-2-65-16,1 2-41 16,-5 4-134-16</inkml:trace>
  <inkml:trace contextRef="#ctx0" brushRef="#br2" timeOffset="-190895.88">6164 11127 801 0,'-2'-3'342'0,"-1"-4"-179"15,-3 0-120-15,7 2-71 16,0 0-9-16,1 0 10 0,3 1 24 16,-3 2 61-16,-3 2 27 15,1 1 22-15,0-1-7 16,0 0-45-16,0 0-21 15,0 0-26-15,0 0-6 16,0 0-1-16,0 0-1 16,0 0 0-16,6 14 1 15,12 24-1-15,-13-20-1 16,-3 4 0-16,4 0-7 16,-1 3-26-16,1 1-24 15,1 1-84-15,-2 0-60 0</inkml:trace>
  <inkml:trace contextRef="#ctx0" brushRef="#br2" timeOffset="-190246.18">6411 11194 752 0,'0'0'366'0,"-3"1"-42"0,1 0-366 0,2-1-45 0,0-1-41 0,-1 0 4 0,1 0 96 0,0 0 48 15,0 1 68-15,0 0 11 16,-1 0-34-16,1 0-18 0,0 0-31 16,0 0-10-16,0 0-6 15,0 9 0-15,1 25 0 16,1-21 0-16,0 4 1 16,0-1-1-16,1-1 0 15,2 0 0-15,-1-6-3 16,1 2-4-16,3-3-11 15,-2-3-2-15,2 0 1 16,1-4 4-16,-1-1 9 16,1 0 5-16,1-4 5 15,0-3 4-15,2-3 6 16,-1-3 2-16,-4-4 5 16,3 0 6-16,-4 0 10 15,-1 1 7-15,-1 1 11 16,-4 2-2-16,2 0 0 15,0 3-3-15,-2 1-3 16,-3 1-1-16,0 3-8 16,-1-2-5-16,2 2-16 0,0-1-5 15,-1-1-8-15,-3 3-3 16,0 0-2-16,-1 1-4 16,-4 3-13-16,3 0-10 15,-4 4-33-15,4 1-19 16,-4 3-52-16,1-1-60 15</inkml:trace>
  <inkml:trace contextRef="#ctx0" brushRef="#br2" timeOffset="-189075.65">6858 11131 816 0,'-3'0'307'0,"1"-2"-233"0,-2 2-76 0,4 0-33 0,0 0 0 0,0 0 17 0,0 0 35 0,0 0 52 16,0 0 17-16,0 0 15 16,0 0-19-16,-1 0-40 15,1 0-16-15,0 0-19 16,0 0-4-16,0 0-1 16,0 0-1-16,0 0 0 0,-1 0 0 15,0 0-1 1,0 0 0-16,1 0-1 15,0 0 1-15,0 0 0 0,0 0 1 16,0 0 5-16,0 0 1 16,0 0 2-16,0 0 1 15,0 0-3-15,0 0-3 16,0 0-2-16,0 0-2 16,0 0 0-16,1 0 0 15,13 2-1-15,26 1-2 0,-24-5-2 16,3-1-4-1,0 1-9-15,0 0-6 0,2 0-25 16,-2 1-13-16,0 1-54 16,1 2-38-16,-5-1-154 15</inkml:trace>
  <inkml:trace contextRef="#ctx0" brushRef="#br2" timeOffset="-188595.03">6935 11015 1065 0,'0'-2'372'0,"0"1"-328"0,5 1-37 0,-5-1-12 0,0 0-1 16,0 1 4-16,0-1 11 0,0 0 27 0,0 0 4 0,0 0-2 15,0 0-10-15,0 0-24 16,0 1-3-16,0 0-1 16,0 1-1-16,1 15 0 15,5 21 1-15,-6-19-2 16,0 2 1-16,-1 2-2 15,-4 0-10-15,7 2-29 16,-4-2-26-16,4 3-93 16,3 3-78-16</inkml:trace>
  <inkml:trace contextRef="#ctx0" brushRef="#br2" timeOffset="-187913.93">7283 10988 1116 0,'2'-1'403'0,"-2"0"-330"16,0 0-49-16,-1 1-17 0,0-1-3 0,0 0 12 0,0 0 14 0,0 0 29 15,1 0 9-15,-1 0-4 16,0 0-15-16,0 1-32 16,0-1-13-16,0 0-11 0,0 1-4 15,0 0-2-15,1 11 1 16,0 31-1-16,4-21-1 16,1 1-10-1,0-1-7-15,0-2-25 0,-2 1-12 16,3-1-8-16,-3-4 5 15,3-6 24-15,0-5 14 16,-2-5 15-16,4-2 4 0,1-5-4 16,-2-2-2-16,4-8 4 15,-3 2 0-15,1-3 11 16,-1 2 7-16,-1 5 23 16,-2 3 12-16,0 5 16 15,-1 3 5-15,0 1-10 16,1 0-11-16,-1 5-16 15,2 1-9-15,1 4-10 16,2 2-2-16,-2 5-1 16,-3-2-3-16,2 3-8 15,0 2-5-15,0-2-11 16,0 0-11-16,1 0-29 16,-1-1-31-16,-2 1-146 15</inkml:trace>
  <inkml:trace contextRef="#ctx0" brushRef="#br2" timeOffset="-187361.63">7589 11071 1197 0,'0'0'450'0,"-2"0"-345"0,0-2-106 0,2 2-79 0,-1 0-28 0,0 0 0 0,0 0 20 0,0 0 52 16,0 0 37-16,-1 5 29 16,-3 5 2-16,-8 24-6 15,7-25-9-15,4 4-14 16,2 0-3-16,0 0 0 15,2 3-2-15,2-2-7 16,-3-2-4-16,2-3-7 16,-1 0-2-16,2-4 4 15,3 0 4-15,-1-1 10 16,-1-4 2-16,5 0 5 16,0-3 1-16,0-6 1 15,3 1 3-15,-6-2 10 16,-3-5 13-16,0 0 24 0,0-1 10 15,-2-1 11-15,2 3 2 16,-2 0 1-16,-1 2-1 16,-2 0-8-16,-2 1-8 15,0 1-17-15,1 0-9 16,-2 5-18-16,0 0-7 16,-5 0-17-16,-4 2-12 15,1-1-24-15,-3 4-16 0,1 3-37 16,-2 0-15-16,2 4-35 15,1-1-38-15</inkml:trace>
  <inkml:trace contextRef="#ctx0" brushRef="#br2" timeOffset="-186679.57">7685 10760 667 0,'1'-2'348'0,"-1"-1"-21"0,0 3-422 0,0 0-84 0,0 0-76 0,0 0 5 0,0 0 179 0,2 6 101 0,-2-2 169 16,1-1 36-16,-1-1-9 15,0-2-34-15,0 0-77 16,0 0-29-16,0 0-36 16,0 0-9-16,0 0-7 15,0 0 3-15,0 0 2 16,0 0-3-16,0 0-12 15,0 0-9-15,0 1-11 16,0 2-4-16,2 3-1 16,1 1 0-16,19 26 0 15,-12-22 0-15,6 7 1 16,4 2-1-16,0 1-1 16,2 3-2-16,-3-2-8 0,-2 1-3 15,-4 3-6-15,-3 3-4 16,-2 4-8-16,-4 1-4 15,-2 4-13-15,0 2-14 16,-8 3-48-16,-2 3-46 16,-6-1-72-16,-3 1-1 15,1-3 59-15,1-2 54 16,3-7 95-16,-1-5-9 16</inkml:trace>
  <inkml:trace contextRef="#ctx0" brushRef="#br2" timeOffset="-186228.85">7988 11025 1100 0,'1'1'458'0,"3"-6"-253"0,2-1-194 0,2-6-102 0,1-2-16 0,4 3 15 0,-2-1 42 0,-1 2 96 0,-1 1 42 16,-4 2 30-16,2 4-12 0,-2-3-53 16,1 0-24-16,3 2-38 15,-1-3-19-15,4 6-61 16,-1-4-41-16,0 0-110 15,-1 2-76-15</inkml:trace>
  <inkml:trace contextRef="#ctx0" brushRef="#br2" timeOffset="-185962.55">7999 11197 1337 0,'3'-5'502'0,"4"-4"-337"16,4-7-235-16,5-3-54 15,8-3-104-15,0 1-14 16,3 3 67-16,0 2 49 15,-7 5 116-15,-1 0 22 16,0 3-22-16,1 1-85 16</inkml:trace>
  <inkml:trace contextRef="#ctx0" brushRef="#br2" timeOffset="-185196.87">8487 10948 1160 0,'-1'-7'439'0,"1"-6"-340"15,0-1-120-15,2-3-83 16,2 0-14-16,-2 0 25 0,1-1 35 15,-2 4 88-15,1 4 39 16,-2-2 33-16,0 1 0 16,-2-2-38-16,1 0-19 15,-1-1-27-15,-1 0-11 16,0-1-7-16,-2-3-1 16,-1 4-1-16,1 1 2 15,-1 1 1-15,0 2 1 16,1 1-2-16,-2 1-1 15,-1 1-5-15,-4 1-3 16,2 5-8-16,1 2-3 0,-4 5 2 16,1 3 2-16,1 5 9 15,-1 0 3-15,2 4 1 16,0 2-1-16,2 4-10 16,-3 2-3-16,6 2-5 15,2-3-2-15,9 0 8 16,0-5 5-16,8-5 6 15,4-1 3-15,1-8-10 16,2-1-17-16,3-4-24 16,-3-1-6-16,3 2 9 15,1 1 15-15,-3-2 27 16,1-1 7-16,-3 4 3 16,2 4 1-16,-2 1 0 15,-2 3-2-15,-2 3 1 0,-6-1-1 16,0 6-1-16,-3 0 1 15,-3 5-1-15,1 0 0 16,-9 1 0-16,3 4 0 16,-10 0-1-16,0 4 1 15,-5-4-1-15,-2-2 1 16,1-5 1-16,-3-4 4 16,3-2 9-16,-5-6 3 0,0-4 10 15,-2-3 4-15,-3-8-1 16,3 0 3-16,2-3-7 15,0-5-6-15,3-2-12 16,5-4-8-16,2-4-20 16,3-6-21-16,5-6-106 15,1-4-131-15</inkml:trace>
  <inkml:trace contextRef="#ctx0" brushRef="#br2" timeOffset="-184779.12">8813 10628 1201 0,'-1'-1'479'0,"-1"-7"-324"0,2 2-191 0,0 2-147 0,2-1-72 0,-2 1-1 0,0-2 61 15,-1 6 185-15,-2 0 113 16,1 6 81-16,0 7-1 0,-2 4-92 16,-2 3-39-16,-1 8-41 15,1 2-7 1,2 7-4-16,2 3 0 15,1 2 0-15,1-1 0 0,2-1 0 16,1-2 0-16,5-5 1 16,2 0-6-16,5-7-14 15,4-1-7-15,4-7-13 16,3-1-7-16,4-4-31 16,0-5-25-16,0-4-62 15,-2-4-56-15</inkml:trace>
  <inkml:trace contextRef="#ctx0" brushRef="#br2" timeOffset="-184095.36">8991 10735 1113 0,'-1'-3'434'0,"0"-1"-311"16,0-1-128-16,0 5-70 16,0-1-8-16,0 0 27 15,1-3 47-15,0-3 63 16,0-1 29-16,7-22 19 15,-2 22-10-15,2-3-40 16,-2 2-21-16,1-2-26 16,3 0-4-16,-2 2-2 15,5 0 0-15,-3 2 0 16,2 5-1-16,1 0-8 16,-6-1-10-16,0 2-31 15,1 0-15-15,-2 2 4 16,3 5 8-16,-2 4 29 15,-6 4 13-15,-3 1 5 16,-1 2 2-16,-2 0 3 16,3-1-2-16,-1-1-17 15,-3-1-5-15,4 0-7 16,-1-3 2-16,2-1 5 0,3-3 1 16,0-1-5-16,1-1-10 15,3 0-32-15,-1 0-15 16,8 5-8-16,1-3 4 15,3 2 21-15,3 1 4 16,-4-2-8-16,2 2-3 16,-4-2 14-16,-1 2 17 0,-4-2 32 15,-1 2 16-15,-4 1 30 16,-1 1 12-16,-2-2 9 16,-3 1-3-16,-4-3-15 15,-1 0-10-15,-5 1-11 16,-3-3-1-16,-1 4 5 15,-1-3 1-15,-1 2-4 16,4 1-13-16,-2-2-86 16</inkml:trace>
  <inkml:trace contextRef="#ctx0" brushRef="#br2" timeOffset="-183513.85">9368 10603 1120 0,'0'-1'415'0,"0"-1"-331"0,-3-3-104 0,2 5-84 0,0-1-12 0,0 0 22 0,1 0 37 0,-1 0 88 16,0 0 31-16,-1 0 16 16,-1 1-9-16,-2 0-35 15,-1 3-15-15,1 2-16 16,-23 33-4-16,22-19-3 15,1 5 0-15,2 0-7 16,1 1-5-16,2-2-13 16,1-2-2-16,3-2 0 15,1-1 1-15,5-4 6 16,0-4 0-16,2-4 1 16,0-5 3-16,1-2 1 15,2-3 0-15,-1-10 0 16,6 0 3-16,-4-9 13 15,-2-3 8-15,4 2 22 16,-6-3 5-16,3 5-3 0,-4 2-3 16,-4 5-7-16,-1 2-3 15,-5 4-5-15,0 3-4 16,-4 1-12-16,-3 3-6 16,-4 1-15-16,-4 0-9 15,2 4-42-15,-4 2-32 16,-1 1-117-16</inkml:trace>
  <inkml:trace contextRef="#ctx0" brushRef="#br2" timeOffset="-183078.66">9507 10454 1223 0,'1'0'497'0,"6"0"-300"0,4-1-177 0,6 1-128 0,4 0-45 0,-1 3 0 0,-2-2 34 0,-2 4 87 0,1 2 56 15,-2 2 26-15,4 5 0 16,-1 4-22-16,0 2-13 15,-3 4-15-15,1 5-2 16,-7 3-2-16,-3 2-1 16,-6 5 2-16,-4 4-2 15,-6 1 0-15,-1 0 1 16,-2-4 3-16,-1-4 2 16,-3-9 5-16,2-2 1 15,-2-3 1-15,0-3 0 0,2-1-4 16,-2-1-1-1,3-2-3-15,1-3-6 0,0-4-16 16,2-5-17-16,0-2-103 16,0-1-206-16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38:01.4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19673 7109 243 0,'0'-2'90'0,"3"-4"-69"0,1-1-11 0,0 1 20 0,0 1 25 0,0-2 46 0,0 5 14 0,-1-2 2 16,1 0-19-16,-2 0-44 15,1-2-16-15,1 0-25 16,1 0-3-16,-2 4 16 15,0-2 20-15,-2 3 42 16,-1 0 14-16,0 0 3 16,0 0-13-16,0 0-37 15,0 0-15-15,0 0-23 16,0 1-4-16,0 0 1 0,0 0 2 16,0 0-1-16,0 0-1 15,0 0-6-15,0 0-2 16,0 0-2-16,0 0 0 15,0 0 0-15,0 6-2 16,0 5 0-16,0 23 0 16,-3-22-2-16,2 2 1 15,2 5 0-15,0 0-1 0,1 6 1 16,0-2-1-16,-2 3 0 16,0 0 1-16,-1 1-1 15,0 1 1-15,-2-3 0 16,0-1 0-16,1-2-1 15,-2-2 0-15,2-5 0 16,-1-1 0-16,1-5 1 16,0-2 1-16,2-3 0 15,-1 0 1-15,1-4 2 16,0 0 2-16,-1-1 4 16,0 0-1-16,0 0 0 15,0-3-1-15,1-13 1 16,2-22 0-16,-1 20 3 15,1-3 1-15,0 0 3 16,-1-2 1-16,0 0 1 16,1 1-2-16,0 0-2 15,0 1-1-15,0 1-5 0,0-3-2 16,-1-1-2 0,3 1 0-16,-2-1 0 0,2 3 1 15,-1 3-1-15,0 0 2 16,0 8 0-16,-1 3 1 15,-2 1 2-15,0 4 1 16,-2 0 1-16,2 0 0 16,-1 2-1-16,0 0-2 0,0 0-3 15,0 1-2-15,0-1-1 16,0 0-2-16,0 0-1 16,1 0 0-16,-1 1 0 15,0 0-1-15,0 0 0 16,-4 1 0-16,-3 2 0 15,-21 19 1-15,16-12 0 16,0 2 0-16,-3 1 0 16,1 1 0-16,-2 1 0 15,2 2 0-15,-3 1 0 16,-3 0 0-16,1 2 0 16,-4-3 0-16,1-2 0 15,1-2 1-15,1-4 0 16,3 1 0-16,2-3 0 15,2-2-1-15,2-1 1 16,1-1-1-16,2-1 0 0,3 2 0 16,2-3 0-1,1 0-1-15,2 0-37 0,1-1-27 16,-1 0-88-16,1 0-67 16</inkml:trace>
  <inkml:trace contextRef="#ctx0" brushRef="#br0" timeOffset="683.66">19672 7142 916 0,'-1'-3'316'0,"1"-3"-332"16,2 3-50-16,2-1-126 0,1 1-43 0,1 2 44 0,-2-1 59 0,-2 2 186 0,0 1 91 0,-3-1 46 15,0 0-15-15,0 0-53 16,0 0-38-16,1 0-44 16,-1 0-12-16,0 0-19 15,-3 7-5-15,-2 9-3 16,-7 18-1-16,10-13 0 16,-1-1 0-16,-2 3 0 15,4 3 0-15,0 0 0 16,0 1 0-16,1 3-1 15,-2 1 1-15,-2 0 1 16,2-2 0-16,-1-3 1 16,1-4 0-16,5-3 0 15,-4-2 0-15,3-4 1 16,-3-3 0-16,0 0 1 16,2-2 0-16,-1-2 0 15,2 1-2-15,-1-5 0 0,0 2-1 16,0-4-2-16,0 0-1 15,0 0-78-15,0 0-66 16</inkml:trace>
  <inkml:trace contextRef="#ctx0" brushRef="#br0" timeOffset="1583.2">19426 7622 912 0,'-1'-1'312'0,"-2"-1"-300"0,3 2-136 0,0 0-35 0,0 0-20 0,0 0 45 0,0 0 142 16,0 0 62-16,0 0 92 15,0 0 14-15,3 1-34 16,4 0-17-16,4 1-44 16,24-1-17-16,-16-2-21 15,4-2-2-15,8-2 3 0,1 1 1 16,9-1-6-16,1-2-9 15,5 4-19-15,2-1-5 16,-1 1-3-16,0 2-1 16,-8-1-1-16,-3 1 1 15,-9-2 1-15,-4 1 1 0,-7 0 8 16,-3-1 1-16,-7 2 3 16,-1 0-1-16,-3 0 12 15,-3 2 19-15,-1-1 1 16,0-1-2-16,0 1-19 15,1 0-22-15,-15 0-4 16,-24 5 0-16,16-2 0 16,-2 3 0-16,-2 1-1 15,-5-1 1-15,-2 0 0 16,0 1 0-16,1-2 0 16,1 1 1-16,3 0-1 15,2-2 1-15,6 1-1 16,2-1 0-16,0-2 0 15,6-1 0-15,0 0 0 16,0 2-1-16,6-1-1 16,-1 1 1-16,3 0-2 15,-1 0 0-15,-1 0 0 16,1 0 0-16,2-1 2 16,1-1 0-16,1-1 1 0,1 0-1 15,0 0-1-15,0 0-2 16,1 0 0-16,0 0-1 15,0 0 2-15,4 0 0 16,11-1 2-16,23 0 0 16,-19-1 0-16,2 1 0 15,4-2 0-15,-1-1 1 0,3 1-1 16,-2-1 1-16,-3 3 0 16,-1-2 0-16,-4 1 0 15,-1-1 1-15,-5 1-1 16,-1 0 0-16,-4 2-4 15,-2 0-7-15,-2 1-35 16,-2 0-40-16,0-1-79 16,-1 0-106-16</inkml:trace>
  <inkml:trace contextRef="#ctx0" brushRef="#br0" timeOffset="4466.82">19570 8718 601 0,'0'0'232'0,"0"0"-180"0,0-1-59 0,0 1-31 0,0 0-1 0,0 0 32 0,0 0 32 0,0 0 58 15,0 0 17-15,0 0 5 16,-1 0-21-16,0-1-44 16,0 0-16-16,0 0-17 15,0 0-2-15,0 0 0 16,1 1-1-16,-1 0 1 16,0 0 2-16,0 0 4 15,0 0 2-15,-1 0-1 16,-3 1-2-16,-3 7-5 15,-20 23-1-15,20-17 0 16,1-1 0-16,-1 1 9 16,2 0 4-16,-3-2 7 15,1 0 1-15,1 1-4 16,0-1-3-16,2 2-3 0,0 1-4 16,1 1-3-16,0 1-2 15,1-1-4-15,2 0 1 16,1 0-2-16,1-3 0 15,3 0 0-15,0 0 0 16,1 1 0-16,1-1-1 0,0-1 1 16,1 3 0-16,1-5 1 15,4 3-1-15,0-1 0 16,3-3 1-16,0 2-1 16,-2-1 1-16,2-2 0 15,0 0 0-15,2-3-1 16,1 0 3-16,1-1 0 15,-4-1 3-15,3-2 0 16,-3-1 3-16,-1-1 7 16,2-1 0-16,-2-2 1 15,1-1-3-15,-2 0-7 16,-1-4 3-16,-2 1 5 16,1-3 3-16,-2-1 3 15,1 1-2-15,-2-1-4 16,0-1-2-16,-3 0 1 15,1 0-2-15,-6-2 5 16,2 2 1-16,-2-1-1 16,-2-3 2-16,2 3-4 0,-2-2-1 15,1 0 1-15,-1 0-2 16,-1 0 3-16,0 0-1 16,-2-2-2-16,1 2-2 15,0 2-7-15,-2 2-2 16,2 3-2-16,0-1 0 15,-3 3 0-15,0 1-1 16,0-2 0-16,-1 1 1 16,0-1 2-16,0 0 0 0,2 2 3 15,-1 0 0-15,1 1-2 16,0 1 0-16,-1-2-3 16,0 3-1-16,0 0 0 15,-1 1 1-15,0 0-1 16,-1 0 1-16,-1 0 1 15,1-1 1-15,-1 2 0 16,-1 0 1-16,2 1 2 16,1 0 0-16,1 0 4 15,0 0-1-15,-2-2-3 16,0 1-2-16,-3 1-1 16,5 0-2-16,-5 2 0 15,4 1 1-15,0-2 1 16,-1 2 1-16,3 0 2 15,-1-3-2-15,3 1-2 16,0-1-2-16,2 1 0 16,1-1-17-16,0 0-67 0,0 0-51 15</inkml:trace>
  <inkml:trace contextRef="#ctx0" brushRef="#br0" timeOffset="7583.17">17362 5514 400 0,'0'-1'184'15,"-2"-2"-90"-15,-1-1-34 0,2 3-41 0,0 0-11 0,0 1-7 0,1-1-1 0,-1 0 1 16,0 0 0-16,0 0 4 16,0 0 5-16,1 0 4 15,0 1 1-15,0 0 0 16,0 0-1 0,0 0 7-16,0 0 5 15,0 0 16-15,0 0 6 0,0 0 0 16,0 0-5-16,0 0-17 15,0 0-8-15,0 0-8 16,0 0-3-16,0 0 0 16,0 0 0-16,0 0-1 15,0 0 1-15,0 0-2 16,0 0-2-16,0 0-1 16,0 0-1-16,0 0 0 15,0 0 0-15,0 6-1 16,0 1 1-16,2 22-1 15,-2-19 1-15,0 0 0 16,0 1 0-16,0 0 0 16,0-1 0-16,0 0-1 15,-2 2 1-15,0-1 0 0,1-2 0 16,0 1 0-16,-1-4 0 16,1 1 0-16,1 2 0 15,0 0-1-15,0 0 1 16,0-3 0-16,0 3-1 15,-1 1 1-15,1 2-1 16,0 0 1-16,-1-4-1 0,1 2 1 16,0-2-1-16,-2 3 0 15,1-2 0-15,1 2 0 16,-2-1 1-16,2 1-1 16,-1-2 0-1,1-5 0-15,0 1 0 0,0 11 1 16,1 1-1-16,1 1 0 15,1-3 1-15,-2 2-1 16,3-1 1-16,-1 1-1 16,0-1 0-16,-1-1 0 15,0 0 0-15,1-2 0 16,-2 0 1-16,1-3-1 16,3 3 0-16,-4-2 0 15,3 1 0-15,-2 1 0 16,-1-2 0-16,1 3 0 15,-2-1 1-15,0 0-1 0,1-1 1 16,0 2-1 0,2-1 1-16,-1 1-1 0,0 2 0 15,0 1 0-15,0 1 0 16,3 1 0-16,-5-1 0 16,3 0 0-16,-2 0 1 15,-2 1-1-15,1-1 1 0,-1-2-1 16,2 1 1-16,-1-3 0 15,5 2 0-15,0 1-1 16,-2-1 1-16,3 6-1 16,-7-3 1-16,1 2-1 15,0-1 0-15,1 1 1 16,1 3 0-16,2 0 0 16,-2 2 0-16,0 0-1 15,1 1 1-15,-2-1-1 16,-1 0 9-16,0-2 8 15,0-1 1-15,4 1 2 16,-3-1-10-16,0 2-8 16,0 1 0-16,-2 1 0 15,2 1-1-15,3 1 4 16,-5-1 0-16,2 1 3 16,-1 0-1-16,1 2-1 15,-1-2-2-15,0 3-1 16,2 0-2-16,-1-2 12 15,5 1 2-15,-2 0 0 0,2 1 2 16,-4 1-11-16,1 1-2 16,1-1-2-16,0 1 0 15,1 2 0-15,-2 0 0 16,1-2 1-16,-1-1 0 16,1-1 4-16,-3 1 3 15,2-1 14-15,0 3 2 16,1-1-1-16,3 4-4 0,-3 0-15 15,0 3-2-15,-1-1-3 16,-1-3 0-16,-2 4 1 16,1-4-1-16,-1 2 0 15,0 0 1-15,1-1 1 16,-1 1-1-16,1 0 3 16,1 0 0-16,2-1 0 15,1 0 0-15,1 1-3 16,-4 2 0-16,2 1-1 15,-3 2 0-15,2 0 15 16,0-1 5-16,-3-3 5 16,0-4 2-16,-2-4-4 15,-1-1 1-15,3 2 11 16,-1 1 1-16,1 0-10 16,1 1-6-16,1-1-13 15,-1 1-4-15,-1-3 2 0,1 3 6 16,-2-6 6-16,1 0-2 15,-1-2 3-15,-1 1-8 16,1 3-3-16,-1-1 0 16,1 4-3-16,-1-4 3 15,1 0-1-15,0 0 2 16,-1 1 5-16,-2-2 1 0,2-2 0 16,-1 0 0-16,2-5-3 15,-1 3-4-15,0-1-1 16,2 0 2-16,0 1-1 15,0 0-3-15,2 0-3 16,-2-3-8-16,-1-1-30 16,-3-1-18-16,-1 0-192 15</inkml:trace>
  <inkml:trace contextRef="#ctx0" brushRef="#br1" timeOffset="14465.57">15959 5964 262 0,'-1'-1'116'0,"3"1"-42"0,-1-4-64 0,-1 3-5 0,0 0 8 0,0 1 14 0,0 0 35 16,0 0 11-16,0 0 7 16,0 0-6-16,0 0-24 15,0 0-3-15,0 0 7 16,0 0 3-16,0 0 7 15,0 0-1-15,2-1-15 16,3 0-8-16,4-1-15 16,23-5-7-16,-18 5-9 15,5-3-2-15,2 2-5 16,2-3 0-16,0 4-1 16,-1-1 0-16,-1-1 0 15,-1 3 0-15,-1 0 0 0,-2 0 0 16,-2 2 0-16,1 0-1 15,-5 2 0-15,-1 0 0 16,-1 1 1-16,-3 0-1 16,2 0 1-16,-3 1 0 15,-2-1 0-15,-1 0 0 0,-2 2 1 16,1-3 0-16,-1 2 2 16,-1 0 0-16,0 1 0 15,-1 1 1-15,-3 1-2 16,-3-2 1-16,-1 4-2 15,-2-2 1-15,-2-3-1 16,4 4 1-16,-5 2 0 16,-1 0 0-16,0 2 1 15,-4 0 1-15,0 1 2 16,0 0-1-16,-1 3 1 16,0-1-2-16,2 1 0 15,0 0-1-15,1-2-1 16,0-1-1-16,2 0-1 15,-1 1 1-15,4 0 0 16,3-3 1-16,1 0 0 16,0-2-1-16,1 0 1 15,0 0-1-15,-2-5 1 16,5 2-1-16,0-3 0 16,2 2 0-16,0 1-1 0,2-1 0 15,0 0 1-15,1-4 0 16,2 1 0-16,1-1 2 15,-4-2 0-15,0 0 0 16,0 0 3-16,0 0-1 16,8 4 1-16,23 9 0 0,-23-12 0 15,3-1 1-15,4 0 2 16,1 1 0-16,7-1 0 16,2 0-1-16,2-2-2 15,0-5-1-15,4 1-2 16,2 0-1-16,0-2 0 15,6 3-1-15,-4-2 1 16,-2-1 1-16,0 0 1 16,-5 1 1-16,1-2-2 15,-1 1 1-15,-2 1 0 16,-2 0-1-16,-2 1 1 16,-4 2 0-16,-3 0 10 15,-3 0 6-15,-5 2 8 16,-1 0 6-16,-3 1 0 15,-3-1 1-15,1 2 13 16,-1-1 5-16,-1 1-3 16,1-1-5-16,-1 0-18 0,0 0-5 15,0-1-1-15,-2-7 1 16,-8-26 2-16,6 23-2 16,-1-1-9-16,0 0-3 15,0 4-6-15,1 2-3 16,2 1-2-16,0 2-1 15,2 2-4-15,0 2-1 16,0-1-12-16,0 0-15 0,0 0-57 16,0 1-39-16,0 0-164 15</inkml:trace>
  <inkml:trace contextRef="#ctx0" brushRef="#br1" timeOffset="14848.56">16102 5973 729 0,'3'-4'289'0,"5"-5"-270"0,1 6-233 0</inkml:trace>
  <inkml:trace contextRef="#ctx0" brushRef="#br1" timeOffset="15415.09">16146 5944 615 0,'-3'0'237'0,"-2"-3"-169"15,0 0-27-15,-1 2-22 16,0-2-8-16,0 3-9 16,-2-2-2-16,0 2 1 15,1 1-1-15,-2 2 1 16,-1 2 0-16,0-1 0 16,-2 1 1-16,2 0 10 15,-2-1 7-15,-1 2 16 16,-3-1 7-16,-1-1 1 15,-2 2-3-15,0-3-3 0,-3 1-3 16,0-1-4-16,1-2-3 16,0 3-6-16,3-3-2 15,2-1-4-15,2 4-2 16,3-3-3-16,1 2 1 16,4 1 7-16,0-4 5 0,4 1 6 15,0-1-1-15,1 2-6 16,1-2-2-16,0 0-6 15,0 0-1-15,0-1-5 16,0 0-3-16,0 1-5 16,0 0-2-16,0 0 0 15,0 0 1-15,0 0 0 16,4 12 1-16,8 23 0 16,-9-21 0-16,0 1 0 15,-1-1 0-15,1-1 1 16,-1-2 0-16,0-1 0 15,0-2 0-15,-1-1 0 16,0 0 1-16,0-1-1 16,-1-2 1-16,0-1-1 15,-1 2 1-15,0-2-1 16,0 2 0-16,-2-4 0 16,2-1 1-16,1 0-1 15,0 0-1-15,0 0 1 0,0 0-3 16,0 0-82-1,0 0-243-15</inkml:trace>
  <inkml:trace contextRef="#ctx0" brushRef="#br1" timeOffset="18130.5">15799 7298 900 0,'0'-1'331'0,"0"0"-270"0,1 1-103 0,-1 0-52 0,0 0-4 0,0 0 32 0,0 0 36 15,0 0 85-15,0 4 24 16,0 1 21-16,-1 0-8 16,0-3-43-16,0 1-13 15,0-2-20-15,0 0-7 0,1 1-5 16,-1 3-3-16,1 2 0 16,3 23 0-16,2-21 0 15,2 1 0-15,3 0 0 16,1 0 0-16,4-1 0 15,2 1 0-15,0-2-1 16,1 3 1-16,-2 2-1 16,-1-3 0-16,-6 2 1 15,3 1-1-15,-2-2 1 16,-4-1 0-16,-2-1-1 16,1 1 0-16,1-3 1 15,-4 1-1-15,2-1 2 16,-2-1-1-16,-3 1 0 15,0 0 0-15,-3-2-1 16,-4 1 0-16,2-2 0 16,-3-1 0-16,-4 2-5 15,1-1-3-15,-4-4-10 16,1-1-7-16,0-1-25 0,-1-3-23 16,1 2-59-16,2-1-35 15</inkml:trace>
  <inkml:trace contextRef="#ctx0" brushRef="#br1" timeOffset="18515.34">15805 7313 815 0,'0'0'300'0,"-1"0"-214"0,2 0-110 0,-1-1-16 0,0 0-2 0,0 1 7 0,0-1 28 16,0 0 24-16,2 0 24 15,2-1 7-15,2 0-2 16,2-3-10-16,25-12-15 15,-19 10-7-15,5 1-7 16,1-3 0-16,5 3 2 16,-3-1 3-16,-1 0 0 15,-2 2-1-15,-4-1-5 16,3 4-3-16,-3 1-3 0,-4-1 0 16,-1 3-5-16,-3 1-13 15,-4 0-51-15,-1 2-48 16</inkml:trace>
  <inkml:trace contextRef="#ctx0" brushRef="#br1" timeOffset="25513.07">15816 9116 992 0,'0'-1'362'0,"1"1"-280"15,2 0-79-15,-3 0-27 0,0 0-4 0,0 0 4 0,3 1 7 0,1 1 29 0,0-1 18 16,-3-1 15-16,0 7 3 16,-1-7-15-1,0 0-9-15,5 8-14 0,21 23-2 16,-15-21-4-16,-1-1-1 15,4 0-1-15,-2 0 0 16,-1 0-1-16,1 0 0 0,-3-1-1 16,3 1 0-16,2-1-1 15,0 0 1-15,-3-1 0 16,0-1 0-16,-4 0 1 16,1-2 0-16,0 0 1 15,-4 0 0-15,-3-3 0 16,2 2 0-16,-4 0 0 15,1-3-1-15,-1 0-4 16,0 0-2-16,0 0-2 16,0 0 2-16,-10 3-10 15,-24 22-8-15,21-21-24 16,2-2-17-16,0-1-49 16,1 0-36-16,-3-3-56 15,-1-3-14-15,1-4-26 16</inkml:trace>
  <inkml:trace contextRef="#ctx0" brushRef="#br1" timeOffset="25864.44">15872 9116 339 0,'0'-3'188'0,"1"-1"-31"0,1-1-77 0,-1 0-19 0,1 0-10 0,-1 1 5 0,0 1 12 16,2 1 7-16,-3 1 5 15,0 0-6-15,0 0-23 16,0 0-12-16,0 1-22 16,0-1-6-16,0 0 13 15,0 0 9-15,0 0 14 16,9-5 2-16,25-14-14 15,-22 12-10-15,3 1-15 16,-2 2-4-16,0 1-4 16,1 1-2-16,-2 0 0 15,0-1-1-15,3 4-4 16,-3 0-11-16,0 0-51 16,-1 0-47-16</inkml:trace>
  <inkml:trace contextRef="#ctx0" brushRef="#br1" timeOffset="61908.27">4954 9407 145 0,'0'-2'69'0,"0"3"-8"0,0-3-60 0,0 1-1 0,0 1-6 16,0-1-1-16,0 1 2 16,0 0 9-16,0 0 66 15,0 0 23-15,0 0 24 16,0-1-1-16,0 0-51 16,0 1-22-16,0-1-26 15,0 0-8-15,0 0-10 16,0 0-5-16,0 0-3 15,0 0-1-15,0 1 2 0,0-1 2 16,0 0 3-16,0 0 1 16,0-1 2-16,4-4-1 15,-2-1 1-15,25-23 0 16,-22 22 0-16,1-2 0 16,1-6 1-16,1 0-1 15,1-5 0-15,0 1 0 16,-1 0-2-16,3 1-1 15,-4 1-1-15,3-1 0 0,-1 1 1 16,-3 1 2-16,-1-2 1 16,0 1 0-16,-2 4 1 15,0-1 0-15,4 5-1 16,-4 0 0-16,0-2 0 16,0 5 1-16,-4-1 1 15,-1 2 0-15,1 3 1 16,0-1 0-16,-1 1 1 15,1-1 0-15,-2-1 1 16,-1 2-1-16,3 1-1 16,-1-1-2-16,2 3 0 15,-1-1-1-15,1 0 0 16,-1 0 0-16,0 0 1 16,0 0 0-16,0 0 2 15,0 1 0-15,0-1 2 16,0 0 0-16,1 0 1 15,-1 0-1-15,0 0-2 0,0 0 0 16,0 0-2-16,0 1 0 16,0-1 0-16,1 0 0 15,-3 0 6-15,2 0 5 0,0 0 7 16,0 0 2-16,-3 1-3 16,1 0-5-1,1 0-8-15,1 0-3 16,0 0-2-16,-1 0 0 0,-2 5 0 15,0 1 0-15,-15 27 0 16,18-22 0-16,-1 1 0 16,2 1 0-16,2 0 0 15,-1 2 0-15,-1 1 0 16,0 2 0-16,-3 3 0 16,2 1 0-16,0-1 0 15,-1 3 0-15,0 1 0 16,-1 1 0-16,1 6 0 15,-2-2 0-15,1-2 0 16,1-1 0-16,1-7 0 16,-1 2-1-16,2-4 1 15,-3-1 0-15,1-2 0 16,1-1 0-16,-2-4 0 16,1-1 0-16,1-4 0 0,1-1-2 15,0-4-5-15,1 0-1 16,-1-1 0-16,0 0 2 15,0 1 6-15,10-14 0 16,25-24-1-16,-21 21 1 16,2 0-1-16,-1 1 1 15,-1 1-1-15,-2 1 1 16,-2 3-1-16,-2 0 1 0,-1 5-1 16,-1 1 1-16,0 5-2 15,1 2 1-15,-5-1 1 16,2 6 0-16,-3 0 3 15,-1 6 0-15,1 5 0 16,-1 0 0-16,0-1-1 16,-1-1 0-16,0-1-1 15,-1 0-1-15,2-2 0 16,0 2 0-16,0-3 0 16,0-2-1-16,1 0-1 15,1-1 0-15,3-3-7 16,1 0-4-16,-1-4-1 15,2-2 1-15,-1-3 7 16,2-1 4-16,0-4 2 16,0 0 0-16,1-2 1 15,-2 0 0-15,0-1 1 16,1 0 0-16,-2-1 1 16,1-2 1-16,0 3 6 15,-2 0 5-15,1 3 11 0,-1 3 10 16,-3 0 6-16,0 5 0 15,-2-1-7-15,0 1-8 16,0 0-5-16,-1 0-3 16,0 0-2-16,0 0-1 15,0 6-7-15,0 4-3 0,-4 25-2 16,3-23-1-16,0-2-2 16,1 2 0-16,0 1 0 15,1 0-1-15,-1 1 1 16,1-1-1-16,0 0 0 15,0-3 0-15,2 0 0 16,2-4-1-16,3-1 0 16,1 0-1-16,2 0 2 15,2-2 0-15,0-2 0 16,1-1 2-16,0-4-1 16,0-1 1-16,1-2 0 15,-1 0 0-15,1-4 1 16,-2-2 0-16,0 1 1 15,-4-1 0-15,-2 1 3 16,0-2 4-16,-1 1 9 16,-3-1 3-16,-1 0 4 0,-1 3 0 15,-2-4 7-15,0 2 3 16,-2 3 6 0,-1-1-2-16,-2 2-9 15,-1-2-6-15,0 3-9 0,-2-2-4 16,3 7-4-16,-1-1-1 15,-3-1-3-15,3 1-3 16,-2 3-1-16,-1-2-1 0,4 5 0 16,-1 0 0-16,0-2-1 15,2 4 0-15,0-1-1 16,0 2 1-16,0 0-2 16,2 3-1-16,0-2 0 15,-1 2 0-15,3 4 2 16,-2-4-1-16,4 3 1 15,0-1 0-15,3 0-1 16,1-3-1-16,4 2-2 16,2-1 1-16,3-3 1 15,3 1 1-15,3-5 3 16,3 0 0-16,-1-4-1 16,3-1 1-16,-3-1-34 15,1-1-36-15,0 1-112 16,-3 1-139-16</inkml:trace>
  <inkml:trace contextRef="#ctx0" brushRef="#br1" timeOffset="62375.59">5665 9132 732 0,'-2'-4'367'0,"1"-3"-90"0,1 1-193 0,4-1-84 0,3 1-17 0,1-1-36 0,-2 4-1 0,-2-3 1 0,-2 1 18 0,-2 4 56 16,-2-1 20-16,1 2 16 15,0 0 1-15,1 0-18 16,-1 0-16-16,0 0-17 16,-2 0-5-16,-2 3-2 15,-1 0-1-15,-23 25-2 16,23-14 1-16,0 3-1 16,0 4 1-16,0-1 1 15,-2 3 0-15,2 1 0 16,-2 0 1-16,1 5 0 0,0-2 0 15,1-1 0-15,2-1 0 16,2-4-2-16,2-3-1 16,4-1-3-16,3-5-3 15,6-5-3-15,3 1-3 16,5-8-29-16,4 0-32 16,3-3-121-16</inkml:trace>
  <inkml:trace contextRef="#ctx0" brushRef="#br1" timeOffset="63158.87">5840 9198 981 0,'-2'-2'352'0,"0"-1"-291"0,2 0-52 0,0 3-36 0,0-1-25 0,0 0-11 0,0 0 2 0,0 0 29 15,0 0 39-15,2-6 49 16,-1 2 8-16,7-21-1 15,-6 24-19-15,-2 1-35 0,4-1-9 16,-4 2-2-16,0 0 0 16,3 0 1-16,7 2 0 15,20 8-1-15,-20-5 0 16,-4 0 0-16,1 1 1 0,-1 2 0 16,0 2 0-16,-3-1 1 15,-1 2-1-15,0 0 1 16,-2 1 0-16,0-1 1 15,-3 3 0-15,-1 1 0 16,-1-1 0-16,0 1 0 16,0-2 0-16,-1-2 1 15,1-1-2-15,1-3 2 16,1-1-1-16,-1-4 2 16,3 0 1-16,0-2 1 15,0-1-1-15,0 0-2 16,1 1-2-16,0-3-2 15,3-10 0-15,15-27 0 16,-7 19 1-16,1-2 0 16,1-1 1-16,-2 3 0 15,-2 3 1-15,-2 1 0 16,-3 2 0-16,0 5 0 16,-2-1 0-16,-1 6-1 15,1 3 1-15,-2 2-1 0,0 0-2 16,-1 0-1-16,0 0 0 15,0 0 0-15,-4 13 0 16,-9 27 1-16,9-22 1 16,4 3-1-16,1-1 0 15,2-1 1-15,1-1-1 0,1-1 0 16,1-3 0-16,2-3-9 16,2 0-8-1,2-5-25-15,1-3-15 0,3 0-41 16,2-1-29-16,0-2-146 15</inkml:trace>
  <inkml:trace contextRef="#ctx0" brushRef="#br1" timeOffset="63592.13">6154 9049 738 0,'-2'0'323'0,"1"-1"-107"0,1 2-210 0,0-1-12 0,0 0-3 0,0 0 2 0,0 0 4 0,1 0 0 15,7 4 1-15,20 17 0 16,-16-14 1-16,-2 3 1 16,0 1 0-16,4 0 0 0,-3 2 0 15,2 0 0-15,0 4 1 16,-1 1-1-16,-1 6 1 16,-1 2 0-16,-3 3 0 15,-3 2-1-15,-4 2 1 16,0-2 0-16,-6-2 1 15,2 2-1-15,-6-4-2 16,-1 0-6-16,-3-2-15 16,-2-3-13-16,0 1-54 15,-2-1-35-15,2-3-111 16</inkml:trace>
  <inkml:trace contextRef="#ctx0" brushRef="#br1" timeOffset="65740.78">6574 9199 487 0,'-3'-1'214'0,"3"1"-103"0,-2-2-69 0,2 2-39 0,0-1-3 0,0 0 0 0,0 0 0 0,0 0 8 15,0 0 13-15,0 0 14 16,0 1 4-16,1-3-4 16,2-1-11-16,4-1-18 15,24-20-4-15,-16 23-2 16,-1-1 0-16,2 0 0 15,-1-2 0-15,-1 3 1 16,0-2-1-16,-1 3 0 16,1 1 0-16,-1 0-4 15,-2 0-7-15,1 1-42 16,-2 1-28-16,-2 0-101 16</inkml:trace>
  <inkml:trace contextRef="#ctx0" brushRef="#br1" timeOffset="66124.85">6582 9320 569 0,'-2'2'232'0,"0"0"-107"0,3 1-136 16,-1-3-9-16,0 0-6 16,0 0 2-16,0 0 15 15,0 0 20-15,0 0 48 16,2 0 20-16,7-1 22 15,23-7-10-15,-17 1-34 16,3-4-20-16,1 1-25 16,6-2-6-16,2 0-5 15,2 0 1-15,3 0-32 16,-6 2-22-16,1 1-57 16,0 1-40-16,-4 0-95 15</inkml:trace>
  <inkml:trace contextRef="#ctx0" brushRef="#br1" timeOffset="67241.66">7407 9076 315 0,'0'0'171'0,"2"0"-12"0,1-2-129 0,-3 1-56 0,0 0-4 0,0 0 3 0,0 0 12 0,0 0 70 15,0 0 34-15,0 1 47 16,0-1 12-16,0-1-39 16,1-3-24-16,-1-3-43 0,-1-22-13 15,-4 21-11-15,0 0-1 16,-1-2-1-16,-1-1 0 16,0-1-1-16,0 1 0 15,-2 0 2-15,2 4-2 16,-2 0-1-16,1 1-1 0,0 1-4 15,-4 0-2-15,4 2-3 16,-1 1-1-16,-1 2-2 16,3 0 0-16,-1 3 0 15,-1-1 0-15,0 4 0 16,2 0-1-16,-2 3-1 16,1 2-2-16,0 3-2 15,0 3 0-15,3 3 0 16,3 0 0-16,-1 0 0 15,0 3 1-15,3-2 1 16,0-2-1-16,4 1 2 16,-2-7-2-16,5-2-4 15,-1-2-2-15,2-8 0 16,1 0 0-16,-1-5 4 16,4-1 1-16,0-6-3 15,3 3 0-15,-2-3 1 16,-3-1 2-16,4 4 3 0,-5-2 2 15,3 2-1-15,-3 4-1 16,-1 3-2-16,0 1-1 16,0 3-2-16,1 0 0 15,-1 7 1-15,-1 2 1 16,2 4 1-16,1 3 0 16,-3 3 2-16,0 2-1 15,-2 5 1-15,0-1 0 0,-1 2 0 16,-2-1 0-16,0 1 0 15,-2 2-5-15,-2-2-8 16,-2-1-2-16,-2-1-2 16,-1-3 5-16,-3-1 9 15,0-1 4-15,-2-4 2 16,1 0 3-16,-2-7 16 16,2-1 11-16,-1-3 19 15,-2-5 6-15,-1 0-7 16,2-4-10-16,-4-2-16 15,3-4-3-15,1-4-4 16,-1 2 0-16,2-5-2 16,2 0-2-16,0-5-8 15,2-2-4-15,4-2-18 16,3 0-25-16,7 1-92 0,3 0-106 16</inkml:trace>
  <inkml:trace contextRef="#ctx0" brushRef="#br1" timeOffset="68024.53">7749 8864 160 0,'1'-1'150'0,"0"-3"21"0,-1 1-1 0,0 2-8 0,-1 0-29 0,0 0-20 0,0 0-42 0,0 0-17 0,0 1-31 16,1-1-10-16,-1 0-13 16,0 1-1-16,0 0 0 15,0 0-1-15,-3 4 2 16,-4 9-1-16,-8 23 0 15,13-18 0-15,0 3 0 16,-2 1 0-16,1 7 0 16,0 0 0-16,0 1 0 15,2 5 1-15,-2 0-1 16,2 2 0-16,1 1-1 16,1 0-1-16,4 3 0 15,4-4-2-15,1-2-1 16,3-4-1-16,7-9 1 15,-1-2 1-15,6-8 0 16,2-3-2-16,1-4-8 0,1-2-6 16,-1-4-15-16,0-2 0 15,-6-3 7-15,3 0 8 16,-8 0 16-16,0-1 5 16,-5 3 0-16,-3-1-2 15,0 3-68-15,-5 0-66 16</inkml:trace>
  <inkml:trace contextRef="#ctx0" brushRef="#br1" timeOffset="71340.58">8235 8944 450 0,'-1'0'205'0,"0"-2"-82"0,1 3-88 0,0-1-39 16,0 0 0-16,0 0 3 0,0 0 1 0,0 0 2 0,0 0 9 15,0 0 39-15,0 0 12 16,0 0 8-16,-1 4-7 16,0 2-37-16,-1 1-13 0,-12 26-10 15,7-22-2-15,0 3 0 16,1 3-1-1,-3-3 1-15,2 5 0 0,-2-4-1 16,0 1 1-16,3 1-1 16,0-1 0-16,3 0 0 15,0 1 0-15,2-1-1 16,1-1 0-16,1-2 0 16,2 0 0-16,0-4 0 15,2-2-1-15,1-2 1 16,-1-2 1-16,4-4 2 15,0-3 1-15,2-3 2 16,3-2-1-16,1-2-1 16,0-2-1-16,-1-3 1 15,1 1-1-15,-3 0 2 16,-2-2 0-16,2 0 1 16,-5-1 1-16,-3-1 15 15,3 3 7-15,-7-3 13 16,0 0 7-16,0 0-5 15,-5-3-4-15,3 0-8 0,-1 3-6 16,-1-1-6-16,-2 0 0 16,1 3-2-16,-2 2-1 15,-2 1-2-15,1 3-4 16,-2 2-3-16,-1 2 0 0,1 2-2 16,-3 0 1-16,2 3-2 15,1 0-2-15,-2 3-1 16,2 2-1-16,-1 2-2 15,0 1 0-15,0 3-1 16,3 1 0-16,-2 4 0 16,3 3-1-16,2 3 2 15,-3 1 0-15,3-1 1 16,0-1-1-16,4-2 0 16,2-3-2-16,4-5 0 15,-1-3-1-15,3 1 0 16,1-4 0-16,2-2 1 15,3 0 0-15,3-1 1 16,2-3-1-16,4 0-30 16,0-2-27-16,5 0-88 15,0 1-58-15</inkml:trace>
  <inkml:trace contextRef="#ctx0" brushRef="#br1" timeOffset="72024.64">8435 9130 533 0,'-3'-1'276'0,"-2"-2"-60"0,1 0-119 0,2 0-72 0,2 0-7 0,0-1-12 0,-1 2-3 0,1 1-1 0,-1 0-1 16,0 0-1-16,1 1 1 16,-1 0 3-16,1 0 2 15,-1 0 2-15,-1 5-2 16,-2 5-3-16,-5 23-2 15,7-20-1-15,0-2 0 16,2 3 0-16,2-2-2 16,0 0-1-16,2 1 1 0,2 0-2 15,-2-3-1-15,3-3 0 16,-2-3 1-16,3-3 2 16,0-1 2-16,1-6 1 15,-1-1 0-15,1-5 2 16,1-1-1-16,-2-2 1 15,2 0 0-15,-5 0 2 16,-1 0 2-16,-1 0 14 16,0 3 7-16,-3 3 17 15,-1 1 3-15,-4 2-12 16,-1 1-9-16,-1-1-20 16,0 4-6-16,2 2-24 15,-2 0-23-15,3 6-51 16,-1-2-36-16,1 2-121 15</inkml:trace>
  <inkml:trace contextRef="#ctx0" brushRef="#br1" timeOffset="72690.7">8709 8952 1126 0,'0'-1'419'0,"-1"-1"-319"0,1 0-80 0,0 2-35 0,0-1-17 0,0 0-18 0,1 0 2 0,10 1 7 15,22 5 13-15,-25-1 24 16,-1 0 2-16,-3-1 1 15,-1 2 1-15,-1-1 0 16,2 3 0-16,3 3 0 16,-1 0 0-16,1 5-1 15,-2-4-1-15,-3 1-25 16,1 4-11-16,-2 1-22 16,-1 4-6-16,-3-2 19 15,-4 0 12-15,-1 0 22 16,-1 0 8-16,1 0 5 15,3-3 0-15,-3-6 1 16,4-2 0-16,0-5 4 0,2-2 2 16,5-6-1-1,1-2 0-15,3-6-4 0,1-5-2 16,2-1-1-16,-1-4 1 16,3 0 0-16,0-1 0 15,-1-2 1-15,1 2 0 16,-1-1 0-16,0 1 0 15,-2 2 1-15,-1 4-1 16,-4 5 1-16,-1 4-1 0,-2 7 5 16,0-1-1-16,-2 4 2 15,1-1-1-15,-1 0-3 16,0 0 0-16,-3 14-2 16,-9 27-1-16,7-20 0 15,1 2 0-15,3 1-2 16,2-2-1-16,1 2-11 15,5 0-17-15,0-2-64 16,2 2-32-16,4-4-117 16</inkml:trace>
  <inkml:trace contextRef="#ctx0" brushRef="#br1" timeOffset="73160.17">9081 9127 389 0,'-1'-4'250'0,"0"-2"-18"0,-2-1-102 0,1 3-29 0,-2 0-49 0,3 2-15 0,1 3-21 0,-1-1-6 16,1 0-8-16,-1 0-2 15,0 0-1-15,-1 2 0 0,-6 10 0 16,-9 23-1-16,15-21 0 15,3 0 0-15,-1 1 0 16,0 0-2-16,4-1 0 16,2 2-3-16,-1-3-12 15,4-1-1-15,-1-4 2 16,-3-5 3-16,5-3 13 16,-4-3 2-16,4-5 0 15,-2-1 2-15,0-4 2 16,1-4 0-16,-3-2 3 15,-1 1 6-15,-2 1 12 16,0 2 7-16,-2 2 12 16,-1 1 2-16,-5 1-2 15,-2 0-4-15,1 2-13 16,-6-2-6-16,2 4-11 16,0 2-4-16,-4 2-5 15,5 4-1-15,-2 3-28 16,0 1-16-16,2 4-35 15,-1 0-44-15</inkml:trace>
  <inkml:trace contextRef="#ctx0" brushRef="#br1" timeOffset="73540.66">9386 8985 1150 0,'-1'0'424'0,"-3"0"-300"0,4 3-191 0,0-3-36 0,0 0-74 0,0 0 9 0,0 0 48 15,0 1 55-15,0-1 133 16,0 1 26-16,0-1 20 16,0 0-22-16,1 3-53 15,0-1-20-15,7-1-16 16,25 20-2-16,-18-24-1 16,3 1 0-16,-3 1-14 15,3 1-10-15,1 2-33 0,0-4-24 16,2 1-75-16,-3-1-71 15</inkml:trace>
  <inkml:trace contextRef="#ctx0" brushRef="#br1" timeOffset="73895.36">9482 8913 723 0,'-5'-4'293'15,"-1"-4"-162"-15,0 0-112 16,3 1-11-16,-1 0-8 16,2 1 0-16,0 0 6 15,-2 1 17-15,3 2 22 16,0 1 1-16,0 2-7 15,1 0-17-15,0 0-22 16,0 1-4-16,1 16 3 16,2 23 1-16,-2-17 0 15,1 0 1-15,-2 1-1 0,1-1 0 16,2 0-1-16,-1 1 3 16,2 0-38-16,1 2-30 15,1-2-108 1,-2-1-95-16</inkml:trace>
  <inkml:trace contextRef="#ctx0" brushRef="#br1" timeOffset="74574.6">9822 8896 996 0,'-2'-2'430'0,"-1"-2"-208"15,0 3-155-15,2 1-98 16,0 0-26-16,0 0-29 16,0 2 2-16,-1 11 29 15,-7 23 24-15,4-18 31 16,0 1 1-16,4 1 1 15,-2-4 1-15,2-1-1 16,1-4-2-16,1 0 0 0,3 3-1 16,0-5-14-16,4 0-11 15,-4-3-10-15,6-3-1 16,-1-2 14-16,0-4 13 16,5-7 10-16,-2-1 1 15,4-7 1-15,0-2 1 16,-1-4 1-16,-1-4 3 15,-4-1 15-15,0 1 8 16,-3-2 15-16,-2 2 6 0,-3-1-5 16,-3 1-5-16,-4 1-4 15,-4 1-2-15,0 3 0 16,-3 3 1-16,-1 4-8 16,0 1-6-16,1 8-10 15,-1 2-6-15,0 5-6 16,0 4-3-16,0 3-2 15,1 2-1-15,1 4 3 16,0 1-1-16,1-1 2 16,3 0 1-16,-2-1-1 15,4 2 0-15,-2 1 0 16,3 4-2-16,0 0-2 16,2 0-1-16,2 0-8 15,2-2-4-15,3-4-3 16,5 0-4-16,4-4 2 15,0 0-7-15,4-4-24 16,-4-3-23-16,7 1-101 0,1-1-112 16</inkml:trace>
  <inkml:trace contextRef="#ctx0" brushRef="#br1" timeOffset="74895.98">10080 8973 1064 0,'-2'-2'368'0,"-2"-6"-332"0,0-1-37 0,1 2-42 0,1 0-12 0,2 6-1 0,0-2 7 0,0 3 36 16,0 0 14-16,0 0 7 15,0 0 0-15,0 1 1 16,3 14-3-16,9 28-4 16,-3-20-1-16,0 2-1 15,0 0 1-15,-3 1-93 16,3 0-98-16</inkml:trace>
  <inkml:trace contextRef="#ctx0" brushRef="#br1" timeOffset="75557.13">10242 8917 955 0,'1'-3'405'0,"2"-2"-204"16,4 1-156-16,5 0-75 15,0 1-25-15,4 2-18 16,-1 0 3-16,-2 1 20 15,2 0 25-15,-5 0 24 16,0 3 1-16,-2 0 2 16,-2 1 0-16,0 2 1 15,-2-1-2-15,0 6-1 16,1 1-4-16,-3 8-52 16,-2 2-40-16,-3 3-54 15,-3 1-9-15,-2 1 41 16,-1 1 38-16,-2 2 54 0,1-3 13 15,1-3 13-15,1-5 4 16,3-9 1-16,2-3 33 16,3-10 46-16,3-3 9 15,8-10 5-15,2-5-34 16,6-7-49-16,0 0-12 16,2-4-14-16,-1 0 0 0,1 0 2 15,-3-3 3-15,-3 4 13 16,-1 3 7-16,-7 6 10 15,-1 6 4-15,-3 8 1 16,-2 2-3-16,0 5-12 16,0 1-5-16,-1 3-7 15,-1-3-2-15,0 0 0 16,0 7 0-16,-2 12 0 16,-3 22 0-16,2-18 0 15,1 2 0-15,0-3 0 16,1 1 0-16,3-5-1 15,6 2-1-15,3-4-26 16,2 0-40-16,3-4-139 16</inkml:trace>
  <inkml:trace contextRef="#ctx0" brushRef="#br1" timeOffset="75873.67">10721 8991 1168 0,'0'1'396'0,"1"1"-389"0,0 2-42 0,-1-4-38 0,0 0-2 0,0 2 22 0,1 5 12 0,1 0 39 16,8 23 3-16,-8-19 3 15,1 1 0-15,0 0-2 16,1 2-2-16,0 0-24 16,1 4-52-16</inkml:trace>
  <inkml:trace contextRef="#ctx0" brushRef="#br1" timeOffset="76340.66">10851 8642 1162 0,'0'0'414'0,"1"5"-388"16,1-1-86-16,5 4-69 16,0 0-26-16,3 1 44 15,1 2 21-15,3 6 54 16,4-4 29-16,-3 3 26 15,4 3 4-15,5 3 1 16,0 2 2-16,5 10-20 16,-1 0-3-16,-3 6-14 15,0 4-4-15,-7-2-1 16,-3 2-1-16,-7 1 12 16,-6-1 5-16,-7-1 1 15,-5 0 1-15,-7-1 0 16,-2 0 10-16,-2-5 14 15,-2-1 4-15,2-10 2 16,1-2-10-16,2-7-14 16,1-1-3-16,1-4-43 0,3 0-72 15</inkml:trace>
  <inkml:trace contextRef="#ctx0" brushRef="#br1" timeOffset="77255.84">6604 10120 422 0,'1'1'269'16,"0"-1"12"-16,-1 1-155 0,0-2-96 0,0 0-13 0,0 0-16 0,0 0 0 0,0 0 1 0,0 0 0 0,0 1 13 15,0-1 3-15,0 0-2 16,0 0-1-16,0 0-13 15,5 0-2-15,11 2 0 16,21 1 0-16,-21-5 0 16,2 1 0-16,1-4-8 15,1 0-13-15,2 0-39 16,0 3-25-16,-2 0-71 16,0 2-71-16</inkml:trace>
  <inkml:trace contextRef="#ctx0" brushRef="#br1" timeOffset="77573.03">6665 10307 969 0,'0'-2'330'15,"3"-2"-309"-15,2-1-21 0,6-3-4 16,-1-3 1 0,5-1 2-16,0-2 0 0,-1 3 1 15,2-1 1-15,-2 1 0 16,3 2 0-16,0-1-1 15,1 2 9-15,1-2-51 16,0 1-56-16</inkml:trace>
  <inkml:trace contextRef="#ctx0" brushRef="#br1" timeOffset="78577.61">7393 9949 394 0,'2'-4'191'0,"4"-1"-72"16,-3-2-31-16,0-1 5 0,-2 0-12 16,-1-2-5-16,-1 0-11 15,0-2-8-15,-3 0-11 16,0 2-8-16,1-1-15 15,-1 3-5-15,0-1-3 16,0 1 2-16,-2 3 4 16,1-2 2-16,0 2-1 15,-3 1-3-15,3 1 0 16,0 0 0-16,-1-1 2 16,-1-1 2-16,1 3-2 15,0 2-1-15,-2-1 0 16,3 1-1-16,-1 3-5 15,0-1-2-15,-2 4-7 16,-1 2-3-16,0 1-2 16,0 2-2-16,2 2 0 0,1 2-1 15,2 3 1 1,-3 2 1-16,3 2-1 0,0 0 1 16,1 1-1-16,1 0-1 15,-1-2 0-15,4-3-1 16,2-4 0-16,3-4-1 15,2-7 0-15,-1-2 0 16,3-5 2-16,1-3 0 0,7-6 1 16,0-2-1-1,6-6-13-15,-1 0-2 0,-2-2-2 16,1 1 1-16,-2 3 12 16,0 4 3-16,-4 5 2 15,-2 3 0-15,-2 4 0 16,-2 3-2-16,-1 3 0 15,3 3-1-15,1 4 2 16,-3 3 0-16,3 6 2 16,-4 2 0-16,0 6 1 15,0 3 0-15,-2 4 0 16,0 1 0-16,-6 0 1 16,0-1 0-16,-2-3 0 15,-1 2 0-15,0-3 0 16,-1 1 1-16,-4-2 0 15,-2 0 0-15,-2-3 1 16,-2 0-1-16,-3 0 2 16,2-4 0-16,-1-3 8 15,-1-6 6-15,2-1 16 16,-4-2 4-16,0-6-1 0,-1 1-3 16,-2-8-12-16,3-2-2 15,3-3-4-15,-2-5-1 16,4-2-6-16,-2-4-5 15,3-8-21-15,5-3-11 16,7-4-25-16,0 1-19 0,9 6-46 16,-2 2-62-1</inkml:trace>
  <inkml:trace contextRef="#ctx0" brushRef="#br1" timeOffset="79140.48">8040 9780 1010 0,'-1'0'374'0,"1"-1"-281"0,1 1-79 0,-1 0-23 0,0 0-6 0,0 0 1 0,0 0 3 0,0 0 5 0,0 0 8 0,0 0 31 16,0 0 11-16,0 8 13 16,-2 1 2-16,-14 26-20 15,7-22-11-15,0 6-13 16,5 4-5-16,-4 3-8 15,1 5 0-15,-2 3-1 16,-1 4 0-16,2 4 0 16,0 2-1-16,8 3-1 15,2-2-1-15,6 3-2 16,2 1-1-16,4 1-18 16,5 1-21-16,11-4-46 15,8-2-28-15,14-7-101 0</inkml:trace>
  <inkml:trace contextRef="#ctx0" brushRef="#br1" timeOffset="80190.28">11456 9525 652 0,'-1'-1'278'0,"-2"0"-143"0,2 1-99 0,0 0-49 0,0 0-4 0,0 0 3 0,0 0 4 0,0 0 13 16,0 0 7-16,1 0 26 16,-1 0 12-16,0 0 14 15,1 2 0-15,0 2-18 16,0 0-9-16,1 2-15 15,0 2-3-15,16 26-9 16,-6-20-3-16,5 4-4 16,1 3 0-16,5 3-1 15,-2 6 0-15,0 3 0 16,0-1 0-16,-2 4 0 16,0-3 1-16,-6 2-1 15,2 4-1-15,-2 2-2 16,-3 5 1-16,-2 3-2 15,-5 0 0-15,-8-1-24 16,-6-2-25-16,-7 3-163 16</inkml:trace>
  <inkml:trace contextRef="#ctx0" brushRef="#br1" timeOffset="90556.55">3958 6222 211 0,'0'-3'100'0,"-1"1"-42"0,1-1-28 0,0 2-28 0,0 1 0 0,0-1 1 16,0 0 2-16,-1 0 14 15,0 0 7-15,0 0 14 16,1 0 6-16,0 0 3 16,-1 1-1-16,0-1-11 15,0 0-5-15,1 0-15 16,-1 0-7-16,0 0-7 0,0 0-2 15,0 1-1-15,0 0-1 16,0 0 1-16,1 0 1 16,-1 0 0-16,-1 1 1 15,-2 7-1-15,-13 20 1 16,13-20 2-16,0 2-1 0,-1 1 1 16,4 0 0-1,1 3-1-15,-2-1 1 0,0 0 0 16,2 4-1-16,-2-2 0 15,3-2-1-15,1-1-1 16,-1-1 0-16,1 0 0 16,0 2-1-16,2-4 1 15,2 3-1-15,1-3 0 16,-1 0 1-16,0 1-1 16,2 0 1-16,-3-5 0 15,4 2-1-15,4 0 1 16,-4-5-1-16,5 3 0 15,-1-2 1-15,-3-3-1 16,5 2 0-16,-1-5 0 16,4 0 1-16,0-2 0 15,0-3 0-15,-1-2 1 16,0-2 0-16,-2-5 0 0,2 2 0 16,-2-1 1-16,1-1-1 15,-2 2 2-15,-4-7 1 16,3 0 1-16,-4-2 0 15,-1-2 0-15,0 4 0 16,-5-1 1-16,-3 1 3 16,-2 3 14-16,-4 0 2 15,-2 2 9-15,-1 3 2 0,-2 1-2 16,1 0 0-16,-1 3-8 16,0 1-5-16,1 2-10 15,-1 1-4-15,0 2-1 16,-2 0 0-16,0-1-1 15,-1 1-1-15,1 1-2 16,0 1-1-16,0 2 0 16,1 0-1-16,1 0 0 15,1 0 1-15,-3 0-1 16,0 0 0-16,-1-2-1 16,-2 3 0-16,4 2 0 15,2 0-1-15,0 2 1 16,1-1 0-16,-1 1 0 15,-2-1 0-15,-1 1 0 16,3 0 0-16,-1-1 0 16,1 1 0-16,2 2-1 15,2-1 0-15,0 3 0 16,1 1-1-16,3-1 0 0,-1 2 1 16,1-2-1-16,1 0 1 15,1 0-1-15,1 1 1 16,3 1-1-16,-2 1 1 15,3-1 1-15,2 3 0 16,-1-3-1-16,1 0 1 16,2-1 0-16,1 0 0 15,2-1 0-15,0-1 0 0,-1 1 0 16,4-3 0-16,-5 0 0 16,2-1 0-16,4-3 0 15,-9 0 0-15,9-2 0 16,-2-3 1-16,1-2-1 15,3-2 2-15,-2 0 0 16,2-2 0-16,-1-2 1 16,1 0 0-16,-3 0-1 15,-2 1-1-15,0 0 1 16,-1 3 0-16,-3-1-1 16,0 2 1-16,-4 1-1 15,-2 2 0-15,1 2-1 16,-1-1 0-16,-2 1 0 15,-1 1-19-15,0 0-80 16,0 0-65-16</inkml:trace>
  <inkml:trace contextRef="#ctx0" brushRef="#br1" timeOffset="91371.989">4380 6402 404 0,'-1'-1'192'0,"-4"-2"-76"0,3 3-55 0,1 0-45 0,0-1-8 0,0 0-6 0,0 0 0 0,0 0-1 15,0 0 1-15,1 0 9 16,-1 1 1-16,0-1 0 16,0 0-1-16,0 0-9 15,0 0 0-15,0 0-1 0,1 1 0 16,-1 0 1-16,0 0-2 16,-2 5 1-16,0 5-1 15,-21 24 0-15,23-22 0 16,-4 1 0-16,3 0 0 15,2 0 0-15,1-1 0 0,3-1 0 16,0-1 0-16,0-1 1 16,-3 0-1-16,4-2 1 15,1-2 0-15,-2-2 0 16,5 0 1-16,-2-3 4 16,-3 0 4-16,2-3 4 15,-1-2 2-15,4-2-2 16,1 0-4-16,2-2-4 15,1 0-1-15,-4-1 1 16,0-2 1-16,-2-1 16 16,-3 0 7-16,-1 0 9 15,-2 1 4-15,1 1-7 16,-2 1-3-16,-1 1-3 16,-1-1-3-16,-3 0-4 15,1 2-2-15,-1-1-1 16,-1 3-2-16,-3-1-4 0,3 1-3 15,-3 2-4 1,2 1-3-16,1 2-2 0,-3 1-3 16,2 2-2-16,1 2-1 15,-5 1-12-15,5 4-13 16,-1-1-47-16,-2-2-36 16,6 3-101-16</inkml:trace>
  <inkml:trace contextRef="#ctx0" brushRef="#br1" timeOffset="92120.9">4637 6181 526 0,'-1'-1'215'0,"0"-1"-138"0,1 0-37 0,0 1-32 0,0 0-7 0,0 1-1 0,-1-1 1 0,0 1 0 15,0 0 0-15,1 0 0 16,0 0 0-16,0 0 1 15,0 0 1-15,0 0-1 16,0 0 0-16,0 0-1 16,0 0-1-16,0 0 1 15,0 0-1-15,7 1 1 16,5-1 1-16,23 2-1 16,-21-4 0-16,-3-3 1 15,5 1-1-15,0 1 1 16,-6-3 0-16,3 3 0 0,-3-1 0 15,-4-1 0-15,3 2-1 16,-2-2 1-16,-2 2-1 16,2-1 0-16,-3 0-1 15,0 2-6-15,-1-2-20 0,0 2-72 16,0 0-97 0</inkml:trace>
  <inkml:trace contextRef="#ctx0" brushRef="#br1" timeOffset="92604.3">4586 6386 105 0,'4'0'70'0,"0"-3"16"0,2 2-4 0,0-1 3 0,-1-3 5 0,0 3-7 0,1-2-2 0,0 0-11 0,2-1-13 0,1-2-17 16,-2 3-4-16,1-1-13 15,0-1-5-15,4 3-9 16,-2-2-2-16,5-4-2 16,-2 3-1-16,1-3-1 15,3-1 0-15,0 4 1 16,2 0-1-16,-3-1 1 15,1 1-1-15,-2 0 0 16,-1 0-1-16,0 2 1 16,-4-2 0-16,-2 2-1 15,-2 1 0-15,-2-1-4 16,0 3-44-16</inkml:trace>
  <inkml:trace contextRef="#ctx0" brushRef="#br1" timeOffset="94654.51">5077 5906 267 0,'-1'-4'107'0,"1"-2"-67"0,-1-2-23 0,1 3-12 0,4 1-3 0,-2-1 0 0,-2 0-1 16,1 1 29-16,-1-1 8 16,2 0 7-16,-2 1 2 15,-2 1-24-15,1-2-4 16,-2 2 7-16,6 1 6 0,-3 1 14 16,0 0 4-16,0 1-1 15,0-1-5-15,-1 0-13 16,1 0-6-16,0 0-12 15,0 0-4-15,0 0-5 16,0 1 0-16,0 0 3 16,0 0 4-16,0 0 5 15,0 0 1-15,0 0-4 16,0 0-1-16,0 0-5 16,0 0-2-16,0 0-1 15,-1 0-1-15,0 3 0 16,1 6 0-16,0 29 2 15,2-18 1-15,-1 6 0 16,-1 2 1-16,0 4-1 16,0 0 0-16,-2 0 0 15,0 2-1-15,0-3-1 16,2-1 2-16,0-3 9 0,-1-2 2 16,1-1 0-16,0-1-1 15,-1-3-8-15,1 0-2 16,0-6-1-16,1-1-1 15,-1-5 0-15,0-2 0 16,1 2-1-16,-2-7 0 0,3 3 0 16,-1-3-1-16,-1-1 1 15,0 0 0-15,-1-1 1 16,1 0 0-16,0 0-2 16,0 0-1-16,0 0-14 15,0 1-20-15,0-1-57 16,0 0-40-16,0 0-128 15</inkml:trace>
  <inkml:trace contextRef="#ctx0" brushRef="#br1" timeOffset="96138.09">5300 5963 391 0,'0'-1'188'0,"-3"-4"-73"0,3 3-58 0,-1 1-51 0,0 1-9 0,0 0-5 0,0 0 2 0,1 0 4 0,-1 0 3 16,0 0 4-16,0 0 3 16,0 0 5-16,0 0 0 15,0 0-1-15,0 0-2 16,1 0-4-16,-1 0-1 16,0 0 4-16,0 0 1 15,0 0 1-15,0 0 0 16,0 0-3-16,1 0-1 0,-1 0-3 15,0 0 0-15,0 1-1 16,-1 3 2-16,0 4 4 16,-8 20 2-16,8-21 0 15,-1 3 0-15,0-6-4 16,-1 4-1-16,0-1-2 16,1-2 0-16,0 4-2 15,-1-1 0-15,0 0-1 16,1 3-1-16,0-1 1 15,1 0-1-15,-1 1 1 16,2-1 0-16,0-1 0 16,0-3-1-1,0-3 1-15,1 1-1 0,-1 9 0 16,1 0 1-16,0-1-1 16,1-4 0-16,3-1 0 15,-1 0 1-15,2-2-1 16,0 1 1-16,2-4 1 0,1 2 0 15,1-1 0-15,1 1 0 16,0-1 0-16,1-2 0 16,2-1 1-16,2-1 0 15,1-2-1-15,1-1 1 16,0 1-1-16,1-1 0 16,-2 0 0-16,1-1 0 0,-1-1 0 15,-2 0 1-15,1-2 0 16,-5 0 0-16,-1-3 0 15,3 2 0-15,-6 0-1 16,6 0 0 0,-3 0 1-16,-2 0-1 0,-1 0 3 15,-3 1 1-15,0 1 1 16,-1 0 2-16,0-3 4 16,-3 1 4-16,0 0 7 15,0 0 2-15,-3 2 1 16,1-3-3-16,-3 1-3 15,0-3-1-15,0 4-3 16,2 0-2-16,-2-1-2 16,1 3-1-16,-2 0 0 15,2 2 0-15,0 1-3 16,-2-2-1-16,-2 1 0 16,-1-1-1-16,3 2 0 0,0 2 0 15,2 0-1 1,-4 0-2-16,-3 0 1 0,1 0-1 15,-6 1 0-15,4 0 0 16,0 0 0-16,-1 2 3 16,0 2 1-1,1-1 1-15,-2 3-2 0,1-2 0 16,2 1-2-16,1-1 0 16,0 3 3-16,1-1 0 0,1-1 2 15,1-1 2-15,1-2 2 16,1-2-1-16,-1 0-1 15,2 2-3-15,-1 1-2 16,1 0-2-16,3 2-2 16,-1-2-1-16,1-1 0 15,2 0-1-15,-1-2-1 16,0 0-2-16,0 0-1 16,1 0 1-16,0 0-55 15,0 0-74-15</inkml:trace>
  <inkml:trace contextRef="#ctx0" brushRef="#br1" timeOffset="98203.959">3504 8007 312 0,'-5'-3'216'0,"1"0"-14"0,-2 0-57 0,-2-1-28 15,2 0-53-15,-1 1-21 0,3-1-26 16,-1 3-7-16,2-1-6 15,1 1-1-15,1 0-3 16,1 0 1-16,-1 1-2 0,0 0 0 16,0 0-1-16,0 0 1 15,0 0 0-15,-1 5 1 16,-3 4 1-16,-20 21 0 16,22-18 0-16,0-2-1 15,1 3 0-15,1-2 0 0,1 2-1 16,0 1 0-16,1 0 1 15,2 0-1-15,1 0 1 16,1-1 0-16,0 2-1 16,1 0 1-16,0-4-1 15,1 3 1-15,2-3-1 16,-1-1 0-16,2-4 1 16,-1 1-1-16,2-6 0 15,-2 2-1-15,2-3 0 16,1-2 1-16,-3-6-1 15,2 1 1-15,1-4 0 16,1-4-1-16,2-3-3 16,-1-2-1-16,2-2 1 15,-4-1 1-15,-4-2 3 16,4 0 1-16,-6 0 0 16,1-1 0-16,1 2 1 15,-4-3 0-15,1 2 1 16,-4 3 0-16,-1-4 0 0,-2 4 0 15,-2-3 0-15,-2 0 1 16,-2 1 0-16,0 0 0 16,-1 5 4-1,-1 2 9-15,-1 2 12 0,-3 0 1 16,-2 5 1-16,0-1-9 0,-3 5-12 16,-1 1-2-16,0 3-3 15,2 1-2-15,1 1-2 16,1 2 0-16,3 1-1 15,0 1-1-15,2 3 1 16,1 1 0-16,2-1-1 16,-1 3 0-16,3 0 0 15,1 2-1-15,2 1 0 16,0 1 0-16,3 4 1 16,0-1 0-16,0 1 1 15,3 0 0-15,-1-3 0 16,1 0 0-16,1-2 1 15,0-3-1-15,1-1 1 16,1 1-1-16,2-1 1 16,-1-2-1-16,2 0 0 15,-1-2 1-15,-1-2 0 16,1 0 0-16,1-3 0 16,-1 1 0-16,3-1-1 0,-1-1 1 15,1-3 0-15,1 0 0 16,0-1 0-16,-1-5-1 15,0 6-1-15,0-3-6 16,2 1-23-16,-3 1-18 16,-1 0-58-16,-1 4-35 15</inkml:trace>
  <inkml:trace contextRef="#ctx0" brushRef="#br1" timeOffset="98870.37">3770 7947 453 0,'-2'-3'174'0,"1"-6"-123"0,1 2-38 0,3 1-14 0,0 0-4 0,3 4-2 0,-3-2 1 0,0 1 0 16,0 2 3-16,-1 1 5 16,-2 0 4-16,0 0 6 15,0 0 2-15,0 0 4 16,0 5-2-16,1 7 3 15,0 22 2-15,0-17 0 16,-1 1 0-16,0 1-6 16,-1 1-4-16,1 1-6 15,0 0-1-15,-1 3 0 16,1-1 0-16,-2-3 11 16,1-1 7-16,0-4 11 15,-1 2 4-15,1-4-6 16,-1-2-6-16,-1-2-6 15,3-6-2-15,-1-2 1 16,-1-1 2-16,2-1-1 16,-1 0-4-16,1 1-9 0,0 0-7 15,0-1-41-15,0 1-35 16,0-1-99-16,0 0-102 16</inkml:trace>
  <inkml:trace contextRef="#ctx0" brushRef="#br1" timeOffset="99387.89">3917 8065 191 0,'0'-1'87'15,"-3"-1"-37"-15,1 1-17 0,1 0-5 0,0 0 13 0,1 1 48 0,0-1 16 0,0 0 20 16,0 0-7-16,0 0-42 16,0 0-20-16,0 0-34 15,0 0-12-15,0 1-9 0,0-1-1 16,0 0-2-16,0 0-1 16,0 0 2-16,0 0 1 15,6-2 0-15,0-1 0 16,27-12 0-16,-22 12 2 15,1-4-1-15,2 2 0 16,-1-3 0-16,-2 1 1 0,1 1-1 16,-2-1 0-16,-1 1 0 15,-1 2 0-15,-2 1 0 16,2 1-1-16,-2 0 0 16,-1 1-2-16,0 2-46 15,-2 2-56-15</inkml:trace>
  <inkml:trace contextRef="#ctx0" brushRef="#br1" timeOffset="99778.08">3961 8228 567 0,'0'0'190'0,"4"0"-187"15,1-1-5-15,5 1 0 0,0-1 2 0,-2-1 1 0,-1-2 1 0,0-1 29 0,-2-1 24 0,2 0 38 16,-3-3 10-16,3-2-19 16,0 0-22-16,0-4-38 15,3 2-10-15,2 0-10 16,-1-1-3-16,1 3 0 16,1 1-1-16,-3 2 0 15,2 2-2-15,-3 0-29 16,0 2-33-16,-5 1-108 15</inkml:trace>
  <inkml:trace contextRef="#ctx0" brushRef="#br1" timeOffset="100670.07">4362 8021 169 0,'-1'2'60'0,"-1"2"-42"0,2 1 16 0,-2-1 29 0,-2 0 26 0,1-2 41 0,-6-1 5 0,2-1 5 16,6 1-13-16,-8-1-46 15,6 0-22-15,2 2-37 16,-5 0-10-16,2-2-9 16,3 1 0-16,0-1-1 15,0 0 0-15,1 0-1 16,0 0-1-16,0 0 0 16,0 0 0-16,0 0 0 15,0 0 2-15,0-1 3 16,0 0 5-16,0 0 3 15,0 1 1-15,5-3-1 16,5-3-2-16,22-15-3 16,-24 13-2-16,3 0-2 15,-1-1-2-15,0 2-1 0,-1 0 1 16,-2-1-1-16,0 2 0 16,1 0-1-16,1 1 0 15,-3 1-2-15,1 2-11 16,-4 0-41-16,1 0-40 15,-1 2-132-15</inkml:trace>
  <inkml:trace contextRef="#ctx0" brushRef="#br1" timeOffset="101638.32">4494 7829 600 0,'-3'0'276'0,"-1"0"-92"0,0 0-150 0,2-2-14 0,2 0-18 0,0 1-1 0,0 0-1 0,0 1 2 16,-1-1 2-16,0 0 14 15,0 0 11-15,0 0 4 16,0 0 6-16,1-1-15 0,0-2-11 16,0 1-6-16,0-1-7 15,0 3-1-15,3-1-1 16,8 0-1-16,22-21 2 16,-20 21 1-16,-2 2 0 15,0 0 1-15,0 3-1 16,-3-1 0-16,0 1 0 15,-3 1 0-15,2 0 0 16,-2 1 0-16,0 1 1 16,-1 1-1-16,-1 0 0 15,0 0 1-15,-1 1-1 16,0 1 0-16,-2 0 0 16,0 1 0-16,-1 1 1 15,-1 0-1-15,0-1 1 16,-1 1 0-16,-1-3 0 15,-1 0 0-15,1 2 0 16,0-2 0-16,3 0 0 16,-2-2 0-16,2-4 0 0,0 3 0 15,-1-3 0-15,1-2-1 16,1 0 0-16,-1 0 0 16,1 0 0-16,0 0 0 15,0 0 0-15,0 3 0 16,0 0 0-16,0-1 1 15,1 0 0-15,-1-1-1 0,2 2 1 16,-1-1 0-16,-1-2 1 16,5 3-1-16,2 1 1 15,23 9-1-15,-20-13 1 16,1-2-1-16,2-2 2 16,0 1-1-16,0-1 0 15,2-2 0-15,-3-2 0 16,0-1 0-16,-2-1-2 15,3 3 0-15,-1-1 0 16,1 2-12-16,-2-1-45 16,-4 1-47-16,-1 1-166 15</inkml:trace>
  <inkml:trace contextRef="#ctx0" brushRef="#br1" timeOffset="102536.68">4846 7761 618 0,'0'0'232'0,"0"-1"-168"0,-1 0-102 0,1 1-16 0,-1 0-10 0,1 0 17 0,-1 0 66 0,0 0 41 0,0 0 64 16,0 0 14-16,0 0-29 16,1 0-28-16,-1 0-52 15,0 0-16-15,0 0-11 16,0 0-2-16,0 0-1 15,0 0-1-15,-1 5 0 16,-1 1 1-16,-4 22 0 16,8-21 0-16,2 2 1 15,-1 3 0-15,2-2 0 16,-1 2 0-16,1-5 0 16,-2-1 0-16,0-1 1 15,1 2-1-15,-1-1 1 16,0-4 0-16,2 3 0 0,1-4-1 15,-3 5 0-15,3 0 1 16,-2-5-1-16,0 2 1 16,3-2-1-16,-2-1 1 15,3 0 0-15,0 0 0 16,-1-4-1-16,2 3 1 0,-1-5 0 16,3 1 1-1,-1 0-1-15,1-1 1 0,0-1-1 16,-1-1 0-16,0 0 1 15,-1-2-1-15,0 0 1 16,-1-2 1-16,-2 0 1 16,-1 1 0-16,-2-1 1 15,3 2 0-15,-4-1-1 16,1 1-1-16,-2 1-1 16,-1 1 1-16,-1 0 0 15,2-1 0-15,-3 1 3 16,0 1 3-16,0 0 7 15,-2-1 1-15,0 2 0 16,-1-1-2-16,0-1-6 16,1 0-1-16,-2 1 3 15,2-2 0-15,-1 2 0 16,-2 3-1-16,1-1-5 16,-1 3-1-16,1 0-1 0,-2-1 0 15,1 3 1-15,-1-2-2 16,2 2 0-16,1 2 0 15,-3-1-2-15,2 3 0 16,0-1-1-16,-1 0 1 16,2 1 0-16,-1 1 1 15,-1 1 1-15,-1 1-1 16,2 0-1-16,0 1 0 0,0 0-1 16,1 1-1-16,0 1 0 15,0 2-2-15,0 5-54 16,-2 5-81-16</inkml:trace>
  <inkml:trace contextRef="#ctx0" brushRef="#br1" timeOffset="107777.65">13480 7708 105 0,'-1'1'48'0,"1"2"-50"0</inkml:trace>
  <inkml:trace contextRef="#ctx0" brushRef="#br1" timeOffset="108885.739">13474 7718 291 0,'-2'-2'136'0,"1"0"-62"15,1-1-29-15,0 2-35 16,0 0-7 0,0 0-3-16,0 1 0 0,0-1 0 15,0 0 0-15,0 0 0 16,0 0 0-16,0 0 0 15,0 0 0-15,0 0 0 16,0 1 0-16,0-1 11 16,0 0 11-16,0 0 25 15,0 0 8-15,0 0 1 16,0 0-5-16,0 1-9 16,0-1 0-16,0 0 3 15,0 0-1-15,0 0-5 0,0 0-3 16,0 0-6-16,0 0-4 15,0 1-11-15,0-1-6 16,-1 1-5-16,1 0 0 16,-1 0 8-16,0 0 3 15,0 0 3-15,0 0-2 16,0 0-8-16,-5 2-3 0,-2 2-2 16,-25 11-2-1,22-9 1-15,0 0-1 0,2 1 2 16,-2 2 1-16,-1 1 0 15,1-2 0-15,-4 6-3 16,2 0 1-16,-2 2-1 16,0 2 0-16,-1 0-1 15,0 2 1-15,0-1-1 16,1-3 0-16,0 2 1 16,0 0-1-16,2 1 0 15,-1 3 1-15,-1 0 0 16,3-2 1-16,0 1 4 15,1 0 3-15,2 1 3 16,-3 3 2-16,1 1-3 16,1 1-3-16,1 3-3 15,1 1-1-15,-3-4-1 16,-2-1-1-16,3-1 0 16,-2 0 0-16,2 0-1 15,-1 1 0-15,0 2 2 16,1 0 2-16,0 2 5 0,-1 0 4 15,0-1 3-15,1 4 2 16,0 3-4-16,-2-3-2 16,-2 1-5-16,2-2-2 15,-1-2-3-15,3 3-1 16,1-1 0-16,-1-2 0 0,1-1 0 16,0 1 0-16,-1 1 0 15,0 2 0-15,-1 2-1 16,-2-2 1-16,-3-2-1 15,3-1 1-15,-2-3-1 16,0 0 0-16,5 0 0 16,-4-1 0-16,1-2 0 15,-1 2 0-15,-2-3 1 16,0 1-1-16,-2 0 0 16,1-2 0-16,-1 1-1 15,2 1 0-15,-1-2 1 16,0-1-1-16,1 1 0 15,-2-3 1-15,1-2 0 16,-3-1 0-16,2-2 0 16,0-1 0-16,2 2 0 15,1 0-1-15,-2-1 1 16,2-2 0-16,-1-1-1 0,1 0 0 16,-1 0 1-16,0-2 1 15,0-1 0-15,0 1 1 16,-2-5-1-16,0 1 0 15,2-2-1-15,1-2 0 16,2 4 1-16,2-3-1 16,-1 1 0-16,1 0 1 15,2-3-2-15,0 2 0 0,4-1 0 16,1-1-7-16,3 1-30 16,-1 0-24-16,1-1-95 15,0 0-85-15</inkml:trace>
  <inkml:trace contextRef="#ctx0" brushRef="#br1" timeOffset="109620.7">12162 9473 774 0,'-2'0'240'0,"0"-1"-308"0,0 0-25 0,2 1 5 0,0 0 14 0,0 0 108 0,-1 0 50 0,0-1 63 0,1 0 17 0,-1 0-37 16,0 0-29-16,0 0-58 16,0 0-17-1,0 0-21-15,0 1-3 16,0 0-3-16,1 0 1 0,-1 0 0 16,-1 2 2-16,-1 13 1 15,-24 23-1-15,19-21 1 16,1 4 0-16,-1 1 1 15,-1 1 0-15,-1 2 0 16,1-1 1-16,-2 1 0 16,2-1 1-16,-3-8 4 15,2-1 2-15,5-2 1 16,2-3-1-16,3 0-3 16,-2-3-1-16,0-4 1 15,0 0 0-15,1-3-1 16,0 0-1-16,0 0-1 15,0 0-2-15,1 0-1 16,0 0 0-16,0 0 1 16,0 0-1-16,0 0 0 0,4 0-1 15,2 7 0-15,28 23 0 16,-19-20 1 0,0 3-1-16,2 1 1 0,0-2 0 15,0-2 1-15,-1 2-1 16,0-4 1-16,-2 1 1 0,-1 0-1 15,0-3 1-15,-2 1-1 16,-2-1 1-16,-3 0-1 16,-1-1 0-16,-3 2 0 15,0-2 0-15,-1 2-4 16,-1 0-18-16,-6-1-138 16</inkml:trace>
  <inkml:trace contextRef="#ctx0" brushRef="#br1" timeOffset="112535.66">8474 9892 362 0,'0'-3'154'0,"1"-1"-83"0,-1-1-41 0,2 0-26 0,2 4-2 0,-4-2 16 16,0 0 28-16,0 3 52 15,0-1 21-15,0 1 13 16,0 0-16-16,-1 0-37 16,0 0-11-16,1 0-19 15,0 0-7-15,0 0-12 16,-1 0-8-16,0 0-14 16,0 0-2-16,0 0-5 15,0 1-1-15,1 8 0 16,-4 25 0-16,3-21-1 0,1 4 0 15,0 1 1-15,-1 0 0 16,1 2 0-16,-4 0 0 16,3 0 0-16,-1 1-1 15,2-1 0-15,-2-2 0 16,2 2-3-16,1-3-6 16,0-2-13-16,2 1-10 15,1-2-27-15,-1 0-14 0,1-1-44 16,1 0-24-16,1 1-81 15</inkml:trace>
  <inkml:trace contextRef="#ctx0" brushRef="#br1" timeOffset="113335.51">8691 10042 486 0,'0'-2'234'0,"-2"-2"-27"0,2 3-207 0,-1 0-19 0,1 0-14 0,0 1 0 0,0 0 15 0,0 0 23 16,0 0 54-16,0 0 17 0,-1 0 12 15,0 0-15-15,0 0-38 16,1 1-18-16,-2 8-15 16,-1 24-2-16,2-21 0 15,1 2-1-15,4 0 0 16,-3 1 0-16,2 1 0 15,1-3 0-15,-2 0-1 16,3-1-1-16,2-2 1 16,-1 3-1-16,0-1 2 15,0-1 0-15,-1-3 1 16,-1-3 1-16,-1-4 0 16,1-1 2-16,1-1 0 15,2-4 1-15,3 1 0 16,-1-4-1-16,2-1-1 15,-2-1-1-15,1-1 0 16,-1-2 1-16,-4 1 2 16,0 1 4-16,-1 2 9 15,0 1 5-15,-1-1 14 0,-2-1 3 16,-2-4 1-16,-1 4-1 16,1 1-8-16,-1 0-5 15,-1-1-5-15,-1-2-1 16,-1-1-1-16,0 1-1 15,-1 0-1-15,0 2 1 16,-1 3 2-16,0-2 2 16,2 2-2-16,1-1-4 0,0 4-5 15,-2 0-3-15,-2 2-4 16,0 1-3-16,-1 2-1 16,3-1 0-16,-1 2-1 15,3 2 0-15,-1-1 0 16,-2 2-1-16,3-3-5 15,-3 2-5-15,2-1-21 16,3 2-17-16,0-2-49 16,2 1-32-16,3 2-140 15</inkml:trace>
  <inkml:trace contextRef="#ctx0" brushRef="#br1" timeOffset="114352.8">9125 10044 223 0,'0'2'76'0,"-2"2"-71"0,1-1-3 0,0-3-1 0,0 0 26 0,0 0 67 15,1 0 32-15,-1 0 36 16,1 0-15-16,0 0-60 16,0 0-28-16,0 0-34 15,0 0-8-15,0 0-8 0,0 0-3 16,0 0-3-16,0 0 0 15,0 0 2-15,1 1 0 16,10 3 0-16,23 7-1 16,-20-10-1-16,-1-3 0 15,3 1-1-15,-1-1 0 16,1 0 4-16,0 1 4 16,-3-2 16-16,0 1 5 15,1-2 1-15,-2 3-3 0,0-2-15 16,0 0-6-16,0 2-4 15,-3-3-2-15,3 2-2 16,-2 2 0-16,-2 0-1 16,2 0-1-16,-5 0-17 15,-1 1-21-15,-1-1-83 16,-3-1-77-16</inkml:trace>
  <inkml:trace contextRef="#ctx0" brushRef="#br1" timeOffset="115073.83">9234 9959 453 0,'0'0'216'0,"0"0"-58"0,1 0-128 0,-1-1-14 0,0 0-9 0,0 0 2 0,0 1 27 16,0-1 17-16,0 0 22 15,0 0 4-15,0 0-24 16,0 0-17-16,0 0-26 16,0 1-7-16,0-1-6 15,0 1 0-15,0 0 1 16,0 0 1-16,0 0 0 15,0 0 1-15,0 0-1 16,1 4 1-16,0 3 2 16,0 1-1-16,5 24 3 15,-6-20 2-15,1-1 6 16,0 1 3-16,0 2 0 16,2 2-3-16,0 5-5 15,-1 1-2-15,1-1-2 0,-2 1-2 16,-1-4-1-16,-2-2 1 15,-1-2 0-15,3-2 0 16,0-5 1-16,0 2-1 16,0-4 1-16,0-1-1 15,1-3 0-15,-1 1 1 16,0-2 2-16,0 0 0 0,0-1 3 16,0 0-1-16,0 1-1 15,0 0-1-15,0 0-3 16,0 0 0-16,0 0-2 15,0 0-1-15,0-1-1 16,1 1-4-16,3-1-44 16,0 0-50-16</inkml:trace>
  <inkml:trace contextRef="#ctx0" brushRef="#br1" timeOffset="116586.63">9694 9970 673 0,'-2'1'245'0,"0"-1"-192"0,0 1-51 0,1-1-13 0,0 0-2 0,0 0 5 0,1 0 19 0,0-1 58 16,-1 0 18-16,0 0 27 16,1 1-8-16,0 0-43 15,0-1-19-15,0 0-29 16,0 0-10-16,0 0-7 16,1 0-1-16,13 0-1 15,21 0 2-15,-19 0-2 16,1 1 0-16,-5-2-12 15,5 1-8-15,-3 0-14 16,-3 0-7-16,4 1-21 16,-4 1-19-16,-2-1-96 15</inkml:trace>
  <inkml:trace contextRef="#ctx0" brushRef="#br1" timeOffset="117751.33">9893 9805 612 0,'0'0'263'0,"4"1"-124"0,-1-3-98 0,-3 2-42 0,0 0 1 0,1 0 0 16,7 1 2-16,-2 0 19 15,20 5 15-15,-23-6 25 16,1 0 9-16,-1-1-7 15,2 0-13-15,-1 0-24 16,0 1-9-16,0 2-12 16,-2-3-3-16,-2 1-1 15,0 0-1-15,0 0 0 16,0 0 0-16,0 0 0 16,0 1 0-16,4 6 1 15,-2 0 0-15,10 22 1 0,-12-21 0 16,1 0 1-16,-1-1 0 15,0 0 1-15,0-1 2 16,0 2 2-16,0-2 2 16,0 1 0-16,-1-2 0 15,1 1-1-15,-1 3-1 0,-1-1-2 16,1 3 0-16,-1 1-3 16,0-3-1-16,-1 2-1 15,1 0-1-15,0-1 1 16,0 1-1-16,0-1 0 15,2-1-1-15,0-1-2 16,0-1 1-16,3-3-1 16,-1 0-1-16,2-4 1 15,1-2 0-15,2-3 1 16,3-1 0-16,1-4 0 16,1-1-1-16,3-2 1 15,-2-1-1-15,0-1 3 16,1 1 0-16,-5 1 0 15,3 3 1-15,-4 4 0 16,-1 0 0-16,-1 2 2 16,-3 1-1-16,-1 2 1 0,-2 0 0 15,0 0 1-15,-1 0-1 16,0 0 0-16,1 1-1 16,0 0-2-16,-1 0-1 15,1 0-1-15,-1 0 0 16,0 0 1-16,0 0-1 15,0 0 1-15,0 4-1 16,0 1 1-16,1 1-1 16,3 23-1-16,-3-23 0 0,1 0-1 15,1 1 1-15,0-1 1 16,3-1 0-16,-1-2-1 16,4-1 1-16,1-2-1 15,-1-2 1-15,1-2 2 16,-3-2 0-16,-1-1 0 15,3 0 1-15,-3-2 3 16,-3 1 1-16,1 0 3 16,-2 0 4-16,0 0 3 15,0-1 2-15,-1 1 1 16,0-1-1-16,-2 3-3 16,-1-2 1-16,2 1 6 15,0-1 5-15,-6 0 10 16,0 0 1-16,-1 2-10 15,-1 0-5-15,3-1-14 16,-1 3-4-16,-3-2-5 0,0 3-2 16,-2 0-4-16,-2-1-3 15,3 3-7-15,3 1-7 16,2 4-24-16,0 2-15 16,0 3-47-16,3 1-38 15</inkml:trace>
  <inkml:trace contextRef="#ctx0" brushRef="#br1" timeOffset="118202.02">10357 9898 549 0,'0'-1'214'0,"-2"0"-99"0,2 0-221 0,-1 0-15 0,0 0 27 0,0 0 55 0,1 1 147 15,0-1 48-15,0 0 38 0,0 1-25 16,0-1-83-16,0 0-35 16,0 0-44-16,0 0-7 15,0 1 0-15,11-1-2 16,24-2 1-16,-19 3 1 16,3 1-1-16,3 0 0 15,-3 1-1-15,1 2-1 16,-2 0-4-16,-4 1-3 0,2 1-4 15,-5-3-8 1,-1 0-30-16,0 3-29 0,-1 0-56 16,-2-1-33-16</inkml:trace>
  <inkml:trace contextRef="#ctx0" brushRef="#br1" timeOffset="118605.83">10534 9822 436 0,'-2'-4'243'0,"-4"-5"-59"15,-1 0-64-15,5 2-82 0,-1-1-21 16,5 4-15-16,-2 1 0 15,0 2 15-15,0 1 15 16,-1 0 32-16,0 0 12 16,0-1 1-16,0 0-12 15,1 0-31-15,-1 1-14 16,0 0-14-16,0 0-4 16,0 0-2-16,-3 4 0 0,-3 8 0 15,-12 22 0-15,12-20 0 16,2 1 1-1,-1 0-1-15,0 0 0 0,1 2 0 16,-1 0-2-16,-1-1-16 16,2 1-16-16,0 1-43 15,1 1-30-15,2 0-87 16</inkml:trace>
  <inkml:trace contextRef="#ctx0" brushRef="#br1" timeOffset="119367.45">10773 9811 721 0,'-4'-3'246'0,"-2"-1"-234"0,1 3-15 0,-1-3-7 0,0 2 1 0,0 2 28 0,1 1 26 0,-1 0 30 16,-1 1 4-16,0 0-21 15,1-1-21-15,-1 4-27 16,2-2-5-16,-1 1-5 16,-1 1 0-16,4 2-3 15,0 0 0-15,1 4-2 16,2-1 0-16,0 1 0 16,1 1 0-16,1-2 1 15,3 2 1-15,-1-2 2 16,1 2 0-16,3-1 0 15,-2-2 0-15,2-2 0 16,0-1-1-16,0-2 2 16,1-1 0-16,1 0 0 15,1-2 2-15,1 0 0 16,1-2 0-16,-1-4 1 0,2 1 0 16,-1-3 0-16,-2 0 1 15,-1 0-1 1,1-3 0-16,-4 1 3 0,5-2 8 15,-5-1 10-15,-2 2 3 16,-2-2-2-16,1 0-7 16,-2 2 5-16,-1-3 4 0,3 5 8 15,-3 0 3-15,-1 2-2 16,0-1-2-16,-3-1 6 16,2-1 2-16,1 2-7 15,-1 0-4-15,-2 2-10 16,-4 1-5-16,-1-1 0 15,0-1 2-15,1 1 0 16,0-2 0-16,0-1-3 16,-3 0-2-16,-1 1-8 15,0 2-8-15,-4 0-34 16,-2 4-26-16,-5 4-95 16</inkml:trace>
  <inkml:trace contextRef="#ctx0" brushRef="#br1" timeOffset="121087.36">6793 10881 522 0,'-2'0'226'0,"-1"-1"-118"0,2 1-29 0,0 0-35 0,1-1-13 0,0 1-17 0,-1 0-7 16,0 0 6-16,0 0 7 0,0 0 15 15,0-1 3-15,1 0-9 16,0 0-10-16,0 1-18 16,0 0-3-1,0 0-1-15,0 0 1 0,15 0 2 16,24-2 0-16,-20-8 0 15,3 3 0-15,2-6 0 16,-1 2 0-16,1 0 0 16,2-1-4-16,-1 0-54 15,2-3-62-15</inkml:trace>
  <inkml:trace contextRef="#ctx0" brushRef="#br1" timeOffset="121433.93">6948 11068 784 0,'2'0'265'15,"-1"-1"-252"-15,5-1-14 0,3-2 0 16,-2-1 1-16,1 1 2 16,-1 0 0-16,-1-2 1 15,1 3 1-15,1 0 1 16,0-3 0-16,2 1-2 15,2-1-2-15,5-1-9 16,3-1-52-16</inkml:trace>
  <inkml:trace contextRef="#ctx0" brushRef="#br1" timeOffset="122349.88">7720 10774 1052 0,'-3'-4'360'0,"1"-5"-339"0,1-3-27 0,1 0-28 0,1-2-7 0,-2 0 5 0,-4 1 6 0,-3 1 36 16,-3 0 19-16,-1 1 17 15,1-1 7-15,-2 1 0 16,-1 0-6-16,0 0-13 16,0 2-7-16,1 3-9 15,1 0-5-15,2 0-3 16,1 6-2-16,0-1-3 15,2 0-1-15,1 3-2 16,1 2-2-16,0 1 0 16,0 4-1-16,3 6 1 0,-5 0 0 15,4 3 0-15,0 1 1 16,0 1 1 0,3 4 0-16,3 0-1 0,1-1-1 15,3-2-2-15,-1-4 0 16,2-5-3-16,-1-5-5 0,3-4-9 15,1-3-2-15,2-8 2 16,4-1 3-16,-4-5 7 16,3 0 2-16,-1 2-2 15,-2 2-4-15,2 5-3 16,-1 1 0-16,1 6 3 16,-1 2 6-16,0 8 6 15,1 4 1-15,0 7 1 16,-2 2 1-16,2 4 1 15,-4-3 1-15,0 2 0 16,-3-2 0-16,-1 0 0 16,-2 0 0-16,-4-1 0 15,-1-2 0-15,-3-4 2 16,-2-3 1-16,-5-4 11 16,-2 0 2-16,-1-1 1 15,-2-2 9-15,-1-3 9 16,1-3 3-16,-2-3 4 15,2-2-9-15,2-3-19 16,-1 0-7-16,2-4-8 0,-1-3-8 16,3-2-23-16,1-1-14 15,3-7-51-15,0 0-52 16</inkml:trace>
  <inkml:trace contextRef="#ctx0" brushRef="#br1" timeOffset="122817.33">8135 10639 714 0,'1'-3'280'0,"2"-4"-151"0,1 1-128 0,0-1-1 0,-2 2 2 0,1 1 2 15,-2 1 31-15,-1-1 28 0,0 2 24 0,-1 1 5 16,0 0-31-16,0 1-28 15,0 0-26-15,0 0-7 16,-1 6-2-16,-3 13-1 16,-2 31 0-16,4-23 1 15,1 6 1-15,2 1-1 16,-1 4-3-16,0 3-2 16,3-4-9-16,0 0-11 0,6-4-15 15,3 0-7-15,4-1-14 16,3-3 4-16,1-8 3 15,3-2 0-15,5-8-53 16,0-1-89-16</inkml:trace>
  <inkml:trace contextRef="#ctx0" brushRef="#br1" timeOffset="123650.34">8654 10588 911 0,'-1'-4'370'0,"-5"-3"-220"0,3 5-103 0,1-2-49 0,0 2-6 0,2 1-3 0,0 0 2 0,-1 0 9 16,0 0 11-16,0 0 15 15,0 0 3-15,0 1-7 16,0 0-6-16,1 0-13 16,-3 1-3-16,-2 15-3 15,-20 23 1-15,22-19 0 16,1 3-2-16,2 1-17 16,0 0-17-16,1 2-47 15,1 0-38-15,1 3-96 16,2 0-83-16</inkml:trace>
  <inkml:trace contextRef="#ctx0" brushRef="#br1" timeOffset="124399.68">8849 10684 793 0,'0'0'293'0,"-4"-2"-223"15,4 1-58-15,0 0-27 16,-1 0-6-16,0 0 1 16,0 1 3-16,0 0 30 15,0 0 18-15,0 0 23 16,0 0 4-16,1 0-16 16,-1 0-13-16,0 0-23 15,0 0-4-15,-2 4-3 16,-4 5-2-16,-11 24 0 15,17-19 0-15,1 0 0 16,0 2 0-16,0 0 0 16,3-1 0-16,1 1 1 0,0-1-1 15,1-2 0-15,1 0-3 16,2-4-4-16,1 0-1 16,0-4 0-16,1-2 2 15,0-6 6-15,1-1 3 16,0-6 1-16,2 1 2 15,2-2-1-15,-1 0-1 0,-1-2 1 16,-3-2 1-16,-3 0 8 16,1-2 5-16,-4 2 13 15,0 1 5-15,-3-2-1 16,-1 0-5-16,0 2-7 16,0 1-1-16,-4 3 4 15,1-1 6-15,-2 2 12 16,-1 0 3-16,-2 1-1 15,-2 2-5-15,-2 0-17 16,-1 0-8-16,-1 5-10 16,0-1-2-16,1 2-2 15,-1 0-3-15,0 1-2 16,1 0-3-16,3 3-18 16,1 2-13-16,4 1-36 15,-1 1-23-15,4 3-98 16,-1-2-131-16</inkml:trace>
  <inkml:trace contextRef="#ctx0" brushRef="#br1" timeOffset="124903.59">9095 10488 807 0,'-1'1'392'0,"1"-1"-103"0,0 0-239 0,0 0-102 0,0 0-20 0,0 0-10 0,0 0 21 0,3 1 32 16,3 2 21-16,0-2 17 15,24 29 2-15,-19-20 0 16,0 1-1-16,1 0-7 16,3-2-2-16,2 7-1 15,1-1 0-15,1 4-1 16,-1 5-1-16,-5 2-1 16,-1 3 0-16,-5 4-1 15,-3 2 1-15,-4 2 0 16,-1 2 1-16,-4-3 1 0,-4-2 1 15,0-4 2-15,-3-2 4 16,-1-6 19-16,1-1 5 16,1-6 5-16,0-1-3 15,0-5-17-15,2-1-6 16,0-4-4-16,2-1-1 0,1 1-4 16,0-4-2-16,2 0-24 15,-1 0-24-15,2 0-175 16</inkml:trace>
  <inkml:trace contextRef="#ctx0" brushRef="#br1" timeOffset="153662.96">15463 7546 271 0,'0'-2'132'0,"0"0"-40"0,0 1-57 0,0 1-29 0,0 0-4 0,0 0 24 16,0 0 20-16,-1-1 33 15,0 0 13-15,1 0-11 16,-1 0-16-16,0 0-32 16,1 0-13-16,0 1-15 15,0-1-4-15,0 0-2 16,0 1-1-16,0-1 1 0,0 1 0 15,0 0 1-15,2 0 1 16,6 1-1-16,23 0 1 16,-18-1-1-16,0 1 0 15,1-1 0-15,3 2 0 16,-4-1 0-16,0-2 0 16,1 2 0-16,-2 0 0 0,-5-2-3 15,0 1-10-15,-3-2-42 16,-2-1-35-16,0 3-96 15</inkml:trace>
  <inkml:trace contextRef="#ctx0" brushRef="#br1" timeOffset="154080.17">15524 7446 563 0,'1'-1'186'0,"0"0"-201"0,0 1-15 0,-1 0-1 0,0 0 3 0,0 0 31 0,0 0 25 15,0 0 28-15,0 0 9 16,0 0-1-16,0 0-13 16,0 0-17-16,0 0-6 15,0 0-7-15,1 2-3 0,4 6-4 16,9 21-2-16,-8-15-4 16,-3-3-2-16,2 3-3 15,-1 2-1-15,0-2-1 16,1 3 0-16,-1 0 0 15,2-1-1-15,-1 1 0 16,0 1-2-16,1 1-60 16,-2 1-56-16</inkml:trace>
  <inkml:trace contextRef="#ctx0" brushRef="#br1" timeOffset="155079.41">16144 7448 664 0,'-1'-4'315'0,"0"-3"-51"0,0-3-251 0,1 3-13 0,1-1-3 0,1 0-1 16,0 2 3-16,-1 0 1 0,-1 3 8 15,-1 1 5-15,-2 0 1 16,2 2-1-16,0 0-6 16,0 0-5-16,1 0-3 15,-1 0 0-15,-6 10 0 16,-23 25 0-16,21-19 1 15,0 0-1-15,2 1 1 16,1 1 0-16,2-4-1 16,1 2 1-16,2-2-1 15,0-2 1-15,1-2 0 16,1-2 0-16,2 0 0 0,2-2 0 16,1-2 1-16,1-1 0 15,0-5 2-15,2-2-1 16,0-2 1-16,2-1 0 15,-1 0-1-15,0-4 0 16,-1 0 0-16,1 2 0 16,-2 1 0-16,1 1 0 0,-3 1 1 15,-2-2-1-15,-1-1 2 16,-2 1 0-16,-2 1 0 16,-1-3-1-16,0 4 0 15,0-1 0-15,0 0-1 16,-1 1 0-16,3-1-1 15,-2 0 1-15,2 1-2 16,2 1 0-16,0 0-4 16,3 3-1-16,3-2 0 15,3 3 0-15,2-1 3 16,0 1-1-16,2 2 1 16,-3-1 0-16,1 7 0 15,0 0 0-15,0 3 1 16,-1 0-1-16,-2 0 0 15,-3 1 0-15,-1-2-1 0,-4 0 1 16,1-1 0-16,-3-2 2 16,-3-2 0-16,2 2 1 15,-4-4 2-15,3 0-1 16,2-1 3-16,-1-2 1 16,0 0 2-16,0 0 1 15,0-2 2-15,0-6-1 16,9-27-4-16,2 18-3 0,3-2-3 15,-3 0-3-15,3-3-5 16,0 4-7-16,2 4-35 16,-1 3-38-16,-1 4-130 15</inkml:trace>
  <inkml:trace contextRef="#ctx0" brushRef="#br1" timeOffset="155846.04">16727 7448 897 0,'2'-3'351'0,"6"-3"-228"0,2-2-156 0,3 2-111 0,3 0-46 0,-4 0 12 0,-5 0 81 0,-2 0 191 0,-3 0 75 16,-1-2 38-16,0-2-42 16,-1-2-94-16,-1-1-27 0,0-2-26 15,0 2-8 1,-2 1-6-16,2 1-1 0,-3 2 0 15,0 0-2-15,-1 2 1 16,-1 2-2-16,-4 1-2 16,1 2-2-16,-3 3-3 15,3 2-1-15,-4 5 1 16,0 4 1-16,-3 3 2 16,-3 2 0-16,2 4 1 15,-2 0 0-15,7-1-1 16,2 0-2-16,6-7-4 15,3-1-1-15,3-6-1 16,4-1 2-16,4-5 1 16,3-3 2-16,5-1 1 15,2-2-1-15,2 1-2 16,-1 4-2-16,3 1-3 16,-3 2-7-16,0 9-11 0,1 3-7 15,-5 10-15 1,1 5 0-16,-2 6-14 15,-1 1 6-15,-5 1 19 0,0 0 8 16,-4 0 33-16,-3-3 2 16,-3-3 0-16,-4 0 2 15,-4-5 0-15,-1-2 1 16,-2-7 7-16,-1-4 13 0,-4-8 25 16,0-1 12-16,-4-7 2 15,-1-2-12-15,2-5-24 16,1-1-13-16,4-6-12 15,1-2-1-15,3-6-6 16,1-3-3-16,3-1-9 16,4-3-8-16,6 0-18 15,1 0-35-15</inkml:trace>
  <inkml:trace contextRef="#ctx0" brushRef="#br1" timeOffset="156279.03">17034 7408 529 0,'3'0'239'0,"2"2"-106"0,1-2-87 0,0 1-17 0,1-1-19 0,-2 1 0 0,0 0 16 0,0 0 5 16,-4 1 1-16,2 2-5 15,3 2-17-15,-3 3-5 16,2 2-3-16,-1 0-1 0,1 0 0 16,-2-1 0-16,2 1-1 15,-5 0 0-15,-3-1 0 16,0 2-3 0,-4-4-7-16,-1 0-2 0,-1-2 0 15,1 1 4-15,-2-2 7 16,3-1 4-16,2-3 15 15,-1-4 7-15,4-1 7 16,-2-3 3-16,4-5 1 16,4-2 0-16,2-7-4 15,5-3-4-15,3-3-15 16,3-2-9-16,2 1-6 16,0 4-15-16,1 6-34 15,0 3-28-15,-4 8-78 16,-5 0-42-16</inkml:trace>
  <inkml:trace contextRef="#ctx0" brushRef="#br1" timeOffset="157968.6">17245 7467 726 0,'0'-2'339'0,"1"-2"-106"0,2 1-245 0,-3 3-148 0,0-1-58 0,2 0-15 0,9-5 76 0,21-12 192 15,-23 12 88-15,-2-1 66 16,1 1-26-16,1-5-87 15,-1 2-27-15,2-1-34 16,-1 2-8-16,-1 2-3 16,-3 0 1-16,-2 1 16 15,-2 1 7-15,-1-1 8 16,0 2 2-16,0 1-14 16,-1 1-7-16,0 1-11 15,0 0-3-15,0 0-4 16,1 0 0-16,-9 4 0 15,-24 14 1-15,19-12 0 16,0 3 0-16,1-2 0 16,-1 1 0-16,2 2-1 15,0-1 1-15,5 3-2 16,1-1-1-16,2 2 1 0,1 1-1 16,1-2 1-16,2 2-1 15,2-3-2-15,0-1-1 16,5-1-6-16,0 0-1 15,5-1 2-15,2 0 1 16,3-3 7-16,1 0 3 16,2-5 0-16,3-1 0 0,-1-1 1 15,1-2-1-15,-4-3 1 16,2 1-1-16,-3-2 1 16,1 0 0-16,-3-3 1 15,-3 0 1-15,0 0 1 16,-3 0 1-16,-3 2 8 15,-1-2 4-15,-4 2 2 16,-2 0 0-16,-2 2-6 16,-2 2-4-16,-2 0-1 15,-1 0-1-15,-3 1-3 16,-2 1-2-16,0 2 0 16,2 1-2-16,0 2 0 15,0 2-1-15,1-1-1 16,-1 3 1-16,1 1-1 15,-2 0 1-15,1 1 0 16,0-1 0-16,3-3 0 0,1 1-1 16,5 0-2-1,1-5-1-15,0 3 0 0,0-3-1 16,0 0 2-16,0 0 0 16,0 0 0-16,6 4 1 15,1 8-5-15,24 25-7 16,-23-20-18-16,-2 0-8 0,1 4-13 15,1-1-1-15,-2-5 20 16,1-2 9-16,-1-6 29 16,-2-2 19-16,2-4 11 15,0-2 3-15,1-6-9 16,2-1-9-16,2-4-8 16,1-3 4-16,2-3 22 15,-2-4 13-15,-1-3 12 16,1-1-2-16,0-3-11 15,-1-5-5-15,0-5 5 16,0-3 1-16,-2-2-2 16,3 2-4-16,-4 4-17 15,2 2-8-15,-3 9-8 16,-1 7 0-16,-4 9-2 16,0 6 1-16,-2 5-6 15,0 1-6-15,-1-1-6 16,0 0-3-16,0 0 3 0,-1 4 2 15,-4 13 4-15,-8 21 2 16,10-18 0-16,-2 1 0 16,2 5-1-16,0 1-2 15,0 3-5-15,0 3-3 16,3 2-4-16,-1 0-3 16,5-3 5-16,1-5 3 15,2-6 5-15,1-5 4 0,3-8 0 16,-1 0 0-16,5-8 2 15,2 1 0-15,3-1 2 16,2-6-1-16,3-1 0 16,-3-4 0-16,-2-5 0 15,0 1 1-15,-6-3 0 16,-2-1 2-16,-3 1 0 16,-3 1 1-16,-3 3-1 15,0 4 0-15,-1 4-4 16,0 3-2-16,-4 2-5 15,0 1-1-15,2 0 0 16,0 0 0-16,0 0 3 16,-5 9-1-16,-22 27-4 15,22-22-2-15,3 2-1 16,1-4-1-16,1-3 6 16,2-2 0-16,3-3 3 15,3-2 2-15,6-2 2 16,0-4 1-16,6-5-1 0,0 0 1 15,1-3-1-15,0 0 1 16,-3 1 1-16,-1 0 0 16,-2 2 0-16,-1 1 0 15,-3 0-1-15,-1 3 0 16,-1 3-1-16,-2 1-1 16,0 1-1-16,-1 5 1 0,0 1-2 15,0 3 1-15,2 2 0 16,0-1 2-16,1-2 0 15,1-3 1-15,5-2 0 16,4-1 0-16,3-5 0 16,-3-1-13-16,-1-6-66 15,-4-2-60-15,-2-2-139 16</inkml:trace>
  <inkml:trace contextRef="#ctx0" brushRef="#br1" timeOffset="158279.76">17545 7326 1243 0,'0'1'382'0,"3"-1"-474"16,4 2-20-16,8-4-33 0,5-2 30 0,6-4 70 0,-1-1 27 0,3-2 47 0,2 2 5 0,1-4-6 15,0 0-21-15,-7 4-265 16</inkml:trace>
  <inkml:trace contextRef="#ctx0" brushRef="#br1" timeOffset="159662.94">15508 9279 423 0,'-2'-1'214'0,"0"0"-53"0,0-2-155 0,1 2-118 0,1 1-23 0,-1 0 10 0,0 0 60 0,0 0 138 16,0 0 46-16,0 0 25 15,0 0-20-15,1 0-51 16,-1 0-8-16,0 0-2 16,0 0-3-16,0 0 2 15,0 0-4-15,0 0-12 16,1 0-1-16,0 0-15 15,0 0-10-15,0 0-11 0,0 0-3 16,0 0-4-16,1 1-1 16,6 1-1-16,4 1 1 15,22 3-1-15,-22-7 1 16,1 0 0-16,2 1-1 16,-5-1 0-16,4-1-1 15,1 2-15-15,-5-1-22 16,1-1-67-16,0 1-52 0</inkml:trace>
  <inkml:trace contextRef="#ctx0" brushRef="#br1" timeOffset="160714.14">16449 9151 647 0,'-2'-1'317'0,"1"-1"-81"0,-3-1-235 0,4 2-108 0,0 0-27 0,-1 0 9 0,0 0 46 0,1 0 115 16,-1 0 50-16,0 1 38 15,0 0-6-15,0 0-52 16,0 0-19-16,0 0-29 16,-3 2-9-16,-4 2-9 15,-19 25 0-15,21-17-1 16,2 1-1-16,1 1 1 15,-3 0-1-15,4 0-2 16,-1 4-2-16,3 0-13 16,0-3-2-16,3 3 1 15,2-3 2-15,-1-4 14 16,6-1 2-16,-2-5 2 16,-1-4-4-16,3-2 15 0,0-3 3 15,1-4 1 1,1-3 6-16,2-1-14 0,0-2-1 15,2-1-2-15,-1 4 0 16,-3-4-1-16,-2 1 0 16,-1 3 4-16,-2-3 7 0,-4 3 7 15,-1 0 4 1,-4-1-1-16,0 0-6 0,-4 1-10 16,-1 4-3-16,0 1-4 15,-4 3 1-15,2 3 2 16,0 0 3-16,1-1 4 15,3 0 1-15,2 0 4 16,1 0 2-16,1 1 1 16,1-1-1-16,0 0-8 15,0 1-5-15,0-1-6 16,4 0-2-16,11 1 2 16,22 2 0-16,-20 3-1 15,0 0 1-15,0 3 0 16,-1 0-1-16,1 0 1 15,-2 2-1-15,-5-1-2 16,2 1-2-16,-9-3 0 16,0-1 1-16,-2-3 4 0,-1-1 3 15,0-2 6-15,-1 0 2 16,1-1 7-16,-1 0 7 16,0 1 12-16,0-1 5 15,-4-9-1-15,-12-25-9 16,17 18-18-16,5 0-8 15,0-3-16-15,1 4-11 0,1 3-36 16,-1-1-34-16,5 3-126 16,0 2-130-16</inkml:trace>
  <inkml:trace contextRef="#ctx0" brushRef="#br1" timeOffset="162029.72">16947 9220 1095 0,'2'0'415'0,"0"0"-298"0,1-1-121 0,-3 0-83 0,0 0-47 0,4 0-13 0,7-1 28 0,19-3 72 0,-21 5 61 16,0 0 61-1,-1-3 17-15,2-4 6 16,0-2-9-16,0-6-37 0,2-3-13 16,4-5-15-16,1 0-3 15,1-4 1-15,-1 1 1 16,-4-3-2-16,-1-1 1 15,-3 2-1-15,0-1-1 16,-5 4-3-16,0 1-2 0,-2 4-3 16,-2 2-2-16,-1 6 4 15,-3 1-2-15,-1 4-6 16,-1 3-6-16,-4 4-14 16,0 4-2-16,-3 6 2 15,-2 3 3-15,-2 5 0 16,4 5 1-16,0 3 1 15,5 1 2-15,2 0 5 16,-3-2 1-16,4-2-3 16,-2-1-7-16,2-1-17 15,4 0-5-15,-2 2-1 16,3-2 7-16,3 1 9 16,3-1 6-16,1-1 1 15,0 0 0-15,1-4 6 16,0-1 0-16,2-3 3 15,0-3 1-15,2-5 1 16,3-2 0-16,3-4 1 0,2-2 1 16,1-3 1-1,0 0 0-15,0-5-1 0,0 1-1 16,-3-5 1-16,0-1-1 16,-4-4 1-16,-2 2-1 15,-3 0 1-15,-4-1 2 16,-3 2 6-16,-2 0 2 0,-1 4 2 15,-1 2-1-15,-2 4-8 16,-2 3-5-16,-1 4-8 16,-1 1-5-16,-3 4-5 15,-2 3 1-15,1 4 2 16,-1 3-2-16,2 2-10 16,0 0-4-16,-2 0-11 15,4 0-3-15,2 1 6 16,3 0 0-16,3-1-23 15,2-1-16-15,2-4-42 16,2 2-14-16,1-3 8 16,2-2 17-16,3 1 46 15,0-4 22-15,5-2 32 16,1-2 12-16,2-3 21 16,2-3 4-16,-1-2 3 15,0-2 2-15,0-2 23 16,-2 0 9-16,-5-3 28 0,1-2 8 15,-4-1-9-15,0-1-3 16,-1-2-16-16,1 3-9 16,-3-2-13-16,-1 1-5 15,-5 1-1-15,0 1 3 16,-1 3 0-16,0 5-2 16,-3-1-15-16,1 1-9 15,-4 4-16-15,3 0-7 0,0 4-6 16,-1 0 0-16,2 1 0 15,1-1 2-15,1 0 2 16,-1 0-1-16,0 0-12 16,0 0-6-16,-1 2-12 15,-4 6-5-15,-9 21 0 16,16-21 2-16,5 2-14 16,4-3-3-16,1 1-11 15,1 1-4-15,1-1 17 16,1 3 9-16,6-1 20 15,-4 1 9-15,3-2 8 16,-4 0 2-16,-1-1 2 16,2-1 1-16,-3 0-7 15,0-1-12-15,-4 0-29 16,-2 3-11-16,-3-2-3 16,-3 0 7-16,-1-1 15 15,-2-1-2-15,-2 0-19 16,-2 0-14-16,-5 2-65 0</inkml:trace>
  <inkml:trace contextRef="#ctx0" brushRef="#br1" timeOffset="162544.63">17484 9247 124 0,'-3'0'45'0,"-4"0"-28"0,2 0-60 0,5-1-11 0,1-6 10 0,4 1 27 0,8-5 84 0,1-3 49 0,5-1 58 0,4-2-1 0,1-2-51 15,0-2-37-15,2-3-42 16,-1 2 0-16,-1-1 19 16,0 1 11-16,-3 4 14 15,-2-2-3-15,-5 3-17 16,-2 1-9-16,-5 3-21 16,-5 1-4-16,-1 7-6 15,0 1 0-15,-3 4-7 16,2 0-4-16,-1 0-11 15,0 0-2-15,0 0-3 16,-2 1-1-16,-6 7-2 16,-25 23 0-16,24-18 0 15,0-2 1-15,5 2-2 16,2-3-1-16,3 0-6 0,2 1-3 16,4-4-6-16,2 3 0 15,5-2 5-15,2 4 3 16,0 0 7-16,1 0 3 15,1 0 0-15,-4 0 2 16,2 0 0-16,-4-1 1 16,-2 2 0-16,1-1 0 0,-8 2 2 15,0 0 1-15,-6-1 6 16,-4 3 3-16,-3-2 0 16,-2 1-2-16,-4-1-8 15,-1-2-6-15,-4 0-30 16,0-2-31-16,-5-3-161 15</inkml:trace>
  <inkml:trace contextRef="#ctx0" brushRef="#br1" timeOffset="170048.25">8585 11031 200 0,'0'-2'148'0,"0"-2"6"15,2 1-43-15,-2 2-70 0,0 0-17 0,0 0-18 0,0 0-2 16,0 0-2-16,0 1 3 15,0-1 19-15,0 0 10 0,-1 0 22 16,0 0 8-16,0 0 4 16,0 0 1-16,1 0-5 15,-1 1-6-15,0-1-17 16,0 0-9-16,0 0-18 16,0 0-5-16,0 0-7 15,0 0-1-15,1 1 0 16,0-1 0-16,10-1 0 15,29-2 0-15,-18 4 0 16,1 0 0-16,1-1 0 16,-1-1-1-16,0 0 1 15,-1 1-1-15,1-1 0 16,1 1 1-16,-1 1-1 16,-2 0 0-16,-3 2 1 15,-1-1 0-15,-2-1 0 16,0-1 0-16,0-1-1 15,1 2 0-15,-3 1-20 0,0 2-52 16</inkml:trace>
  <inkml:trace contextRef="#ctx0" brushRef="#br1" timeOffset="175946.63">13449 9126 366 0,'2'-2'148'0,"2"-3"-87"0,1 1-42 0,3 1-15 16,0 1-2-16,-3-2-1 0,1-1 16 0,-2 1 46 0,-3-4 22 15,-1 5 33-15,-1 0-2 16,1 3-32-16,-1 0-18 16,1 0-30-16,0 0-11 15,0 0-16-15,0 0-3 16,-1 0-6-16,1 0 0 15,-1 0 0-15,0 0 0 0,-3 5-1 16,0 4 1-16,-28 24 0 16,22-23 1-16,-3 4 1 15,-1-1-1-15,-4 3 0 16,-5 3-1-16,0 3 0 16,-6 2 0-16,2 6 0 15,0 2 0-15,-7 3 0 16,4 5 0-16,-7 1 0 15,2 0-1-15,1 4 1 16,-5 2 0-16,1 4 0 16,0 3 0-16,-1 2 0 15,1-3 0-15,2 1-1 16,-3-2-5-16,3 3-11 16,-1 4-2-16,-1 2-7 15,0 2-4-15,-3 0-12 16,3-1-7-16,1-1-15 0,1 1-5 15,3 4-8-15,2-3-11 16,3-1-36-16,-2-3-25 16,4-3-21-16</inkml:trace>
  <inkml:trace contextRef="#ctx0" brushRef="#br1" timeOffset="176211.14">11994 11392 179 0,'-9'11'148'0,"-10"9"16"0,-1-4-19 0,-2-2-11 0,-2-3-28 0,1-2-16 0,0-3-20 15,-2-2-4-15,4 0 4 16,-1-2 2-16,0 0-11 15,3-1-10-15,0-1-28 16,1 0-11-16,3 0-27 16,2 1-17-16,3-1-53 15,1 0-45-15</inkml:trace>
  <inkml:trace contextRef="#ctx0" brushRef="#br1" timeOffset="177410.46">12386 10572 422 0,'-2'-3'148'0,"2"3"-115"0,-3-2 6 0,3 1 43 0,0 0 17 0,0 0 20 16,0 0-4-16,0 1-22 0,0-1-15 15,0 0-34 1,0 1-17-16,0 0-24 0,0 0-3 15,-1 0 0-15,-1 8-1 16,0 8 0-16,-3 23-2 16,4-20 1-16,-2 3-2 15,1 1-1-15,-4 1-2 0,-2 0 0 16,2-2 1-16,-4 2 3 16,3 2 2-16,-1 1 1 15,-1-4 0-15,-1-1 2 16,-3-3-1-16,0-2 0 15,0 5-1-15,0-1 1 16,-2-1 0-16,2 5 1 16,-2-3-1-16,3 1-1 15,-1 2 1-15,2-1 0 16,-2-1-1-16,1 1 0 16,1 1 0-16,-1-2 0 15,-1-1 0-15,0 1 1 16,-1-4-1-16,0 0 1 15,0-1-1-15,0-2 1 16,0-1-1-16,1 2 0 16,1-4 1-16,-1 0-1 15,2 0 1-15,-4 0-1 0,1-2 1 16,-4 0 0-16,0-1 0 16,0-2-3-16,-2 0-9 15,3-2-42-15,-1 0-32 16,1-2-83-16,4 0-47 15</inkml:trace>
  <inkml:trace contextRef="#ctx0" brushRef="#br1" timeOffset="177960.23">11701 11240 682 0,'-1'0'300'0,"0"-2"-107"0,-2-1-170 0,2 2-16 0,0 1-7 0,1-1-5 0,-1 1-8 0,0 0 0 16,0 0 4-16,-1 2 8 16,-7 14 17-16,-17 23 7 15,15-21 1-15,-1 2-4 16,0 3-12-16,1 4-4 15,-2 1-4-15,3 2-9 0,-3-2-16 16,2-3-4-16,3-1 0 16,-2-2 7-16,6-2 17 15,-1 0 4-15,3-3 1 16,2-2 0-16,2-2-1 16,1 0 0-16,1-4-1 15,1-2 1-15,0-3 1 16,4-1 0-16,4 0 0 15,0 0 0-15,5 3 0 16,0-5 0-16,1 3 0 16,3-1-5-16,1 3-144 15</inkml:trace>
  <inkml:trace contextRef="#ctx0" brushRef="#br1" timeOffset="179677.65">5490 11941 235 0,'-6'2'150'0,"-1"3"2"0,-2-4-58 0,3 2-50 0,3 1-15 0,-4-4-21 15,4 2-4-15,1 0-3 0,0-2 0 16,2 0-1-16,-1 0 0 15,0 0 0-15,0 0 0 16,1 0-1-16,0 0 1 16,0 0 4-16,0 0 5 0,1 0 8 15,8 0 5-15,23-11 2 16,-22-3 0-16,4-6-7 16,1-1-3-16,3-3-7 15,-1-4-3-15,0-2-2 16,1-1-1-16,-3-2-1 15,-3 1 0-15,-3 3 1 16,-2 3 2-16,-3 2 14 16,0 1 16-16,-4 3 24 15,0 2 8-15,-3 2 2 16,-1 2-10-16,-1 2-11 16,-1 3-5-16,1 2-7 15,-1 3-4-15,0 2-10 16,1 2-6-16,0 3-9 15,1 2-4-15,0 3-1 16,0 1 0-16,2 1 0 16,-2 1-1-16,3 3 1 15,1 0 0-15,-1 4 0 0,0-1 0 16,0 3-1-16,0 1 1 16,1 2 0-16,0 4 0 15,0 0 0-15,2 2 0 16,0 2 0-16,0 0 0 15,1 3-1-15,-1 0 1 16,-2 0-7-16,1 3-4 0,-2-5-4 16,1-2-1-16,-1-4 1 15,1-6-1-15,0-5-10 16,0-5-15-16,2-9-33 16,2-1-11-16,4-7-34 15,3-5-13-15,3-3-47 16,3-5-28-16</inkml:trace>
  <inkml:trace contextRef="#ctx0" brushRef="#br1" timeOffset="180093.14">5950 11844 285 0,'0'1'175'0,"1"3"-16"0,-1 1-10 0,-3 2-37 0,0 1-17 0,0-1-28 0,-1-2-16 0,2 2-18 0,-2-2-5 0,1 0-5 0,-1 1 1 16,-2 0-1-16,2-1-1 15,-1 0-2-15,1 1-3 16,1 0-9-16,0 4-2 15,2 3-4-15,1 0-1 0,0 4-1 16,0-2 0-16,1 2 0 16,0-1 0-16,-1-3 0 15,2 2 0-15,-1-3 0 16,1 2-1-16,3-1 0 16,0-3 1-16,-1-3 0 15,0-1 0-15,-1-2-1 16,2 0 1-16,-2 0-1 15,1-2 0-15,1-2 1 16,-1-2 0-16,2-1 0 16,0-1 2-16,-1-2-30 15,1 0-42-15</inkml:trace>
  <inkml:trace contextRef="#ctx0" brushRef="#br1" timeOffset="180895.01">5732 11948 691 0,'2'1'264'0,"-2"-1"-166"0,6 0-95 0,-6 0-3 0,0 0-11 0,0 0-2 0,0 0 0 0,0 0 0 0,0 0 13 0,0 0 10 16,-1 0 19-16,0 0 6 15,0 2 1-15,0-1-5 16,-1 1-20-16,2-2-5 16,-2 0-5-16,-4 3-1 15,2-1-1-15,1 0-2 16,-22 14-7-16,21-14-3 0,3-1-3 16,-2 0 3-1,2-1 6-15,0 0 5 0,0 0 3 16,0 0 0-16,1 0 1 15,-1 0 0-15,0 0 1 16,0 0 4-16,0 0 11 16,-1 0 5-16,2 0 15 15,-1 0 1-15,0 0-6 16,0 0-5-16,0 0-15 16,0 0-5-16,0 0-6 15,1 0-2-15,-1 0-1 16,0 0-1-16,0 0-1 15,1 0 1-15,0 0 0 16,1 2 0-16,11 8 0 16,22 22 0-16,-22-19 0 15,-1-1-1-15,1 2 1 16,-2 0-1-16,0 4-7 0,0-2-10 16,-6 1-44-1,-2 0-39-15,1-3-65 0,-3 1-56 16</inkml:trace>
  <inkml:trace contextRef="#ctx0" brushRef="#br1" timeOffset="181826.37">5971 11852 677 0,'0'0'245'0,"2"-3"-201"0,-1 2-36 16,-1 0-42-16,0 1-23 0,0-1-4 0,0 1 0 0,0 0 44 0,0 0 32 15,-1 7 29-15,-1 1 2 0,-4 24-6 16,3-19-13-16,2 3-19 16,0 1-4-16,-1 2-3 15,1-2 0-15,-1 1 0 16,-1 1 0-16,2-1-1 16,-2-1 1-16,3 0 0 15,0-2 0-15,0-2-1 16,2 3 0-16,1-3 0 15,1-2 0-15,2-2-2 16,-1-5 0-16,0-2-1 16,1-2 1-16,1-4 2 15,2-3 0-15,1-5 0 16,1 0 1-16,4-6-1 16,-2-4 1-16,3-2 0 15,0-3-1-15,-4 0 1 16,-1 2 0-16,-3-1 5 15,-3 2 13-15,0 4 27 16,-5 1 14-16,0 1 18 16,-4 1-4-16,-4 2-9 0,1 0-7 15,-6 5-6-15,2 1-5 16,-1-1-8-16,-3 3-5 16,3 3-10-16,-2-1-6 15,4 6-8-15,0 2-5 16,-2 2-5-16,3 3-1 15,-1 0 0-15,1 0 0 0,2 1 0 16,0-1 0-16,2 0-1 16,1 2-1-16,3 3-1 15,0 0 1-15,2 4 0 16,2 0 0-16,1-2-1 16,3 1-1-16,0-3-2 15,2 1 0-15,0-4 0 16,1 0 1-16,1-1 1 15,1-5 1-15,6 0 0 16,0-5-1-16,3-3-12 16,4-1-23-16,1 0-117 15</inkml:trace>
  <inkml:trace contextRef="#ctx0" brushRef="#br1" timeOffset="182292.31">6244 11732 764 0,'-4'-3'369'0,"1"-1"-106"0,1-3-184 0,2 3-78 0,3 2-12 0,2-1-25 0,-1 3 0 0,0 0 2 15,0 1 9-15,-2 7 22 16,-2 0 4-16,2 5 5 16,-1 4 3-16,1 3 2 15,0 0-2-15,-2 3-4 16,2 0-2-16,1 1-2 15,1 2-1-15,3 0 0 16,0 4 0-16,2-3 0 16,1 1 0-16,1-5 0 15,2-3-11-15,4-2-15 16,-1-5-19-16,4-4-22 16,-2-6-7-16,1-8-60 15,4-1-62-15</inkml:trace>
  <inkml:trace contextRef="#ctx0" brushRef="#br1" timeOffset="182893.26">6480 11812 1025 0,'-5'-2'412'0,"-2"0"-251"0,1-4-125 16,5 0-18-16,0-1-36 16,2-1-6-16,4 0 0 15,-1 1 3-15,4 1 16 16,-1 2 2-16,2 4 1 16,0 0 0-16,3 2-2 15,-2 4 2-15,-1 0-2 16,0 2 0-16,-3 4-1 15,3 2-1-15,-3-1 0 16,0 4 0-16,-4 1 0 16,-2-2 0-16,1 5 0 15,-1-3 1-15,0-1 1 16,1 1 0-16,-2-4 3 16,0-3 0-16,0-3 1 15,-1-2 1-15,-2-4 0 16,3-2-1-16,0-3-6 0,1 2-1 15,0 0-1-15,3-9 2 16,13-31 3-16,-12 19 2 16,0-1 1-16,3 1 0 15,1 3 0-15,-2 0 0 0,-2 7 0 16,-1 4 1-16,-2 6 0 16,0 0 1-16,0 2 1 15,-1 0 0-15,0 0 2 16,0 0-1-16,0 0-2 15,0 0 0-15,1 5-2 16,5 7 0-16,13 23 0 16,-11-22 0-16,3 0 0 15,-1 0-1-15,3-2 1 16,1-2-1-16,3-1-20 16,4-3-25-16,0-3-109 15,-1-1-88-15</inkml:trace>
  <inkml:trace contextRef="#ctx0" brushRef="#br1" timeOffset="183126.34">6839 11730 819 0,'0'1'379'0,"0"-1"-162"0,0 0-100 0,0 0-82 0,0 0-22 0,0 0-17 0,0 0 1 0,0 0 2 0,7 4 1 16,26 17 0-16,-22-11-1 15,2 5 1-15,-4 0-1 0,-1 4-1 16,-2 1-7-16,-5 5-34 16,0 4-33-16,-3 6-241 15</inkml:trace>
  <inkml:trace contextRef="#ctx0" brushRef="#br1" timeOffset="184275.73">5668 11995 369 0,'-1'2'197'0,"0"-1"-54"0,-1 1-51 0,1-2-58 0,1 0-16 0,0 0-2 0,-1 0 7 0,0 0 8 15,0 0 8-15,0 0 2 16,0 0-1-16,0 0 0 16,1 0-2-16,-1 0-2 15,-2 4-2-15,0 1-8 16,0 1-6-16,-13 23-12 15,13-21-4-15,0 2-3 0,0 1 0 16,-1 2-1 0,-1-4 1-16,1 0 0 0,0 1 0 15,-1-2 0-15,-1 2 0 16,1-2 0-16,1 2 0 16,0-3-1-16,1 0 1 15,0-2 0-15,1-1 0 0,0-1 0 16,0 0 0-1,1-3 1-15,0 0 1 0,1 0 9 16,-1 0 5-16,0 0 4 16,0-1 0-16,1 0-5 15,0 0-5-15,0 0-3 16,0-1-2-16,1-12-4 16,6-23-1-16,1 21-1 15,1-1-9-15,1-2-102 16</inkml:trace>
  <inkml:trace contextRef="#ctx0" brushRef="#br1" timeOffset="185709.23">7293 11738 682 0,'-3'-2'301'0,"-3"-2"-117"0,2-2-146 15,-1 2-18-15,3-3-13 0,0 1-4 0,1 1 5 0,0 1 10 16,-1 1 23-16,-2 3 9 16,-2-2 2-16,3 1-8 15,3 1-23-15,0 0-9 0,0 0-12 16,0 0-3-16,0-1 0 16,0 0 2-16,0 0 4 15,8-1 1-15,5-1 2 16,23-8 0-16,-18 0-4 15,2 4 0-15,-1-2-2 16,1-1-1-16,-1 4-34 16,-2-1-18-16,0 3-77 15,-2 2-64-15</inkml:trace>
  <inkml:trace contextRef="#ctx0" brushRef="#br1" timeOffset="186026.1">7377 11890 1081 0,'-2'-2'379'15,"-3"-1"-331"-15,2 0-34 16,3 0-18-16,0-1-6 0,2 1-2 16,-2 2 0-16,0 0 12 15,0 0 2-15,0 0 5 16,6-2 0-16,10-3-2 16,26-8 0-16,-15 7 0 15,4 0-28-15,6-2-120 16</inkml:trace>
  <inkml:trace contextRef="#ctx0" brushRef="#br1" timeOffset="187991.919">8196 11585 899 0,'-3'-4'356'0,"-3"-2"-227"0,0-3-88 0,1-1-41 0,1 0-4 0,-1-2 1 0,-2 1 2 0,0 2 16 16,-1 1 16-16,-1 1 26 15,0-1 8-15,-2 3 3 16,2-2-7-16,-2-1-15 16,0 1-6-16,-2 0-10 15,3 1-3-15,-1 1-8 16,0 2-5-16,1 2-7 15,1 1-3-15,2 4-4 16,-1 2-2-16,0 4-1 16,0 3-1-16,-2 4 0 15,3 1 0-15,3 7 0 0,-2-3-1 16,6 1-3-16,0-1-2 16,4-8-5-16,-1-2-1 15,3-6 0-15,-3-4 0 16,3-2 2-16,0-2 1 15,4-8 5-15,1-1 3 0,0-6 3 16,4 1 0-16,-1 0 1 16,0 0 0-16,2 8 0 15,-2-2-1-15,0 7 0 16,-1 3-1-16,1 4-1 16,0 5 0-16,1 7 0 15,-2 3 1-15,1 8 0 16,-1 1 2-16,-2 6 0 15,1 1 1-15,-3 3 1 16,-2 1-1-16,-3 1 0 16,-3 3 0-16,-6-2 1 15,0-1 1-15,-4-5 4 16,-1-5 7-16,-3-8 19 16,-1 1 6-16,-4-6 12 15,-2-1-1-15,-2-4-13 16,0-5-3-16,1-5-10 15,-1-2-5-15,4-4-1 16,0-3-2-16,2-4-5 0,2-3-3 16,2-8-14-16,2-1-14 15,3-10-42-15,4-3-26 16,6-3-80-16,5-3-75 16</inkml:trace>
  <inkml:trace contextRef="#ctx0" brushRef="#br1" timeOffset="188392.84">8512 11352 971 0,'0'-3'366'0,"0"3"-264"0,-2-2-78 0,1 1-32 0,0 0-6 0,0 0-1 0,0 0 6 0,1 0 21 16,-1 1 16-16,0 0 24 15,-6 4-1-15,-1 5-11 0,-21 29-12 16,21-17-22-16,2 3-4 15,2 10-2-15,-1 4 0 16,4 8-1-16,1 2 1 16,0-1-1-1,4 0 0-15,3-4-1 0,1-4-5 16,5-3-17-16,0-1-15 16,3-3-39-16,1-3-29 15,4-4-67-15,0-4-50 16</inkml:trace>
  <inkml:trace contextRef="#ctx0" brushRef="#br1" timeOffset="189075.63">8808 11477 196 0,'0'0'103'0,"0"1"-1"0,0-2-86 0,0 1 6 0,0 0 66 0,0 0 39 0,0 0 49 16,0 0 5-16,-1-1-45 16,0 0-28-16,1 0-37 15,-1 0-5-15,0 0-12 16,0 0-7-16,0 0-11 15,0 1-5-15,0-1-5 16,0 0 1-16,-1 0-6 16,0 0-4-16,1 0-12 15,1 0-2-15,-1 1 1 16,0 0 4-16,0 0 2 16,0 0 1-16,-2 2-3 0,-2 11-4 15,-2 26-2-15,6-22-2 16,3 4 1-16,-1 1-1 15,1 0 0-15,1 2-1 16,-2-1-32-16,0 0-27 16,1 3-85-16,-1 2-70 15</inkml:trace>
  <inkml:trace contextRef="#ctx0" brushRef="#br1" timeOffset="189658.22">8966 11551 910 0,'0'0'397'0,"-3"0"-131"0,2-2-289 0,0 1-26 0,0 0-24 0,1 1-1 0,0-1 46 16,-1 0 28-16,0 0 48 15,0 0 7-15,0 0-3 16,0 0-18-16,0 1-30 0,0 0-7 16,0 4-17-16,-3 10-4 15,0 22-2-15,6-20 1 16,0-2 13-16,2-1-3 15,-1 0-16-15,2-2-11 16,2-3-31-16,0 2-5 0,2-8-9 16,0 0 10-1,-2-4 34-15,4-5 15 0,-2-5 32 16,2-2 5-16,-2-4 3 16,1-3 1-16,-3-4 12 15,0 0 7-15,0-2 21 16,-4 3 15-16,2 4 28 15,-1 2 9-15,-4 4 4 16,-1 2-8-16,-7 3-28 16,-4 0-13-16,-2 3-26 15,0 1-10-15,0 3-18 16,0 2-6-16,1 6-17 16,-3 1-13-16,1 4-21 15,1-1-12-15,2 2-39 16,2 0-61-16</inkml:trace>
  <inkml:trace contextRef="#ctx0" brushRef="#br1" timeOffset="190041.37">9252 11469 584 0,'0'-1'257'0,"0"0"-107"0,1 0-109 0,-1 0-35 0,0 0 12 0,0 1 42 0,0-1 25 0,0 0 32 16,0 0-5-16,0 0-37 15,0-1-26-15,1-5-37 16,11-3-7-16,27-21-5 16,-17 21-13-16,5-1-72 15,-1 3-92-15</inkml:trace>
  <inkml:trace contextRef="#ctx0" brushRef="#br1" timeOffset="190624.58">9481 11301 810 0,'2'-1'285'0,"0"-2"-211"0,4-1-162 16,-2 0-4-16,-3 0 32 15,1 0 56-15,2 3 104 16,-2 1 21-16,-2-1 14 15,0 1-25-15,0 0-61 16,0-1-19-16,0 1-19 16,3 0-6-16,5 0-4 15,-1 0-1-15,20 6 0 16,-21-4 1-16,1 2 0 16,-1 2 0-16,0-1 0 0,0 1 0 15,0 2-1-15,0-3 1 16,-2 2 0-1,-2-1-1-15,1 1 1 0,-1 2 1 16,-1 0-1-16,-1 2 1 16,0-1 1-16,-1-1-1 15,-1 3 1-15,0-3 0 16,-1 1-1-16,-1-1-1 16,0 1-10-16,-1-2-3 15,3 2-4-15,0-2 0 16,1-2 1-16,-1 1-8 0,1-2-23 15,0-1-20-15,1 1-53 16,2-1-22-16,1-2-36 16,-1 1-13-16,3-2 35 15,0-1 25-15,2-3 41 16,3 0 26-16,4-3 15 16,1-3-11-16</inkml:trace>
  <inkml:trace contextRef="#ctx0" brushRef="#br1" timeOffset="191057.4">9762 11339 270 0,'1'-5'190'0,"2"-5"-4"0,-2 4-59 0,2 5-14 0,-2 1-31 0,-1 0-15 0,0 0-27 16,-1 0-18-16,0 0-16 0,0 0 1 15,0 0 2-15,0 0 0 16,0 6-4-16,-4 1-1 15,-19 26-4-15,21-20 0 16,3 2-2-16,1-2 0 16,2 2 0-16,0-2 1 15,1 0-1-15,0 0 0 16,4-2-5-16,-1-2-1 0,1-3 1 16,-2-2 1-16,2-2 4 15,0-3 2-15,4-3 2 16,-1-4 1-16,1-5 12 15,1 0 13-15,-4-6 21 16,2 2 11-16,-1-4 11 16,-1 1-4-16,0 2-15 15,-1 3-7-15,-6 1-18 16,-2 2-2-16,-1 4 5 16,-5-2 0-16,-1 5-10 15,-2 0-10-15,-6 3-26 16,2 2-14-16,-4 2-24 15,1 7-15-15,1 1-39 16,0 2-37-16</inkml:trace>
  <inkml:trace contextRef="#ctx0" brushRef="#br1" timeOffset="191578.479">9911 11155 1286 0,'1'-2'466'0,"2"-2"-372"0,3-1-94 0,1 0-62 0,1 2-11 0,0 0 2 0,0 2 15 0,-2 1 48 16,0 2 18-16,-1 2 10 16,1-1 2-16,3 2-6 15,2 0-7-15,3 1-7 16,1 3-2-16,1 2 0 16,2 2-3-16,-2 5-8 15,1 3-2-15,0 2 0 16,-3 1 1-16,-1 0 8 15,-4-1 4-15,-4 3-13 16,0 3-7-16,-6 2-16 16,-2 3-1-16,-3-1 14 15,-1-1 10-15,-1-4 21 16,0-2 5-16,-2-3 15 0,-2-4 4 16,0-6-2-16,1-1-3 15,0-8-13-15,4 1-7 16,-2-2-8-16,-1-1-4 15,4 0-13-15,-2-1-13 16,3 0-50-16,1-1-60 16</inkml:trace>
  <inkml:trace contextRef="#ctx0" brushRef="#br1" timeOffset="192341.46">10353 11277 1069 0,'-1'0'414'0,"0"-1"-254"0,-1-1-173 0,1 2-14 16,0-1-5-16,0 0 6 0,1 1 39 0,-1-1 23 15,1 0 29-15,0 0 7 16,0 0-17-16,0 0-16 15,2-6-27-15,2 0-9 16,22-25-15-16,-16 24-13 0,4 0-31 16,1 0-20-16,-1 3-53 15,-1-4-63-15</inkml:trace>
  <inkml:trace contextRef="#ctx0" brushRef="#br1" timeOffset="192591.66">10321 11434 1193 0,'0'-6'530'16,"1"-2"-157"-16,8-6-413 15,3-5-68-15,7 0-152 16,0-2-64-16,0 4 30 0,1 4 39 16,-2 4 157-16,-1 4 73 15,1 1 12-15</inkml:trace>
  <inkml:trace contextRef="#ctx0" brushRef="#br1" timeOffset="193408.16">10781 11081 988 0,'3'-4'354'0,"0"-4"-291"16,2-2-61-16,1-1-36 15,-1 1-3-15,-1 0 4 16,1-1 23-16,-5-1 72 0,0-2 27 16,-2 0 29-1,-2-4-4-15,0 1-35 0,-1-2-20 16,1-2-29-1,-1 1-11-15,-2-1-15 0,3 4-4 16,-1 4-2-16,0 3-3 16,2 6-3-16,-1 0-1 15,-1 3-2-15,1 1-1 16,-4 4 0-16,0 5 1 16,-3 6 4-16,0 2 2 0,-1 4 1 15,1 1 1-15,0 0 0 16,3 2-1-16,2 1-10 15,1-3-3-15,3-1 0 16,0-3 1-16,3-4 11 16,1-3 2-16,2-4-10 15,2-2-12-15,5 1-28 16,1-2-13-16,3-2 4 16,2 1 10-16,-2-2 28 15,2 1 14-15,0 0 9 16,-1 4 1-16,2 2 0 15,0 2 0-15,-4 6 0 16,-1 1 0-16,-2 5 1 16,-1 0 1-16,0 5 0 15,-1-2 1-15,-4-1 0 16,-1 1 0-16,-2 0-1 0,-2-2 0 16,-2 4-1-16,1-2 0 15,-5-2-3-15,1 1 9 16,-4-8 19-16,-3 0 10 15,-3-3 26-15,-1-1-1 16,-5-5-2-16,0-1-4 16,0-6-8-16,-1-2-1 15,3-4-10-15,-1-2-4 16,1-3-15-16,1-2-10 0,2-4-17 16,2-3-11-16,2-3-26 15,3-1-24-15,5-3-89 16</inkml:trace>
  <inkml:trace contextRef="#ctx0" brushRef="#br1" timeOffset="193824.64">11036 10825 1338 0,'0'0'498'0,"1"-1"-377"0,-1-3-101 0,-1 3-93 0,1 1-31 0,-1-1-19 0,0 1 11 0,0 0 67 0,0 1 39 15,-8 18 35-15,-21 24 3 16,23-19-5-16,-1 3-10 15,4 3-15-15,-1 1-2 16,3 4 0-16,1 1 0 16,4 2-1-16,2 1 0 0,4 0 1 15,3-1 0-15,4-6-3 16,5-6 0-16,7-9-3 16,2-4-5-16,3-7-14 15,1-2-18-15,-2-4-84 16,-1-4-51-16,-9-7-61 15,2 1-81-15</inkml:trace>
  <inkml:trace contextRef="#ctx0" brushRef="#br1" timeOffset="194140.51">11126 11071 1221 0,'-1'0'422'0,"1"-1"-386"0,0-1-35 0,0 2-6 0,0-1-1 0,0 0 21 0,0 0 21 0,0-4 34 16,4-5 9-16,14-22-6 15,-8 22-18-15,2-2-33 16,0 0-13-16,2-2-39 16,-2 2-26-16,2-1-65 15,1 1-37-15,-1 0-104 16</inkml:trace>
  <inkml:trace contextRef="#ctx0" brushRef="#br1" timeOffset="194457.36">11400 10752 1316 0,'0'0'493'0,"0"1"-374"0,0-1-109 15,0 0-88-15,0 0-12 16,0 0 8-16,0 0 18 16,0 0 62-16,3 8 19 15,7 27 10-15,-9-20 0 16,-1 3-10-16,0-1-8 15,-1 1-9-15,1 1 1 16,-1-2-19-16,1 3-25 0,1 2-112 16,-1 2-132-16</inkml:trace>
  <inkml:trace contextRef="#ctx0" brushRef="#br1" timeOffset="194991.479">11560 10860 1147 0,'0'0'403'0,"-1"1"-401"15,-3 1-71-15,3-2-109 0,0 0-15 16,1 0 69-16,-1 0 72 16,0 1 176-16,-4 6 27 15,-12 24-9-15,17-26-40 16,0 4-72-16,-1 1-17 16,2-1-12-16,1 1-1 0,1 0-1 15,3 1 0-15,1 0 1 16,0-2-2-16,7 0-6 15,-2-2-9-15,2-1-13 16,1 0-8-16,-4-5 7 16,2-1 5-16,2-8 12 15,-3-1 1-15,3-6 1 16,0-2 5-16,-4 2 19 16,2-3 20-16,-6 0 21 15,-2 3 1-15,-2-3-5 16,-3 3-5-16,-2 3-7 15,-2 1-3-15,0 5-9 16,-2 1-9-16,-4 3-15 16,-1-2-3-16,-5 5-15 15,2 2-12-15,1 3-32 16,-1 1-19-16,-3-1-78 16,3 4-56-16</inkml:trace>
  <inkml:trace contextRef="#ctx0" brushRef="#br1" timeOffset="195459.54">11775 10571 1240 0,'3'2'441'0,"2"2"-353"0,5 0-191 0,1 0-51 0,1 4-38 0,-1-2 19 0,-3 4 119 15,1 3 74-15,0-1 80 16,2 1 9-16,2 2-51 15,-1 0-23-15,0 1-29 16,0 3-6-16,-4 5-1 16,0 1-2-16,-4 7 0 15,-1 0 2-15,-2 2 0 16,-1 1 1-16,-4-1-7 0,-4 1-2 16,-4 0-2-16,-3-4 0 15,1 2 18 1,-3-3 17-16,3-6 22 0,0 0 4 15,3-5-10-15,2-5-13 16,-1-4-18-16,1-1-13 16,1-6-21-16,-1-1-15 15,4-3-88-15</inkml:trace>
  <inkml:trace contextRef="#ctx0" brushRef="#br1" timeOffset="199907.24">20558 8998 990 0,'3'-1'363'0,"3"-2"-268"0,4 0-115 0,2 1-3 0,0 3 6 0,1 3 15 16,-5 0 21-16,-1-4 7 15,-1 4 1-15,-2 2 0 16,1 5-19-16,-1 6-5 16,-3 1-1-16,0 2 0 15,0-1 0-15,4-1 0 0,-1-4 0 16,1-1 1-16,-2-7 8 16,2-3 15-1,0-6 31-15,4-3 16 0,5-13 12 16,1-7-16-16,11-15-32 15,4-9-24-15,8-13-24 16,4-6-3-16,3-1 4 16,0-2 6-16,0 2 7 15,-5 1 0-15,1 1-1 16,-3 6-2-16,-3 17-2 16,-2 7-8-16,-11 19-29 15,-5 5-22-15,-7 10-50 16,-2 6-24-16,-5 10-89 15</inkml:trace>
  <inkml:trace contextRef="#ctx0" brushRef="#br1" timeOffset="200708.07">20695 7222 832 0,'1'0'316'0,"5"-2"-225"0,0 4-181 0,-2 0-3 0,6 1 17 0,-5 2 69 0,1-4 78 0,-1 2 6 0,-3 2-3 16,3 0-24-16,-1 5-43 16,2 3-5-16,0 2 0 15,2 0-1-15,-4 1 1 16,3-2 0-16,3-4 8 15,-1 0 6-15,3-5 20 16,3-3 4-16,1-4-4 16,5-4-3-16,9-5-22 15,4-3-4-15,8-8-3 16,3-5-1-16,7-4-1 16,-2-3 0-16,5-6 1 15,-1-5-1-15,-3-4-1 16,-2-1 0-16,-13 4 0 15,1 2 0-15,-12 5 0 16,-1 8 0-16,-2 8-1 0,-6 4-2 16,-7 9-28-16,-4 3-32 15,-5 6-153-15</inkml:trace>
  <inkml:trace contextRef="#ctx0" brushRef="#br2" timeOffset="-160727.34">13546 12199 173 0,'0'0'79'0,"1"-1"-39"0,0 0-14 0,-1 0-13 0,0 0 4 0,0 0 20 15,0 0 12-15,0 0 14 16,0 1 0-16,0-1-17 16,0 0-12-16,0 0-25 15,0 1-6-15,0 0-7 16,0 0 1-16,0-1 5 16,0 1 6-16,0 0 18 15,0-1 13-15,0 1 21 16,0-1 3-16,0 1-13 15,0-1-12-15,0 1-25 16,0 0-6-16,0 0-1 16,-1 0 1-16,0 0 2 15,1 0-1-15,0 0-2 16,0 0-2-16,-1 0-2 0,0 0 1 16,0 0-2-16,0 0-1 15,0 0 1-15,0 0 0 16,1 0 2-16,-1 0 4 15,1 0 5-15,0 0 1 16,0 0 0-16,0 0-2 0,0 0-3 16,0 0-2-1,0 0 0-15,0 0 0 0,0 0-2 16,0 0 0-16,0 0-1 16,-1 0-1-16,1 0 1 15,0 0-1-15,-1 0 4 16,1 0 1-16,0 0 2 15,0 0-2-15,0 0-3 16,0 0-1-16,0 0-3 16,0 0 0-16,0 0 0 15,0 0 1-15,0 0 0 16,0 0 0-16,0 0 0 16,0 0 1-16,0 0-1 15,0 0 1-15,0 0 2 16,0 0 0-16,0 0 1 15,2 1-1-15,5 2-1 16,0 0-1-16,21 6-1 0,-20-9-1 16,-2 1 0-16,2 0 0 15,-1 1-1-15,0 1 0 16,-1 3-1-16,1 0 0 16,-4 2 0-16,1 1 0 15,-3 0 1-15,0 2 0 16,-1 4-1-16,0-1 1 0,-3 1-4 15,-1 0-1 1,-2 0-1-16,-1-1 0 0,-1 3 3 16,1-2 1-16,-4-1 3 15,2-2-1-15,-1 0-1 16,1-1 0-16,1-2-4 16,0 0-1-16,1-4-7 15,3 1-4-15,0-6-7 16,1 0-3-16,0-1-5 15,2 0 2-15,1 0 5 16,-1 0 4-16,1 0 12 16,0 0 6-16,0 0 9 15,1-1 4-15,11-11-1 16,21-23-2-16,-18 17-7 16,2-1-1-16,2 2-1 15,-3-2 1-15,1 1 1 16,-2 1 2-16,-3 1 3 15,1 1 4-15,-3 4 8 0,1 0 4 16,-6 3 5-16,2 1-1 16,-6 4-3-16,0 1-3 15,0 1-8-15,-1 2-4 16,0 0-5-16,0 0-3 16,0 0-4-16,0 0 2 15,0 0 0-15,0 0 2 0,0 0 2 16,0 0 0-16,-1 3-1 15,-1 5 1-15,-5 22 0 16,4-20 0-16,0 3 0 16,1 2 0-16,1 0-1 15,0 1 0-15,0 0-6 16,1-3-3-16,0 1 0 16,2 0 0-16,-2-4 0 15,3 0-2-15,-1-3-1 16,2 0 1-16,-1 0 5 15,4-4 4-15,0-3 3 16,-1-1 2-16,3-3-1 16,0-1 0-16,0-5 0 15,2 1 1-15,3-3 0 16,-3 0 1-16,-3 1-3 16,-1 1 0-16,-2 2-4 15,-1 1-4-15,-2 3-23 16,-1 1-33-16</inkml:trace>
  <inkml:trace contextRef="#ctx0" brushRef="#br2" timeOffset="-159861.98">13980 12286 298 0,'-2'-4'127'0,"-1"-3"-51"0,2 1-116 0,0 1-30 0,1 0-5 0,0 0 20 0,-2-1 92 16,1 1 54-16,-1 0 73 16,0 1 10-16,1 0-26 15,-2-2-23-15,3 2-52 16,-1-1-18-16,0 1-23 15,0 2-7-15,-2-2-12 16,3 4-6-16,0-1-8 16,0 1-5-16,0 0-3 15,0 0-1-15,0 0 2 16,0 0 2-16,3 14-1 16,4 25-3-16,-4-17-10 0,2 2-2 15,-3-1 1-15,2 3 1 16,-3-5 10-16,0-2 3 15,1-3 3-15,1-2 2 16,-2-3 2-16,1 1-6 16,-1-3-25-16,0-3-11 15,0 1-11-15,-1-5-3 16,1 2-1-16,-1-3-11 0,0-2-55 16,0 1-45-16</inkml:trace>
  <inkml:trace contextRef="#ctx0" brushRef="#br2" timeOffset="-158664.46">14229 12263 423 0,'-3'-1'227'0,"0"1"-53"0,3-2-120 0,0 1-100 16,0 0-10-16,0 0 10 0,0 0 14 0,0 1 46 15,-1-1 16-15,1 0 11 16,-1 0 0-16,1 1-12 15,0 0-9-15,0 0-4 0,0 0 3 16,0 0 9-16,0 0 6 16,0 0 5-16,0 0-3 15,0 0-5-15,0 0-5 16,0 0-10-16,7 2-5 16,3 0-9-16,25 10 0 15,-19-6-2-15,2 0 1 0,3-1 3 16,1-1 2-16,0 0 4 15,2 0 0-15,2-3 2 16,-1-1-2-16,1-3 3 16,-1 0 1-16,0-2 0 15,-1 1-1-15,1-1-5 16,2 0-4-16,0 2-2 16,-2 0-2-16,-3 1 1 15,-1-1-1-15,-5 2 0 16,0-2-1-16,-5 2-8 15,-1 1-7-15,-3 0-9 16,0-1-5-16,-2 0-28 16,-2-1-29-16,-2 0-121 15</inkml:trace>
  <inkml:trace contextRef="#ctx0" brushRef="#br2" timeOffset="-158078.78">14739 12141 844 0,'1'0'327'0,"0"-1"-196"0,4 0-124 0,-5 1-7 0,0-1 0 0,0 0 1 0,0 0 12 16,0 1 9-16,0 0 11 15,0 0 0-15,2 0-10 16,-2 0-8-16,5 1-12 15,-3-1-2-15,4 2-1 16,4 1 0-16,20 16-1 16,-18-10 0-16,-2-2-3 15,-1 2-9-15,1-2-15 16,-1 1-7-16,3-1-4 16,-1 0 8-16,-2-2 16 15,-1-1 7-15,-5-1 8 16,4 0 2-16,-1-1 0 0,-4-2 0 15,4 0-1-15,-4-2 1 16,-3 2 1-16,4 0-1 16,-3 0 3-16,0 0 1 15,0 0 0-15,-1 0 0 16,0 4-5-16,-2 7-1 0,-5 27-9 16,2-19-8-16,1 2-33 15,1 3-27-15,-1 0-54 16,2-2-28-16,0 0-71 15,-2-5-20-15</inkml:trace>
  <inkml:trace contextRef="#ctx0" brushRef="#br2" timeOffset="-157698.97">15071 12103 933 0,'0'0'419'0,"0"1"-188"0,0-1-140 0,0 0-116 0,0 0-21 15,0 0-13-15,0 0 4 0,0 0 30 0,0 0 25 16,0 0 21-16,2 12 1 16,4 26-4-16,-6-22-8 15,1 5-10-15,-1 1 0 16,1 5-7-16,1 2 0 0,1 4-1 16,0-2-1-1,0-6-4-15,-1 0-5 0,0-5-24 16,0-3-23-16,-1-2-71 15,1 1-43-15,1-2-115 16</inkml:trace>
  <inkml:trace contextRef="#ctx0" brushRef="#br2" timeOffset="-156765.78">15068 12128 637 0,'0'-5'281'0,"-1"-5"-112"0,1 2-149 16,0-1-24 0,0 3-18-16,0 1 0 0,0 0 12 15,1 1 11-15,0 4 16 16,0-3 5-16,-1 2 8 16,0 0 0-16,0 1-5 15,0-1-3-15,0 0-8 16,0 0-3-16,0 0-4 15,0 0-2-15,8-4-3 16,23-12 0-16,-15 15 7 16,3 0 1-16,5 0 1 15,3-2 1-15,3 1-8 16,4 1-1-16,9 0 0 16,3 1 4-16,5 0 13 15,3-4 5-15,1 1 6 16,2-4-2-16,1 0-2 15,0 0-3-15,5 0-3 16,2 1-4-16,-2 3-9 16,-3-1-4-16,-2 2-2 0,-3 1 0 15,-3 0 1-15,2-2-1 16,-6 4 5-16,-3-1 4 16,-5 1 5-16,-6 0-1 15,-7 0-3-15,-2 0-6 16,-4 0-4-16,-1 0-1 15,-8 0 2-15,-4 1 4 16,-3-1 7-16,-1 2 2 0,-4-1 2 16,2-1-4-16,-2 0-8 15,-1 0-6-15,1 0-8 16,0 0-2-16,-1 0-1 16,1 0 2-16,0 0 6 15,-1 0 1-15,0 0 2 16,0 0 0-16,0 0 0 15,0 2 0-15,0 4-2 16,1-1 0-16,-1 6 0 16,0 27 0-16,5-16-1 15,1 4-3-15,1 5-5 16,-1 2 0-16,-2 5 0 16,1 1 4-16,2 2 4 15,-2-4 0-15,0 0 1 16,1-4 0-16,-4-4-8 15,2-3-9-15,-1-7-15 16,-1-1-7-16,1-5-4 0,-1 0 2 16,-1-6-2-1,0-4-4-15,0 2-28 16,-1 7-39-16</inkml:trace>
  <inkml:trace contextRef="#ctx0" brushRef="#br2" timeOffset="-155963.96">15108 12456 269 0,'-1'-1'164'0,"0"1"-3"0,0-1-92 0,0 1-41 0,0 0 13 0,0-1 23 0,0 0 18 0,0 0 15 15,0 0-3-15,1 0-8 16,-1 0-11-16,0 1-30 16,0-1-9-16,0 0-20 15,0 1-9-15,0-1-9 16,0 0-3-16,1 1 3 16,-1 0 2-16,0 0 7 15,1 0 2-15,22 7 0 16,33 6-1-16,-17-9 1 15,5 1 5-15,6-4 14 16,4-1 2-16,9-1-2 16,0 1-7-16,2-1-14 15,-2 0-4-15,2-1 17 16,0-2 10-16,2-3 13 16,4 0 6-16,-5-3-15 0,0 4-10 15,-2 1-14-15,-4 1-4 16,2 3-3-16,-6-1-2 15,-5 1 0-15,-6 1 0 16,-3 2 0-16,-3 0 0 16,-3 0 0-16,-3 2-1 0,-4-3 1 15,-1-1-1-15,-5 1-1 16,-3-1-4-16,-6 0-10 16,-3 1-10-16,-4-1-25 15,-3 0-21-15,-3 0-39 16,-4 0-23-16,3 0-155 15</inkml:trace>
  <inkml:trace contextRef="#ctx0" brushRef="#br2" timeOffset="-155050.09">15517 12250 554 0,'0'0'307'0,"0"0"-63"0,0 0-175 0,0 0-139 0,0 0-18 0,0 0 13 0,0-1 34 16,-1 1 74-16,0 0 32 15,0 0 14-15,1 0-10 0,-3 10-34 16,-29 26-19-16,22-17-17 16,-1 1-4-16,1-1-2 15,0-2 1-15,3-1 0 16,-1-4 3-16,2-1 0 15,-1-2-1-15,2-3-2 16,0-4-5-16,3 0-7 16,-1-2 1-16,2-1 10 15,0 0 11-15,1 0 28 16,-1 0 8-16,1-9 4 16,4-28-4-16,3 20-5 15,0-1 1-15,1 0 10 16,0-1 3-16,1 2-8 15,0 2-9-15,0 6-19 16,-1 3-9-16,0 3-6 16,-1 2-2-16,1 4-4 0,0 3-1 15,1 6-4-15,-2 2-3 16,-1 3-12-16,0 3-5 16,0 1-6-16,-1-1 0 15,-1-1 9-15,0-2 5 16,-1-3 9-16,2-4 5 15,-1-4 5-15,-2-1 4 0,1-4-1 16,0-2 2-16,-3 1 2 16,0 0 3-16,0 1 6 15,0-6 0-15,9-8 0 16,20-22 0-16,-22 20 10 16,-1-1 7-16,-2-2 17 15,0 1 3-15,2 3-12 16,-1 1-8-16,-3 4-27 15,-2 2-16-15,0 3-46 16,0 4-33-16,3 1-78 16,-3 0-36-16</inkml:trace>
  <inkml:trace contextRef="#ctx0" brushRef="#br2" timeOffset="-154216.8">15732 12277 238 0,'2'-2'186'0,"3"-3"47"0,-1 1-45 0,-2 0-67 16,2-1-15-16,-3 1-37 0,-1 1-17 0,0 1-24 0,-1 1-12 16,1 0-17-16,-1 1-2 15,0 0-2-15,0 0-1 16,0 0-12-16,-2 10-7 15,-9 26-10-15,10-21-5 0,1-2 6 16,-1 0 4-16,2-1-4 16,0-3-1-16,1 2-7 15,1-2 1-15,-1-3 13 16,2 1 12-16,1-6 43 16,2-1 20-16,3-5 10 15,2-2-1-15,3-3-34 16,-1 0-17-16,0-1-7 15,-2-4-1-15,1 1 10 16,-3 1 11-16,-1 1 28 16,-3 2 9-16,-2 0 12 15,-1 1-2-15,-2 2-13 16,0 0-4-16,-2 0-7 16,0 3-6-16,-2-2-19 15,0 4-12-15,-3 2-24 16,-2-1-12-16,-1 2-10 0,0 2 2 15,0 2 12 1,1 0 9-16,2-1 13 0,2 0-8 16,2-3-30-16,2 2-27 15,1-3-41-15,0-1-7 16,0 0-22-16,3-1-2 16,15-5 30-16,24-11 16 15,-19 6 55-15,0 0 31 16,-1 0 30-16,2 0 24 0,-3 2 55 15,-5 0 25-15,0 4 13 16,-1 1-9-16,-6 2-28 16,2 1-18-16,-4 2-7 15,-6 0-6-15,3 1-20 16,-4 2-1-16,0-3-23 16,0 0-8-16,0 2-7 15,0 11-7-15,1 26-2 16,-6-27 0-16,4 6-1 15,0 0 1-15,-4 1 0 16,5 3 0-16,-1-2 0 16,0 1 0-16,2-1-7 15,-1-2-6-15,-1-1-12 16,3 0-11-16,-5-6-25 16,5 2-10-16,-2-5-21 15,-1-4-17-15,2 2-63 16,-2-5-76-16</inkml:trace>
  <inkml:trace contextRef="#ctx0" brushRef="#br2" timeOffset="-153914.28">15967 12159 712 0,'-3'0'373'0,"2"0"-96"0,1-2-154 0,0 1-119 0,0 0-11 0,0 0-5 0,0 1 12 0,0-1 29 16,0 0 13-16,13-5 8 15,25-10-6-15,-14 8-24 16,8 1-13-16,0-2-21 15,2 0-12-15,-1 2-23 16,-3-1-19-16,-4 3-56 16,-3-1-66-16</inkml:trace>
  <inkml:trace contextRef="#ctx0" brushRef="#br2" timeOffset="-152267.5">2285 5180 172 0,'6'2'92'0,"5"1"-13"0,-1-1-38 0,2 1-4 0,-2-1 8 0,-2 1 10 0,1 0 9 0,0 3-4 16,-2 0 1-1,2 0-3-15,0 4-15 0,-2-2-4 16,1 2-10-16,2 0-5 16,-2-3-11-16,-1 0-3 15,1-1-4-15,-3-2-1 0,-2 0 1 16,0-2 0-1,0 0 9-15,-2-3 13 0,-1 0 22 16,0 0 7-16,4-8 5 16,29-37-8-1,-8 2-10-15,5-10-6 0,14-9-11 16,1-7-6-16,9-1-11 16,0 0-4-16,1 4-3 15,-6 3 0-15,-10 13-1 16,-5 9 0-16,-15 13 1 15,-4 8-1-15,-7 6 1 16,-2 5-1-16,-3 4-2 16,-1 2-3-16,3 5-27 15,-1 4-28-15,2 2-104 16,1 2-120-16</inkml:trace>
  <inkml:trace contextRef="#ctx0" brushRef="#br2" timeOffset="-150062.33">16664 12223 112 0,'0'1'11'0</inkml:trace>
  <inkml:trace contextRef="#ctx0" brushRef="#br2" timeOffset="-149617.15">16658 12228 282 0,'0'-1'180'0,"0"-1"-13"16,1 1-36-16,-1 1-64 15,0 0-22-15,0 0-23 0,0-1-3 16,0 0-1-1,0 0 2-15,0 0 0 0,0 0-4 16,0 0-6-16,0 1-4 16,0-1-6-16,0 0-4 15,0 1-11-15,0 0-4 16,0 0 1-16,0 0 2 16,0 0 8-16,0 0 4 0,0 0 2 15,0 0 1-15,0 0 1 16,5-1 1-16,1 0 0 15,4-2 0-15,27-3 0 16,-20 4 0-16,6 1 1 16,0 0 1-16,2 1-2 15,2-1 0-15,-2 1 1 16,0 0 1-16,1-1 7 16,2 1 4-16,0 0 3 15,-3-1 1-15,-4-1-2 16,-1 0 0-16,-3-1-1 15,-1 1-2-15,-1-2-4 16,-1 1-1-16,-4 0 2 16,0 0 0-16,-3 3-2 15,0-1-2-15,-1 3-5 16,-2-1-1-16,1 0-18 0,-2 2-25 16,1-1-110-16,-2 0-119 15</inkml:trace>
  <inkml:trace contextRef="#ctx0" brushRef="#br2" timeOffset="-148948.91">17112 12068 468 0,'0'1'184'0,"5"1"-104"0,-3 0-61 0,-2-2 9 0,0 0 39 0,0 0 25 0,0 0 33 16,0 0 8-16,0 0-19 15,0 0-17-15,0 0-40 16,0 0-18-16,0 0-22 0,0 0-8 16,0 0-9-16,7 4 0 15,4 1 0-15,23 28 0 16,-18-20-1-16,2 3 1 15,-2 0-1-15,3-3-1 16,-1-2 1-16,-1-2 0 0,-2-3 0 16,-2 0 1-16,0-1 0 15,-3-2 1-15,-1 0-1 16,-2-1 0-16,0-2 0 16,-2 0 0-16,-1 0 0 15,-2 1 0-15,-2 2-7 16,0-3-4-16,-1 0-7 15,0 0-2-15,-2 12 0 16,-9 25 4-16,4-18 8 16,-4 0 4-16,1-2 10 15,0-1 3-15,1-4 1 16,2-1 0-16,0-4-7 16,1-1-5-16,3-2-12 15,0 2-9-15,2-4-40 16,0-1-49-16</inkml:trace>
  <inkml:trace contextRef="#ctx0" brushRef="#br2" timeOffset="-147599.41">13669 12863 579 0,'0'0'264'0,"0"-1"-62"0,5 1-188 0,-5-1-14 0,0 0 0 0,8-1 2 0,23-5 4 15,-21 4 13-15,-2 1 26 16,-1 0 5-16,-1 2 0 16,1 1-12-16,-1-1-26 15,5 2-5-15,-2 2-6 16,0-1-1-16,4 4-2 16,-6-1-1-16,0 2-14 15,1 4-9-15,-4 2-11 16,2 0-4-16,-2 4 9 15,-3-3 8-15,-1 2 15 16,0 2 5-16,-2-2 5 16,1 1 3-16,-3-2 1 15,1-3 1-15,-2-2 6 16,0-3 4-16,4-5 10 16,-1-2 4-16,0 0 4 15,2-2-3-15,0 0-8 0,0 0-5 16,0 0-8-16,1-12-2 15,8-26-3-15,-1 20-3 16,3 0-2-16,-2 0-5 16,1 1 1-16,-5 2 0 15,-1 2 4-15,2 3 2 0,0 5 4 16,-1 0 4 0,-2 4 3-16,-1 1 0 0,-1-1-3 15,-1 2-5-15,0 0-5 16,0 0-3-16,0 2-3 15,3 13-3-15,2 25 0 16,-4-22 2-16,-2 0 4 16,1-1 3-16,-1-1 0 15,1-2 1-15,1-3-1 16,1-2-1-16,1-4-7 16,1-3-4-16,4-2-17 15,0-2-11-15,4-3-55 16,3 1-51-16</inkml:trace>
  <inkml:trace contextRef="#ctx0" brushRef="#br2" timeOffset="-146966.78">14155 12871 860 0,'-1'0'304'0,"-2"-1"-273"0,-1 0-57 0,4 1-23 0,-1-1 3 0,0 0 35 0,0 0 18 0,0 0 27 15,0 0 2-15,1 1-11 16,0 0-10-16,0 0-10 16,0 0-2-16,0 0-3 15,0 0 0-15,5 5 1 16,1 1-1-16,20 24 1 16,-20-21 0-16,-3-1-1 15,1 4 0-15,1 2-1 16,-3 0-4-16,1 2-1 15,-1-1-1-15,-2 1 2 16,-3-2 5-16,-1 3 8 16,1-2 4-16,-3-3 0 15,1 0 0-15,0-4-6 16,-1-1 0-16,2-4-1 0,3 0-2 16,1-1-2-16,-1-2-1 15,1 0-1-15,-1 0-4 16,0 0-2-16,0 0-1 15,0 0 0-15,0 0 2 16,1 0 1-16,0 0 1 16,0 0 3-16,0 0 1 0,11 0 3 15,18-5 2-15,-16-5-1 16,1 1 0-16,-2-2-1 16,4 0-2-16,-3 3-13 15,-1-2-17-15,1 2-65 16,-3 1-51-16</inkml:trace>
  <inkml:trace contextRef="#ctx0" brushRef="#br2" timeOffset="-146099.6">14494 12902 954 0,'0'1'368'0,"3"0"-260"0,-2-1-78 0,-1-1-37 0,0 0-3 0,0 0 3 0,0 1 4 0,0-1 5 16,0 0 3-16,0 0 0 16,0 0-1-16,5 0-1 15,0 1-2-15,1 0-1 16,26 3 0-16,-20-1 0 16,0-1 1-16,6 1-1 15,1 2 0-15,3-4 1 16,4 4 0-16,1-2-1 15,-2 1 1-15,1 0 0 16,-2-1-1-16,-3 1 0 16,-1-1 1-16,-2 1-1 15,-4 0 0-15,-2 1 0 16,-2 0 0-16,-1 0 0 16,-1-2-1-16,-1 1-12 15,-1-1-16-15,-2-2-50 16,0 1-38-16,-3-1-110 15</inkml:trace>
  <inkml:trace contextRef="#ctx0" brushRef="#br2" timeOffset="-145562.25">14919 12780 1099 0,'0'-2'406'0,"0"2"-317"16,-3-5-56-16,3 5-25 15,0 0-8-15,0 0-1 16,0 0 5-16,0 0 15 16,0 0 7-16,0 0 7 15,0 0-5-15,4 6-13 16,-1 0-6-16,19 21-8 15,-17-19 0-15,3 0-1 16,-2-2 0-16,1 4 0 16,1-3 0-16,0 0 0 15,1 1-3-15,-1-3-5 16,3 0-4-16,-1 1-9 16,2-2-4-16,-1-1-2 15,-2 0 2-15,0-1 5 0,-3 0 4 16,-1 0 8-16,-1 0 3 15,0 0 5-15,-1-1 0 16,-2-1 3-16,-1 0 1 16,0-1 6-16,0 0 5 0,0 1 4 15,-1 0-3 1,0 0-5-16,0 0-7 0,1 0-10 16,-1 1-6-16,-4 11-8 15,-10 26-4-15,6-23-3 16,1 2-4-16,0 2-34 15,1 1-25-15,3-1-120 16,1 0-141-16</inkml:trace>
  <inkml:trace contextRef="#ctx0" brushRef="#br2" timeOffset="-145217.42">15443 12767 982 0,'0'0'383'0,"-1"1"-277"0,1 4-109 0,0-5-102 0,0 0-13 0,0 2 28 0,-1-2 42 16,0 0 89-16,-1 20 27 0,-5 29 5 0,0-23-16 15,1 2-32-15,2-7-11 0,2 0-11 16,0-2-3-16,0 1-7 16,1-1-7-16,0-1-19 15,2 1-9-15,2-3-31 16,-1 0-28-16,2-2-96 15</inkml:trace>
  <inkml:trace contextRef="#ctx0" brushRef="#br2" timeOffset="-144066.33">15459 12739 690 0,'0'0'313'0,"1"2"-84"15,-1-1-268-15,0-1-44 16,0 0-12-16,-1 0 11 0,1 0 64 16,0 0 38-16,0 0 43 15,0 0 5-15,0 0-12 16,0 0-15-16,13 0-27 16,24 3-8-16,-14-5-3 15,2 0-1-15,3-2 0 16,4 2 1-16,6-4 1 15,2 1 0-15,10 0 0 16,3-3-1-16,8 1 1 16,-2 0-1-16,6-5-1 15,-1 3 1-15,3-3 1 16,1 2-1-16,-6 2 8 16,-2 0 3-16,-8 1 2 15,-1 2 0-15,-7 0-7 16,-2 2-2-16,-7 2 6 15,-8-1 10-15,-6 2 15 16,-4 0 5-16,-6 3 4 16,-2-1-3-16,-4 1-7 15,0 1-2-15,-3 1-13 0,-2 0-6 16,0 2-8-16,-1-2-1 16,-1 3 5-16,1 0 0 15,-1 2 0-15,1 2-4 16,-1 5-4-16,0 5 0 0,0 3-2 15,1 4 0-15,0 4-1 16,1 0-1-16,3 2 1 16,-1-2 0-16,1-4 1 15,-3-2-1-15,1-5 0 16,-1-1-3-16,0-5-9 16,0-2-5-16,0-4-8 15,0-2-2-15,0-2 7 16,1 0 4-16,-1-3 9 15,0 0 4-15,0-4 3 16,0 0 0-16,-1 1-3 16,1-1-2-16,0 1 0 15,0 0-1-15,0 0 3 16,-1 0 1-16,0 0 0 16,0 0 0-16,-9 2-5 15,-26 3 0-15,20-5-1 16,-1-1 2-16,-4-1 4 15,-2 1 2-15,-4-2 0 0,1 1-2 16,-4-1-3-16,4 0-2 16,-2-1-3-16,-3 1-3 15,-2 3-6-15,-7-2-4 16,-2 2 0-16,2-2 3 16,-2 1 10-16,1 0 6 15,1 1 3-15,0-3 2 0,2 3-1 16,-2 0 1-16,-3 1-1 15,1 1 1-15,-1-3 0 16,3-1 0-16,4-2 1 16,-1 0 0-16,8 2-1 15,-1-1 0-15,5 2 0 16,-1 1 0-16,-2 2-1 16,2 0 0-16,2 0-1 15,2-1 0-15,5-1 1 16,2 0 1-16,5 1-8 15,1-1-20-15,4 2-88 16,2-2-86-16</inkml:trace>
  <inkml:trace contextRef="#ctx0" brushRef="#br2" timeOffset="-143301.02">15765 12863 781 0,'0'0'296'0,"0"1"-211"0,0-1-66 0,0 0-36 15,0 0-9-15,0 0 8 0,0 0 6 0,-1 0 17 0,-1 7 8 0,-4 9-6 16,-12 21-4-16,10-18-2 15,-1-3-1-15,0 2-1 16,2-3-4-16,2-3-4 16,0 0-2-16,0-5-2 15,2-1 1-15,-2-6 5 16,3 0 2-16,0-2 6 16,1 1 5-16,0 0 10 15,0 0 2-15,0-9 3 16,3-26-2-16,3 18 2 0,3-1 2 15,2-2-2-15,3 2-2 16,-2 1-12-16,2 4-5 16,1 3-4-16,-1 3-2 15,0 2 0-15,-1 4-2 16,-3 4-1-16,2 2-12 0,-3 3-26 16,3 1-12-16,1 5-29 15,0 0 0-15,-1 5 5 16,-1-1 1-16,0 1-1 15,-3-1 1-15,1 0 12 16,-4-3 14-16,2-7 36 16,-1 0 16-16,-3-5 24 15,1-2 19-15,-3-2 27 16,0 1 13-16,0 1 27 16,0-6 1-16,3-12-6 15,6-21-12-15,-4 20-42 16,-2-1-20-16,2 3-24 15,2 2-5-15,-4 1-19 16,2 6-23-16,-3-3-73 0,0 0-55 16</inkml:trace>
  <inkml:trace contextRef="#ctx0" brushRef="#br2" timeOffset="-142617.02">16032 12853 110 0,'0'4'64'0,"1"2"-12"0,0 2-12 0,-1 0-12 0,1 2 0 0,-1 2 22 15,-2-4 14-15,1 1 21 0,-3-3 5 0,3 0-13 16,1 1-13-16,-2-1-25 16,4-1-10-16,0 1-1 15,-2-1 1-15,1 1-4 16,1-2-2-16,3-1-13 15,1 0-3-15,2-3 4 16,-1 0 5-16,0-3 8 16,1-2 2-16,0 0 3 15,0-1-2-15,-2-3 4 16,-1 2 7-16,-2-3 27 16,0-1 12-16,-1 0 13 15,-2 0-2-15,0-3-26 16,-2 4-13-16,-2-2-26 15,-1-1-11-15,0 3-14 16,0 0-8-16,1 7-17 16,-3 1-11-16,0 4-24 15,0 1-11-15,1 0-14 16,2 6-6-16,3 1-7 0,1 0 2 16,1-2 23-16,3-2 15 15,6-5 31-15,2-1 13 16,6-3 6-16,2-4-5 15,1-1-18-15,1-2-3 16,-3 0 2-16,1-1 10 0,0 2 32 16,-2 1 14-16,-5 2 15 15,1 2 10-15,-5 6 4 16,-3-2 4-16,-3 2 13 16,-2 5 0-16,-2-3 1 15,1 6-6-15,-1 1-23 16,-4-1-12-16,1 4-16 15,-3-2-6-15,-3 3-3 16,3 2-1-16,-2 0-1 16,1 2-1-16,2-3-2 15,-1 0-9-15,2 1-26 16,2-2-23-16,-1 0-58 16,1-1-33-16</inkml:trace>
  <inkml:trace contextRef="#ctx0" brushRef="#br2" timeOffset="-142332.1">16244 12829 859 0,'1'1'457'0,"1"1"-66"0,-2 0-281 0,0-2-133 0,0 0-11 0,0-1-2 0,0 0 15 0,13 0 21 0,21-6 10 0,-21 1 2 16,0 0-2-16,-5-2-14 15,2 1-24-15,0 2-80 16,3 1-89-16</inkml:trace>
  <inkml:trace contextRef="#ctx0" brushRef="#br2" timeOffset="-139495.85">16849 12911 503 0,'-1'-3'253'0,"-1"-1"-33"0,0 1-220 0,1 2-39 0,1 0-13 0,-1 0 6 0,0 0 54 15,0 0 31-15,0 0 42 16,0 1 11-16,0-1-13 16,0 0-13-16,1 0-26 15,-1 0-11-15,0 0-15 16,0 0-7-16,0 0-8 16,0 1-7-16,0-1-11 15,1 0-4-15,-1 0-2 16,0 0 0-16,1 0 0 15,0 0-1-15,0 1 0 16,0 0 2-16,0 0 10 16,9 2 4-16,28 6-4 15,-23-6-4-15,7-1-12 16,0 1 0-16,2-1 5 16,-1 2 8-16,-2 0 15 15,0 1 8-15,-1 0 20 0,-1-2 4 16,-4-2 10-16,4 0-4 15,0 0-14-15,3 0-4 16,0 0-11-16,-1-2-4 16,-2-1 0-16,-2 2-1 15,-2 0-1-15,-3 1 1 16,-1 1-2-16,-2 1 0 0,-2 1-14 16,1 1-22-1,-2 0-117-15</inkml:trace>
  <inkml:trace contextRef="#ctx0" brushRef="#br2" timeOffset="-138860.68">17204 12780 837 0,'0'-1'381'0,"0"-1"-175"0,0-1-146 0,0 2-97 0,0 1-5 0,0-1 11 0,0 0 22 16,0 0 36-16,0 0 14 15,0 0 13-15,0 0-4 16,0 1-20-16,0 0-11 16,0 0-13-16,5 1-3 15,5 2-3-15,24 8 0 0,-17-1-1 16,2-3 1 0,1 1 0-16,4 1 0 0,1 0-3 15,-4-1-10-15,0 3-12 16,-3-4-3-16,-4-1-2 15,0 0 9-15,-2-2 12 16,-1 0 4-16,-5 0 5 16,3-2 1-16,-5 0 1 15,-1-2-1-15,-3 0 0 16,-1 0 0-16,1-1 1 16,0 0-1-16,0 1-1 15,0 0 0-15,-1 0-1 16,0 0 0-16,1 0 1 15,-5 5 0-15,3 9 1 16,-28 23 0-16,21-18 1 16,-3 1-1-16,1-1-1 15,3 2 0-15,-2-4 0 16,4 0 0-16,2-4-4 16,-2-3-12-16,1 1-43 0,0-1-37 15,-2-3-148-15</inkml:trace>
  <inkml:trace contextRef="#ctx0" brushRef="#br2" timeOffset="-137967.65">17712 12020 317 0,'0'0'171'0,"0"-2"-28"0,0-2-57 0,0 3 0 0,0 1 20 15,0-1 7-15,-1 0-1 16,1 0-14-16,0 0-42 15,0 0-21-15,0 0-29 16,0 1-5-16,0 0-4 0,4 5-3 16,5 15-9-16,17 25-4 15,-20-16-14 1,0 5-2-16,-2 5 2 0,4 3 5 16,-2 3 16-16,-1-1 6 15,-1 0 5-15,2 0-18 16,-2-1-33-16,1-1-14 0,0 0-18 15,-3-3 11-15,-2 1 32 16,-2-1 18-16,2-4 23 16,-2-1 7-16,2-4-5 15,0-3-13-15,-6-3-57 16,5-1-34-16,-3 1-62 16,3 0-1-16,1 0 51 15,-2 1 39-15,2-5 82 16,0-2 12-16,0-6-14 15</inkml:trace>
  <inkml:trace contextRef="#ctx0" brushRef="#br2" timeOffset="-136648.93">17740 12045 847 0,'0'0'353'0,"0"-4"-217"0,-3-1-120 0,3 0-86 0,0-3-3 0,-1 0 26 0,2 3 38 0,-1-1 66 16,0 3 17-16,4 3-2 16,0-1-17-16,-4 1-37 15,0-1-14-15,14-1-5 16,31-1-1-16,-7 0 2 16,6 0 0-16,12 0 1 15,6 0-1-15,3 1-1 0,4-2-10 16,2 1-10-16,-4-4-2 15,0 0 4-15,-8 0 8 16,-10-1 15-16,-3 2 7 16,-7 0 9-16,-1 3 2 15,-6 2 0-15,-3-1-2 0,-8 4-8 16,-6 0-2-16,-5 1 3 16,-3 3 3-16,-3-3 2 15,-1 2 1-15,0 0-8 16,-2 1-5-16,-1 4-5 15,0 0-4-15,-1 3 0 16,0 0 1-16,-1 0 0 16,-3 2 1-16,2 1 0 15,-1 2-2-15,3 6-1 16,-1 1-2-16,2 3 1 16,0 3-3-16,1 10-16 15,2 6-8-15,2 11-21 16,-2 3-12-16,0 2 2 15,-2 0 3-15,-1-5 21 16,1 0 15-16,1-6 20 16,1-5 5-16,2-8 4 15,-1-4-1-15,0-9-3 16,-3-4 0-16,0-2-1 16,1-5 0-16,0-1 1 0,1-2 2 15,0-4 3-15,-1 1 3 16,1-1 1-16,-1 0 1 15,-2 0-3-15,2 0 0 16,-1 0 0-16,0-1 2 16,-1-2-1-16,0-1-1 15,-2 0-3-15,0-1-4 0,-3 2 0 16,-1 0-1-16,-1 1 0 16,0 0 1-1,1 0-1-15,0-1 1 0,0 0-1 16,-1 1 1-16,0-3 0 15,1 0 1-15,-1-1-1 16,-1 0 2-16,-2-2 0 16,1 0 0-16,-1 0 3 15,0 0 0-15,-3-1 1 16,-2-2-1-16,-3-1-1 16,0 1-1-16,-1-1-3 15,-2 2 1-15,-1 0-1 16,-3-2 1-16,-1-1 4 15,-1 2 1-15,-1-2 4 16,-3 0 0-16,-2 2-4 16,-1-2-1-16,0 0-3 15,2 1-2-15,0-1 1 0,0-1 0 16,1 0 1-16,-3 1 1 16,-1-2 0-16,-1 4 1 15,-2 0 2-15,0-1-1 16,3 3-1-16,4 0 1 15,4 2-3-15,2 2 0 16,7 0-3-16,-2 1-1 0,9-1-2 16,1 2-5-16,2-3-24 15,6 2-23-15,0-3-120 16</inkml:trace>
  <inkml:trace contextRef="#ctx0" brushRef="#br2" timeOffset="-135769.29">17888 12434 800 0,'0'1'350'0,"0"-1"-133"0,3 2-237 0,-3-2-50 0,0 0-38 0,0 0 7 0,0 0 52 0,2 6 38 0,5 10 52 16,5 24 11-16,-11-20-11 16,-1 1-12-16,-2 1-29 15,1-1-13-15,-1 1-13 16,-3-1 1-16,3-2 9 15,-2-4 10-15,-1-4 16 16,4-3 6-16,-4-4 12 16,2-3 2-16,1-1 2 15,-5-6 3-15,1-4 13 16,1-1 6-16,-1-7 9 16,4 0 0-16,2-1-8 15,1-2-5-15,2-3-5 16,0-2-4-16,0 0-10 15,3-1-5-15,-3-2-9 16,4 2-3-16,1 0-5 0,0 3-3 16,2 5-4-16,-1-1-2 15,0 6 1-15,1 2 0 16,-3 4 2-16,-1 4 1 16,-1 2-1-16,-1 1-2 15,2 3-5-15,-1 0-3 16,1 4-2-16,0 1-1 0,0 1 0 15,-1 2 2-15,-2 0 1 16,1 4 2-16,0 1 3 16,1 4 1-16,0 0 1 15,-1-2-1-15,-1-1 1 16,2 1 0-16,0 0 0 16,-1-1 0-16,1 3-1 15,0-2 1-15,0-1-11 16,-2 2-4-16,2-3-10 15,-2 1-4-15,0-2 5 16,-2-1-2-16,-1-1-9 16,0-3-11-16,1-4-25 15,1 1-17-15,-2-3-54 16,-1-2-44-16</inkml:trace>
  <inkml:trace contextRef="#ctx0" brushRef="#br2" timeOffset="-135500.9">17885 12562 1514 0,'4'-4'-43'0,"1"-1"-10"0,4-2-29 0,3 2 31 0,-2 0 18 0,0 3 33 0,1-1 2 0,3 1-30 0,0 0-94 0</inkml:trace>
  <inkml:trace contextRef="#ctx0" brushRef="#br2" timeOffset="-134351.96">18084 12490 898 0,'1'0'384'0,"2"-4"-203"0,-2-1-113 16,1-2-71-16,1 1-5 16,2 1 1-16,0 2 6 15,0 2 10-15,1 0 2 16,1 3-1-16,1 2-3 0,0 4-11 16,0 1-4-16,-1 2-12 15,-1 2-2-15,0 3 7 16,-2-1 4-16,-2 0 12 15,1 0 5-15,-3-3-1 16,-1-1 0-16,0-2-1 16,-3-3-1-16,3-1 1 15,0-2 0-15,-1-2 1 16,1-1 2-16,0 0 6 16,0-1 8-16,0 0 3 15,1 0-1-15,0 0-8 16,2-5-8-16,4-9-4 15,12-21 1-15,-11 19 8 16,-2 0 4-16,3 1 5 16,3-2-3-16,1 3-7 15,1 2-7-15,-1 5-6 16,-5 0-4-16,1 4 1 0,0 3 0 16,0 1-9-16,0 3-6 15,0 7-23-15,-1 2-13 16,-3 4-19-16,0 4-2 15,-4 1 7-15,-1 1 10 16,-2 2-9-16,2-2-25 16,0-2-52-16,-1-4-5 15,2-6 42-15,0-5 45 0,5-8 70 16,2-2 9-16,4-6-21 16,2-1-20-16,2-4-3 15,2 0 7-15,-1-1 27 16,0 0 16-16,0-1 28 15,0 1 12-15,-3-1 21 16,1 0 10-16,-6 1 4 16,0 0 0-16,-2 3-15 15,-1 3-5-15,-1 6-7 16,0 2-7-16,-2 2-11 16,-3-1-11-16,0 2-23 15,0 0-10-15,0 0-7 16,0 0 0-16,0 0 0 15,-6 3-1-15,-1-2-5 16,-23 32-1-16,21-19-4 16,-2 2 0-16,2 1 3 15,-1 0-1-15,2 0 0 0,0-1-3 16,1 1-16-16,2-1-13 16,1-2-24-1,1-1-7-15,2-2 4 0,1-2 9 16,1-3 25-16,0-1 12 15,1-4 24-15,1-1 9 16,-2-1 5-16,0 0-2 16,3-5-10-16,1-12-2 0,29-27-1 15,-19 20 1 1,-1-2 4-16,1 2 3 0,0-3 23 16,-1 2 14-16,-2-2 26 15,-3-3 7-15,-1 5 6 16,-5-3-1-16,0 6-10 15,-1-1-8-15,-1 4-25 16,1 4-15-16,-1 9-22 16,2 1-6-16,2 6-16 15,-2 2-3-15,-1 5-3 16,-1 6-6-16,0 9-12 16,-1 4-8-16,0 6-18 15,1 2-8-15,0 2-22 16,2 2-36-16</inkml:trace>
  <inkml:trace contextRef="#ctx0" brushRef="#br2" timeOffset="-133469.22">18451 12409 825 0,'0'0'357'0,"0"-2"-150"0,0-1-187 0,0 2-27 0,0 1-19 0,0 0 2 0,0 0 9 0,0 0 7 0,0 0 11 15,0 0 3-15,0 0 0 16,2 6-1-16,1 1-6 16,11 21-4-16,-12-21-4 15,-3 0 2-15,0 3 4 16,-2-4 3-16,-2 6 1 0,-1 1 0 15,-2 0-1-15,0 4 0 16,-3-3-3-16,0 3-1 16,-3-1 0-16,0 2 1 15,0-1 2-15,-1-1 1 16,3 0-3-16,-1-2-8 16,1-3-23-16,-1-1-16 0,1-4-31 15,0-2-11-15,3-1-17 16,0-1-23-16</inkml:trace>
  <inkml:trace contextRef="#ctx0" brushRef="#br2" timeOffset="-132785.83">18504 12409 538 0,'0'0'140'16,"1"-3"-245"-16,0 1-29 0,-1 1 56 0,0 1 78 0,0 0 156 0,0 0 33 0,0 0 5 0,0 0-34 16,0-1-75-16,0 1-27 15,0 0-36-15,0 0-11 16,0 0-5-16,0 0-1 16,0 0 1-16,0 0-1 0,0 0 1 15,0 0 0-15,0 0-2 16,0 0-2-16,0 1 0 15,0 6-1-15,0-1 3 16,3 20 0-16,-3-21 4 16,1-1 1-16,-1 1-2 15,2 1-2-15,-2 3-4 16,2-1-1-16,-2 3 0 16,-2-1 0-16,1 0 2 15,-2 0 0-15,-1-1 1 16,1-1 0-16,1 4-2 15,-2-2 0-15,0 0-1 16,-2 2 0-16,-4-3 1 16,3 2-1-16,3-3 2 0,-1 0 0 15,1 0 2-15,-1-2 2 16,-4-1 3 0,1 0 0-16,-2 0 3 0,1 0 1 15,-3-1 0-15,2-1-1 16,-1 0-5-16,0 0-3 15,1-3-7-15,0 0-13 16,1 0-33-16,1 0-32 0,3 0-106 16,-2 0-84-16</inkml:trace>
  <inkml:trace contextRef="#ctx0" brushRef="#br2" timeOffset="-132285.89">18495 12471 404 0,'0'0'243'0,"0"-4"-19"0,2 4-158 0,-2-1-93 0,0 0-4 0,0 0 20 0,0 1 27 0,0 0 52 0,0 0 16 16,0 0 17-16,0 0-7 16,0 0-38-16,0 0-16 15,0 0-24-15,0 0-7 16,0 0-5-16,0 0 0 15,0 0 2-15,0 0 2 16,0 0 1-16,0 0-2 0,0 4-2 16,1 5-3-16,3 21-1 15,-2-19-1 1,-2-1 0-16,0 1 0 0,-3 0 0 16,1 0 2-16,1 2 0 15,-1-1 0-15,-3 2 1 16,-2-2-2-16,-3 1 0 15,-1 1-1-15,1 0 0 16,-3 2-10-16,0 1-62 16,-1-1-64-16</inkml:trace>
  <inkml:trace contextRef="#ctx0" brushRef="#br2" timeOffset="-131685.9">18670 12484 560 0,'0'1'262'0,"0"-2"-113"0,0 1-123 0,0 0-103 0,0 0-17 0,0 0 15 0,0 0 36 0,14 1 81 16,25 0 27-16,-17-1 15 16,3-1-9-16,5-4-33 15,3 3-8-15,0-1-5 16,1 1 2-16,2 0 10 15,-1-1 2-15,6-1-2 16,0-1-3-16,-1 0-10 16,0-1-5-16,-4 2-9 0,-1 1-3 15,-7 2-1-15,0 1-2 16,-5-2-1-16,-1 1-1 16,-2 3-2-16,-4-2 0 15,-3 2-2-15,-1 3-3 16,-2-2-20-16,-3 1-17 15,-3-2-54-15,0-2-35 0,-3 0-99 16</inkml:trace>
  <inkml:trace contextRef="#ctx0" brushRef="#br2" timeOffset="-131252.43">19355 12326 1074 0,'0'-2'452'0,"0"-2"-248"16,1 2-134-16,-1 1-80 15,0 0-11-15,0 0-2 0,0 0 5 16,0 1 11-16,0 0 7 15,0 0 6-15,1 0 0 16,8 10-2-16,21 19-3 16,-19-19-1-16,1 0-1 15,2 0-5-15,1 0-2 0,0-1-1 16,2-2-2 0,-2 1-6-16,3 2-5 0,-3-1-15 15,-2-1-2-15,-3 2 7 16,-3-1 6-16,-1 3 15 15,0 3 5-15,-3 0 1 16,-3 2 0-16,-2-3-5 16,-5 0-4-16,-4-2-7 15,2 1-2-15,-6-2-3 16,1-1-5-16,0 1-39 16,0-5-55-16</inkml:trace>
  <inkml:trace contextRef="#ctx0" brushRef="#br2" timeOffset="-129669.47">19859 12377 854 0,'0'-1'396'0,"0"1"-161"0,0 0-165 0,-1 0-127 0,1 0-22 0,-1 0-5 16,0 0 18-16,0 0 59 0,0 0 23 16,0 0 18-16,-2 4 0 15,-5 10-18-15,-13 23-8 16,12-19-10-16,-4 1-3 16,2 1-1-16,1 1 2 15,2-4 2-15,2 0 2 16,4-6 0-16,2-1 0 15,1-4-12-15,2 1-5 0,2-6-6 16,0-1-1-16,7-3 4 16,1-3 3-16,1-4 5 15,3 1 2-15,-4-6 10 16,0-1 6-16,0 1 5 16,0-4 2-16,-1 3 4 15,-3 1 3-15,-1 2 7 16,-4 4 4-16,-3-1-1 15,-1-1-7-15,-4 2-12 16,-3 0-8-16,-3 0-7 16,-1 2-5-16,2-1-7 15,3 2-1-15,1 3-1 16,4 1 4-16,0 2 7 16,1-1 3-16,0 0 6 15,0 0 2-15,0 0-4 16,0 0-5-16,2 0-14 15,13-6-5-15,21-7 4 16,-24 12 4-16,-1-1 10 0,-3 4 5 16,0 5-1-16,1-2-6 15,-1 5-28-15,-3-1-12 16,0 6-19-16,-3 0 7 16,-2 4 25-16,1 0 14 15,-2 0 22-15,0 0 2 16,0-5 2-16,-2 0-2 15,3 0-3-15,-1 0-2 0,1-1 0 16,1-4 1-16,1-7 6 16,2-1 3-16,4-5-8 15,1-2-7-15,4-3-15 16,0-3 4-16,0-3 28 16,1-1 21-16,1-2 27 15,-1 1 7-15,-2-1-8 16,-2 2-3-16,-1 2-14 15,0 1-11-15,-3 5-17 16,-1 3-13-16,-2 3-23 16,0 3-6-16,1 6-6 15,-2 1 4-15,0 5 5 16,-1 6-1-16,-1 2-21 16,-1 3-12-16,1 3-24 15,0-2-16-15,0 0-34 16,0-3 9-16,2-6 46 15,1-5 54-15,3-7 103 0,3-4 15 16,4-9-19-16,4-3-58 16,5-6-150-16</inkml:trace>
  <inkml:trace contextRef="#ctx0" brushRef="#br2" timeOffset="-129453.21">20401 12178 431 0,'2'-15'298'0,"4"-19"12"0,-5 1-84 0,-1 9-120 0,-1 2-34 0,-1 11-47 0,1 6-11 0,-1 5-12 16,-1 7 1-16,-3 4 4 15,-1 3 1-15,-6 7 3 16,5 2-3-16,-2 8-6 16,2 1-1-16,3 4-1 15,-2 3-5-15,2 1-19 16,3 1-17-16,0 1-46 15,2-1-44-15</inkml:trace>
  <inkml:trace contextRef="#ctx0" brushRef="#br2" timeOffset="-127852.61">20273 12469 1062 0,'1'-1'393'16,"5"-2"-319"-16,0-2-65 0,8 0-35 15,4-1-3-15,4 0 17 16,-1 0 10-16,4 4 8 16,1-4 2-16,1 1 1 15,2-1 0-15,-4-3-1 16,-2 2 0-16,-4 1-1 16,-4 0 3-16,-4 6 3 15,-1 0-1-15,-2 3-6 16,-1 4-6-16,-2 4-9 15,-2 6 0-15,-2 3 0 16,-3 5 1-16,-1 4-1 16,-2 1-1-16,-2 4-8 15,2 0-4-15,-3 0-21 16,1 0-15-16,-1-7-5 16,0-4 5-16,1-6 12 15,2-6 14-15,2-6 13 0,1-1 5 16,2-5 14-16,0-5 1 15,1-2-2-15,0-7-3 16,1-2 1-16,2-1 3 16,-1-5 12-16,3 2 9 15,-1-3 23-15,1 0 16 16,-2-4 17-16,0 1 0 16,0-4-10-16,-1 1-14 0,-1 4-21 15,0 0-8-15,0 6-10 16,-1 1 3-16,2 4 4 15,-1 2 2-15,1 4-2 16,0 4-6-16,-1 3-14 16,2 1-5-16,2 3-13 15,-1 0-8-15,5 1-13 16,2 3-5-16,0 1-3 16,3 2 5-16,-1 2 17 15,-1 0 9-15,-1-1 15 16,-4-1 1-16,-1-2 2 15,-1 0-2-15,-4 1-2 16,0 0-2-16,-5 2-2 16,-3 0 1-16,-5 3 2 15,-3-1 1-15,-4 2 0 16,-2 0-2-16,-3 4-13 16,0 0-12-16,1-2-35 0,1 1-11 15,6-6 10-15,1-3 13 16,8-7 36-16,2-2 15 15,4-6-7-15,3-3-33 16,5-6-91-16,4-2-34 0,5-6-11 16,1-2 28-16,4 0 89 15,1 1 27-15,-1 4 51 16,-2 3 33-16,-3 3 66 16,-1 3 38-16,-3 5 21 15,-3 0-6-15,-4 3-19 16,-1 1-10-16,-5-1-13 15,3 3-10-15,-1 0-25 16,-2 0-21-16,0 0-35 16,0 0-16-16,0 0-22 15,0 1-4-15,0 0-5 16,0 0-2-16,0 0 1 16,-1 15 2-16,-3 22-1 15,6-21-3-15,1-1-10 16,1-2-5-16,2-1 4 15,-3-5 5-15,4-2 18 16,1-3 6-16,2-3 1 16,2-2-3-16,2-4-9 0,1-3-2 15,1-2 5-15,-2-3 3 16,-3 0 12-16,-3 1 5 16,-2-4 10-16,1 1 0 15,-5-2-6-15,2 3-7 16,-3 6-23-16,1 4-8 0,-1 4-12 15,1 3-1 1,-1 5 2-16,2 5 1 0,0 6-1 16,1 3-6-16,-2 0-20 15,0 1-7 1,1-4-1-16,-1-2 10 0,2-4 28 16,-2-6 17-16,3-4 21 15,0-2 1-15,2-4-9 16,2-5-9-16,4-3-13 15,-1-5-1-15,0-7 10 16,0-1 6-16,-4-6 5 16,1 0 8-16,-1-1 19 15,-5-2 16-15,0 1 23 16,0-1 7-16,-2 4-2 16,4 4-10-16,-1 7-25 15,-1 5-14-15,-1 6-22 16,1 4-5-16,2 6-6 15,-3 2-1-15,0 5-1 16,-1 4 2-16,1 5 3 0,0 5 0 16,2 5 0-16,-2 2 0 15,-2 7 1-15,-1-2 0 16,-4 5-13-16,2-1-14 16,3 0-44-16,0 1-28 15,3-2-127-15</inkml:trace>
  <inkml:trace contextRef="#ctx0" brushRef="#br2" timeOffset="-127616.84">21075 12290 1280 0,'1'0'533'0,"5"0"-314"0,3-1-209 0,5-5-174 0,3-2-114 0,-1-4-87 0,1 1 50 0,-1 3 162 16,-5 1 119-16,-4 2 112 16,-3-1-26-16</inkml:trace>
  <inkml:trace contextRef="#ctx0" brushRef="#br2" timeOffset="-127104.181">20333 12408 860 0,'-2'-1'312'15,"6"2"-238"-15,-3-1-202 16,-1 0-32-16,0 0 14 16,0 0 49-16,0 0 144 15,0 0 49-15,0 0 29 16,0 0 1-16,0 0-41 0,0 0-12 15,0 0-6-15,-1 0-6 16,1 0-17-16,0 0-9 16,0 0-18-16,-1 0-6 15,-1 5-5-15,-1 4-2 16,-11 25-3-16,9-18-1 16,2 6-12-16,0 3-25 0,4 9-99 15,5 1-78-15</inkml:trace>
  <inkml:trace contextRef="#ctx0" brushRef="#br2" timeOffset="-115038.1">21868 12517 476 0,'-1'0'248'0,"-2"0"-63"0,3 0-75 0,0-1-13 0,-1 0 0 0,0 0 5 16,0 0-6-16,0 0-10 15,0 1-29-15,0-1-17 16,1 0-24-16,-1 0-6 16,0 0-6-16,0-2-1 15,-1-2 3-15,0 0 2 16,1-1 7-16,-4-22 6 16,1 21 10-16,2 3 5 15,-4-2 7-15,2 1 3 0,1 1-3 16,-3-2-3-16,3 5-12 15,-4-1-7-15,0 1-8 16,-2 0-4-16,2 1-2 16,0 0-1-16,4 3-1 15,0 3-1-15,-7-1-2 16,3 1 0-16,-5 1-1 16,2-1 1-16,3 2-1 15,1 0-1-15,0 2 0 16,-1 0 0-16,2 1 0 15,2 1-1-15,0 1 0 16,1-1 0-16,1 0 1 16,0-1-1-16,2 1 0 15,0 0-1-15,0 1 1 16,0 0-1-16,2-2 0 16,0 1 1-16,3-2-1 15,-2-1 1-15,0-4-1 0,1 0-1 16,0-2 0-16,3-1 1 15,-3 0 0-15,0-2 2 16,1-3 0-16,-3-2 0 16,4-1 1-16,-4-1 1 15,0-1-1-15,1-2 1 0,2-1 0 16,1 0-1-16,-4-3 1 16,1 1 1-16,-4-1-1 15,1 1 0-15,3 3-1 16,-1 1-1-16,1 2 0 15,-1 2-1-15,-2 2-1 16,0 1 0-16,2 1 0 16,-3 0 0-16,0 0-1 15,0 1 0-15,0 0 1 16,0 0-1-16,0 0 0 16,3 3 1-16,1-1 1 15,-1 7 0-15,24 25 0 16,-19-22 1-16,-2 3 0 15,-1-2 0-15,0 0 0 16,-2 0 0-16,1 0 0 16,-1-1 0-16,0-3 1 15,0-2-1-15,-2-3 1 16,2 0 0-16,-1-4-1 0,-2 0 0 16,0-1 1-16,0 0 0 15,0 0 1-15,0 0 0 16,1-2 0-16,3-10-1 15,10-23-1-15,-10 19 0 16,3-2 0-16,-1 1-1 0,2 2 0 16,0 1 1-16,-2 5 0 15,1 1-1-15,-3 3 1 16,0 2-1-16,1 3 0 16,-1 0-1-16,0 2 2 15,-1-1-1-15,-3 0 1 16,0 0 0-16,0 0-2 15,0 0 1-15,1 2-1 16,3 8 1-16,13 21 0 16,-11-20 1-16,-1 0 0 15,2 1 0-15,-3-3 0 16,0 0 0-16,0-2 0 16,-2-1 1-16,0-1 0 15,-1-1 0-15,-1 0 1 16,0-1 0-16,1-1 0 15,-1-2 2-15,0 0 1 16,0 0 1-16,-1 0 1 16,0-1-1-16,0 0-2 15,0 0 0-15,1 0-2 16,0-9 0-16,5-26 1 0,-1 21 0 16,1-1 2-16,0 2 0 15,-2 2 2-15,2 0 0 16,-2 5 1-16,0 0 1 15,1 2-1-15,-4 1-1 16,4 2-4-16,-1 2-2 16,1-1-1-16,-2 1-2 0,-2 0 0 15,0 0 1-15,0 0 0 16,0 0 0-16,4 7 0 16,1 4 1-16,16 22-1 15,-16-24 1-15,4 2-1 16,3 1 0-16,-7 1-2 15,2-2 0-15,1-1-2 16,-1 0-2-16,1-4 1 16,3 0 0-16,-4-6 3 15,3 0-1-15,4-4 2 16,-2-3 0-16,1 1 2 16,0-3 0-16,-1-1 0 15,1-1 1-15,1-2 0 16,-1-1 0-16,0 0 0 15,-1 1 0-15,-2-1 0 16,0 1 2-16,-3 2 4 16,-1-3 2-16,-1 2 5 15,-4 0 5-15,-1 0 7 0,0 3 4 16,-4 1 1-16,0-1-1 16,-3 4-5-16,1-1-3 15,-1 2-3-15,1 0-3 16,-1 1-3-16,1-1-2 15,1 4-7-15,-2 1-1 0,0 5-3 16,0 0-1-16,-2 0-1 16,2 2-1-16,0 2 0 15,1-1-1-15,1 5 1 16,-1 1-1-16,2 3 0 16,0-1 1-16,1 4-1 15,1 0-1-15,0-1-5 16,2 0 0-16,1-4-2 15,2-2-2-15,0-6 0 16,0-1-1-16,-1-2 0 16,2-3 2-16,-1-2 5 15,2-1 2-15,2-5 4 16,1-4 1-16,3-6 1 16,0-7 1-16,3-5 0 15,1-1-1-15,0-2 1 16,0 1 0-16,-5-1 3 15,0 1 4-15,-4 0 8 16,0-1 3-16,-1-1 3 0,-2 1-2 16,1 7-5-16,-2 2-2 15,-2 7 0-15,0 4 2 16,0 3 2-16,-1 4-1 16,0 2-3-16,-1-1-1 15,1 3-10-15,0 0-3 0,1 0-8 16,-1 0 0-16,-2 10 3 15,-3 28 1-15,4-16 3 16,2 3 1-16,1 2 0 16,2 1-1-16,1-3 0 15,2-1 0-15,2-6-1 16,1 3-3-16,1-4-5 16,1 1-2-16,1-4 0 15,1-6 1-15,-1-1 0 16,-1-2 1-16,-1-3-4 15,-3-2-1-15,-2-1-5 16,0-3-6-16,-1 1-28 16,1-1-26-16,0-3-71 15,0-1-60-15</inkml:trace>
  <inkml:trace contextRef="#ctx0" brushRef="#br2" timeOffset="-114021.24">22656 12039 467 0,'0'0'222'0,"0"-2"-92"0,0-2-25 0,0 3-22 0,0 1 9 0,0-1 27 0,-1 0 8 15,0 0-6-15,1 0-12 16,-1 0-30-16,1 0-11 16,0 1-22-16,-1-1-6 15,1 1-12-15,-1 0-5 16,0 0-5-16,1 0-1 0,-1 0 1 16,0 0-1-16,0 0-3 15,-1 4-2-15,-2 7-5 16,-9 24-1-16,5-20 0 15,1 3 1-15,1-2-1 16,-2 2-2-16,3-2 0 16,-1-1-1-16,1-1 0 15,0-2-1-15,0-1-1 16,2-3 0-16,-2-3 1 16,5-1 1-16,-2-2 1 15,-1-2 1-15,3 0 1 16,0 0 0-16,0 0-1 15,0-1-1-15,0 0-2 16,0 0 0-16,4-7-2 16,18-30 1-16,-15 19-1 15,0 1 1-15,1-1 0 0,-1-2 1 16,1 2 2-16,-1 0 3 16,-2 5 3-16,1 4 3 15,-3 2 5-15,-2 1 1 16,1 3 7-16,-2 1 4 15,0 3 1-15,0-1-1 16,-1 0-8-16,0 0-7 0,0 0-11 16,0 1-3-16,1 0-4 15,-1 0 0-15,0 0 0 16,-3 13 2-16,-7 23 0 16,3-19 1-16,1 1 0 15,-2-1 2-15,0 2-1 16,2 0 0-16,1-3 0 15,0-1-1-15,3-4-2 16,0-2-4-16,1-3-18 16,1 2-15-16,-2-3-46 15,3 0-37-15,0 0-110 16</inkml:trace>
  <inkml:trace contextRef="#ctx0" brushRef="#br2" timeOffset="-108288.9">20573 13167 369 0,'0'-4'213'15,"1"2"-15"-15,-1-2-31 0,0 3-11 0,0 0-8 0,0 0-18 0,-1 0-13 0,0 0-38 16,0 0-13-16,1 0-21 16,-1 1-9-16,1-1-11 15,-1 0-6-15,0 0-10 16,0 0-2-16,1 0-4 16,-1 0-1-16,0 1-1 15,0 0 0-15,0 0 1 16,-2 6 0-16,1 2 3 0,-30 25-1 15,21-23 0-15,1-2 0 16,0-1 1-16,-1-3 0 16,3-4 2-16,1-1 1 15,2-6-1-15,1-4-3 16,3-2-4-16,1-6 0 16,3-2-1-16,0-1 1 15,3-3 0-15,-1 3 0 0,1-1 1 16,1 0 0-16,0 5-1 15,0 1-1-15,-1 7 0 16,-1 2-2-16,0 6 0 16,-1 2-2-16,2 1-1 15,0 5 0-15,1 5 2 16,-1 1 2-16,1 6 1 16,-1 0 0-16,1 3 0 15,1 0 1-15,-4-2 0 16,0 2 2-16,-3 0-1 15,-2 0 1-15,-1 0-1 16,-4-3 1-16,-2-2 0 16,-1 1 1-16,-2-1 1 15,-2 1 0-15,0 0 0 16,-2-1 0-16,-2-2 0 0,-1-2 1 16,0-2 7-16,0-1 0 15,2-1 4-15,1 0 0 16,0-3-7-16,1-2-3 15,2-3-5-15,4 0-4 16,2-1-20-16,2-2-16 16,3 0-62-16,1-4-75 15</inkml:trace>
  <inkml:trace contextRef="#ctx0" brushRef="#br2" timeOffset="-107856.25">20712 12984 453 0,'0'0'220'0,"-2"0"-34"0,1 1-102 0,0-1 2 0,1 0 18 0,0 0-1 0,1 13 2 0,4 25-1 15,-5-18-16-15,0 0-11 16,0-1-32-16,0 3-12 15,2-1-18-15,3-1-5 16,1 2-6-16,-3-4 1 0,0-2-1 16,-1 0 0-1,-4-3 0-15,4 1-1 16,-2-3-1-16,0 2 0 0,4-1-2 16,-4-1 0-16,3-1-34 15,0-2-32-15,-2-1-136 16</inkml:trace>
  <inkml:trace contextRef="#ctx0" brushRef="#br2" timeOffset="-107506.04">20692 13236 630 0,'-2'-2'273'0,"0"-2"-129"16,1 1-92-16,0 3-2 15,1-1 3-15,-1 0 6 16,0 0 13-16,0 0 3 15,0 0-15-15,1-3-8 16,2-5-28-16,12-20-9 0,-4 20-10 16,0 3-4-16,3-2-3 15,4 1-6-15,2 1-65 16,0-1-78 0</inkml:trace>
  <inkml:trace contextRef="#ctx0" brushRef="#br2" timeOffset="-106772.99">20944 13074 818 0,'1'2'300'15,"2"0"-235"-15,-1-2-32 16,-2 0-11-16,0 0-4 16,0 0 9-16,0 0 6 15,1 6 11-15,0 4 1 16,4 25-10-16,-5-20-9 0,1 0-13 15,0 2-5-15,2-3-5 16,-2 1 0-16,2-2-2 16,0 0 0-16,-1-2-1 15,2-4-3-15,-2-3-6 16,3-1-2-16,2-5-4 16,-1 0 1-16,7-4 5 15,-2-6 1-15,2-1 3 16,1-4 2-16,-1-6 2 15,1 3 1-15,-4-4 1 16,-1 0 2-16,-2 4 2 16,0 2 4-16,-2 5 14 15,-2 3 3-15,-1 3 4 16,-1 2 0-16,-1 1-10 16,0 3-4-16,0 1-9 15,-1 0-5-15,0 0-4 16,0 0-1-16,0 0 1 0,-1 5 1 15,1 3 0-15,-3 23 0 16,10-24-1-16,0 3 1 16,3-1 1-16,-1 0-1 15,0 2 1-15,0-1 0 16,1-1 0-16,2 0 0 16,-2 1 0-16,1 0 0 0,0-2 0 15,1 3 0 1,-3 0 0-16,-1-3 1 0,-1 4-1 15,-2-5 1-15,-2-1 1 16,-3 2-1-16,-2 0-4 16,-2 0-7-16,-3-1-44 15,-2 0-63-15</inkml:trace>
  <inkml:trace contextRef="#ctx0" brushRef="#br2" timeOffset="-106535.81">20960 12944 965 0,'-2'-1'430'0,"-1"-2"-196"0,2 3-132 16,0-1-79-16,0 0-13 0,1 0-24 0,-1 0-22 0,1 0-82 0,0 0-122 15</inkml:trace>
  <inkml:trace contextRef="#ctx0" brushRef="#br2" timeOffset="-104822.93">21401 13061 797 0,'0'0'301'16,"0"-4"-219"-16,0 2-58 16,0 1-21-16,0 0-1 15,0 0 21-15,0 0 12 0,4 0 7 16,4 1 2-16,20 3-20 16,-25 1-11-16,1 3-6 15,3 2-2-15,2 2 0 16,-1 0 0-16,3 0 1 15,-5-2 1-15,0 1 0 16,1-3 1-16,-3 4-1 16,3-3-2-16,-2 3-1 15,-1-1-1-15,-1-1 0 16,-3 1 0-16,0-2-1 16,0 1 0-16,0-1 0 15,-2-3 1-15,-2-1 2 16,3-3 0-16,-2-1 2 15,2 0 2-15,0-1 6 16,1 0 1-16,-1 0 2 16,0 0-1-16,1-10-5 15,7-26-3-15,-2 18-4 16,1-3 0-16,0 4-1 0,1 1-1 16,-2 5 1-16,-1 2 0 15,0 6 2-15,-2-2 4 16,0 4 9-16,0 1 2 15,-2-1 2-15,0 2-3 16,0 0-10-16,0 0-4 16,0 0-4-16,0 0 1 0,0 0-2 15,3 7 0-15,0 4 0 16,12 22 0-16,-11-20-1 16,0 1 0-16,1-2 0 15,-1 0-1-15,-1-2-20 16,-1-3-11-16,1 1-39 15,0-4-26-15,3-2-46 16,2-2-13-16,2-5 15 16,1-5 16-16,2 0 42 15,0-2 22-15,1-1 24 16,-1 0 11-16,0-1 39 16,-2 3 25-16,-6 1 46 15,1 4 19-15,-4 1 21 16,-2 0-4-16,2 3-23 15,-4-1-15-15,-3 3-27 16,1 1-16-16,-3 3-20 16,3 0-6-16,0 0-10 0,1 2-2 15,-1-1-1-15,0 2 0 16,3 1 0-16,0-1 0 16,2 3-1-16,2 0 0 15,1-1 0-15,0-1-1 16,0-2-1-16,3 1 1 0,0-1-2 15,1 1 0 1,0-2 0-16,-1-5 1 0,0 0 3 16,1-1 0-16,-1-5 1 15,1 3 2-15,4-3 0 16,-5-1 2-16,2-2 6 16,-4 1 5-16,0-2 12 15,-1 0 4-15,-3 0 7 16,1 1-2-16,-3 0-2 15,-2 1-1-15,2 1-5 16,1-1-3-16,-3 0-7 16,1 1-6-16,-2 1-6 15,-4-2-2-15,-2 3-5 16,3-1-1-16,-5 0-13 16,3 3-8-16,1 2-18 15,-2 1-6-15,3 1-10 16,-3-1-2-16,1 0-9 15,4 2-7-15,2 0-32 0,2 0-30 16,1-2-33-16,0 0 3 16,0-1 36-16,0 0 38 15,8-2 50-15,26-12 3 16,-21 3 2-16,3-3 1 16,0-2 9-16,1 0 10 15,5-2 27-15,-4 2 26 16,2 1 53-16,1 0 25 0,-4 3 27 15,0 0-9-15,-5 3-30 16,-3 3-13-16,-4 1-14 16,-2 3 2-16,-2 0 16 15,-1 3 4-15,0 0-9 16,0 0-13-16,-1 0-32 16,0 0-12-16,1 0-13 15,-1 0-3-15,0 2-5 16,-3 8-3-16,-3 21-4 15,10-22-2-15,1 6 1 16,0-4-1-16,0 3 0 16,2 1 1-16,0-1-1 15,3 1 1-15,0 0 0 16,-1 0 0-16,2-2 0 16,-1 1-1-16,0-1-1 15,0-1 0-15,-1 0 0 16,-3-3-1-16,0-1-20 15,-2-1-22-15,0-1-70 0,-1-3-75 16</inkml:trace>
  <inkml:trace contextRef="#ctx0" brushRef="#br2" timeOffset="-104555.97">21899 13029 788 0,'0'-6'370'0,"1"-1"-116"0,4-3-194 0,2-2-25 0,3 4-25 0,2 1-8 0,1 0 3 15,0 2-24-15,3-3-138 16</inkml:trace>
  <inkml:trace contextRef="#ctx0" brushRef="#br2" timeOffset="-103772.98">22247 12931 974 0,'0'0'374'0,"0"0"-256"16,1 0-80-16,-1 0-29 15,0 0-6-15,0 0-3 16,0 0 0-16,1 2 2 16,4 9 0-16,10 23 0 15,-13-21-1-15,0 0-1 16,0 2 0-16,-1 1 0 16,2-2 0-16,-3 0 1 15,0-3-1-15,0-3 1 16,-1-4-1-16,1-2 1 15,1-1 0-15,-1-2-4 16,0 0-7-16,0 0-5 16,-1 1-8-16,0-1-9 15,0-9-3-15,1-29 3 16,1 21 6-16,1 0 16 16,-1-1 18-16,2 2 36 0,-3 0 13 15,0 1 19-15,1 2-10 16,0 4-31-16,0 3-14 15,0 5-21-15,0 2-1 16,3 3-3-16,-4-3 0 16,0 0 1-16,0 3 0 0,6 8 1 15,11 26-1 1,-12-24-2-16,0 0-3 0,0 0-4 16,-1-1 0-16,3 1 3 15,-1-1 2-15,0-5 4 16,-1 0 2-16,0-1 0 15,0-4 1-15,-2 1 2 16,1-2 0-16,-2-5 2 16,1-2-1-16,-1-4 1 15,2-1-2-15,-2-4 1 16,-1 0 3-16,0-1 8 16,-1-2 2-16,-1 0 10 15,1-3 4-15,-2 3 8 16,-1-2 4-16,-1 1-3 15,-2 2-8-15,1 2-15 16,1 4-7-16,0 5-17 16,2 2-15-16,-1 4-36 15,1 0-17-15,1 0-106 0</inkml:trace>
  <inkml:trace contextRef="#ctx0" brushRef="#br2" timeOffset="-101906.08">22575 12929 823 0,'-1'-3'330'0,"-1"-7"-212"0,-1 0-68 0,-1-6-33 0,-3 1-12 0,3 2 25 0,-4-1 20 0,-1 4 28 16,4 3 13-16,-1 1-13 15,1 2-16-15,2 1-24 16,-2-1-8-16,-1 2-17 15,1 0-4-15,-1 2-6 16,0 4-3-16,1 3-4 16,0 3 0-16,2 4-2 0,-1 3 1 15,2 2-7-15,0 1-4 16,1 6-13-16,-1-5-8 16,1 3-9-16,2-3-8 15,1-4-13-15,1-1 1 16,1-7 13-16,-2-2 12 0,3-3 29 15,-2-3 10 1,6-5 9-16,-4-2 2 0,2-5 1 16,3 0-1-16,-6-3-5 15,4 0-1-15,-2-1-2 16,-2-1 7-16,1 2 11 16,-1-1 7-16,-3 5 7 15,-1 1-5-15,0 3-13 16,0 4-6-16,0 1-9 15,1 0 0-15,-1 1 0 16,0 0 0-16,0 0 0 16,0 0 0-16,2 8 0 15,1 3 0-15,9 23 0 16,-7-21 0-16,0 0-1 16,0-1 1-16,1-2-17 15,0 0-6-15,0-4-6 16,1-1-4-16,-4-2 14 15,2-1 6-15,0-5 7 16,0-2 1-16,0-3 4 0,-1-1 0 16,1-1 1-16,0-2 0 15,0-1 10-15,-1 0 12 16,-2-1 19-16,0-1 8 16,-2 0 1-16,1 2-6 0,0 1-19 15,-1 3-6-15,0-2-13 16,0 7-4-16,0 0-2 15,1 1-3-15,-1 3-1 16,0 0 0-16,0 0 0 16,0 0 0-16,0 1 1 15,5 7 1-15,16 22 1 16,-15-20 0-16,1 1 1 16,0 0 0-16,2 2-13 15,-4-3-6-15,-1 1-11 16,-1-3-3-16,-2-1 10 15,-1-1 7-15,0-5 12 16,0 2 4-16,0-3 5 16,0-1 0-1,0 0 6-15,0 0 0 0,-1 0 1 16,1 1-1-16,-1-12-4 16,-2-23-2-16,2 21 5 15,1-1 7-15,0 1 10 16,0 1 2-16,1 0-7 0,1 2-8 15,0 3-12-15,0 2-3 16,1 3-5-16,-1 3 0 16,2 2-3-16,-4-2 0 15,0 0-1-15,0 0-4 16,3 6-11-16,2 3-8 16,28 22-22-16,-21-22-7 0,2 1-4 15,-1-5 3-15,5-1 24 16,-2-3 12-16,0-3 18 15,3-1 7-15,-5-3 3 16,1-3 1-16,2-1 1 16,1-3 0-16,-4 0 6 15,3-1 8-15,-7 1 28 16,-2 1 17-16,-3 0 29 16,-1 2 8-16,-4 2-4 15,-1-3-8-15,-4 3-17 16,-2-2-4-16,-5 0-14 15,3 3-4-15,-3-2-17 16,2 2-9-16,3 5-14 16,-2 2-6-16,3 2-2 15,-1 3-3-15,-2 1 0 16,0 2-1-16,3 4-1 16,1 3-1-16,1 4 1 15,1 1-2-15,1 2-2 16,-1-1-5-16,3-4-7 15,0 2-4-15,0-5-12 0,0 0-3 16,3-5-6-16,-1-4 2 16,4-4 17-16,0-3 9 15,0-7 17-15,2-2 3 16,2-8 12-16,3-1 2 16,-1-3 5-16,0-2 6 15,0 1-3-15,-2 1 0 0,-2-5 2 16,-2-1 1-16,-3-4 5 15,-1-1 6-15,-3 3 7 16,-1 1 5-16,-1 4 4 16,-4 2-4-16,1 6-10 15,-1 1-8-15,1 9-17 16,4 1-5-16,-2 4-11 16,2 3-6-16,-1 5-6 15,-3 5-3-15,2 6 1 16,0 3 2-16,4 7 4 15,0 0 2-15,5 5 2 16,0-1 1-16,0-2-2 16,2-2-5-16,1-3-14 15,0-5-3-15,5-2 0 16,0-1 5-16,2-4 12 16,-1 1 5-16,1-5 3 0,4-2 1 15,-2-5 1-15,3 0 1 16,-2-5-1-16,-2 0-2 15,-2-3-6-15,-1 1-6 16,-2-2-29-16,-2-1-19 16,-3-3-45-16,-3 0-29 15,1-5-115-15</inkml:trace>
  <inkml:trace contextRef="#ctx0" brushRef="#br2" timeOffset="-78140.93">17791 2814 119 0,'0'0'71'15,"-2"0"1"-15,2-1-4 0,-1 0 15 0,1 0 11 0,-1 0 11 0,0 0-8 0,0 0-19 16,1 1-8-16,0-1-14 16,0-3-7-16,2-3-15 15,0 0-2-15,18-23-3 16,-9 22-1-16,1 1-3 16,3-1-5-16,3 2-11 15,-2 1-4-15,0 6-3 16,-2 4-2-16,1 6 0 15,1 3 1-15,-4 3 0 16,1 0 0-16,-2 2 1 0,-2 2 0 16,-2 2 1-1,-2 2 0-15,-4 4 1 16,-2-2 1-16,-3 0 0 0,-1-1 0 16,-4-5 0-16,2-2 0 15,0-5 0-15,-2-4 1 16,3-3 2-16,-1-1 1 15,3-3 23-15,1-1 11 0,3-5 6 16,0 2-1-16,0 0-24 16,4-9-11-16,15-33-8 15,-5 17-1-15,3-8-1 16,2 0 0-16,1-2-1 16,-2 1 0-16,-2 5 0 15,0 1 0-15,-3 5 0 16,-1 5-1-16,-4 6-1 15,-3 4 0-15,-4 5-3 16,0 4-2-16,0 6 0 16,-1 1 0-16,2 7 3 15,-1 4 1-15,-3 5 1 16,0-1 0-16,1 1 1 16,0-2 0-16,1-5-1 15,1-1 0-15,3-5 1 0,-1 0-1 16,2-3 1-1,0-1 0-15,0 0 0 0,0-3 0 16,2-1 2-16,-1 0-9 16,3 1-50-16,-2 0-36 15,-1 5-119 1,0 3-74-16</inkml:trace>
  <inkml:trace contextRef="#ctx0" brushRef="#br2" timeOffset="-77593.47">18243 2965 233 0,'0'-6'154'0,"0"-4"-11"0,2 0-50 0,-2-2-10 0,2 0-7 0,-1 0-2 0,-1 0-6 15,3 3-12-15,0 1-10 16,-2 2-3-16,2 2-6 15,-2-1-5-15,1 2-14 16,-2 1-6-16,0 2-6 16,0 0-2-16,0 0 1 15,0 0 0-15,0 0 1 16,1 14-1-16,0 28-1 16,-2-22-1-16,-1 1 0 15,2 2-1-15,0-3 0 16,1 3-1-16,0-2 1 0,1 2-1 15,2-4 0-15,0-3 0 16,-1-4 1-16,1-3 1 16,-1-2-1-16,2-4 2 15,1 0 6-15,0-2 5 16,1-2 12-16,1-3 2 0,1-3 0 16,-1-3-3-16,2-3-2 15,-1 2 4-15,1-5 8 16,-1 3 2-16,-3-3-2 15,0 0-2-15,-4 0-9 16,-2-5-4-16,-1 2-4 16,-2-1-1-16,-2 1-3 15,-1 1-2-15,-1 3-4 16,-2 1-2-16,3 4-3 16,-2 2-2-16,0 3-3 15,0 5-16-15,-4 1-47 16,1 4-33-16,-1 6-144 15</inkml:trace>
  <inkml:trace contextRef="#ctx0" brushRef="#br2" timeOffset="-76626.4">19130 2726 544 0,'2'0'188'0,"3"-4"-174"0,3 2-2 0,2 0 15 0,0 0 12 0,1 0 33 0,-1-1 6 0,2 1-14 0,1 0-11 16,-1 4-35-16,3 2-9 15,-2 6-6-15,-1 0-1 0,0 6 1 16,-2 1-1 0,-3 3 1-16,1 1 0 0,-5-1 0 15,-3 2 0-15,1 1 0 16,-2-2 0-16,0 1-1 15,-3-4-1-15,-4-3 0 16,4-3 1-16,1-5 0 16,0-2 1-16,3-4 3 15,0 0 1-15,2-3 1 16,-2 1 0-16,0 0-4 16,8-17-1-16,11-30 3 15,-6 21 0-15,2-4 1 16,1-2 0-16,3 2-2 15,-4 4 0-15,-2 5-1 16,-2 3 0-16,-5 8 1 16,-1 3-1-16,-3 4-4 0,-1 1-2 15,0 5-2 1,-1-2-1-16,0 0 2 0,2 11 2 16,6 30 1-16,-6-20 0 15,2 0 0-15,0 1 0 16,0-4 1-16,2 0-1 15,1-5 1-15,-1-2 0 16,2-3 0-16,1-1-1 16,0-2 2-16,2-1-1 0,-2-3-1 15,1-1-22-15,0-3-115 16,-2-1-132-16</inkml:trace>
  <inkml:trace contextRef="#ctx0" brushRef="#br2" timeOffset="-76243.19">19721 2736 327 0,'0'-1'144'0,"0"-1"-60"0,0 2 10 0,-1-1 14 0,0 1 10 0,0 0 13 0,1-1-17 16,-1 1-37-16,0 0-21 15,1 0-38-15,0 0-11 16,0 0-5-16,0 5 1 0,-1 12-1 15,1 26 0-15,1-18 0 16,0 0-1-16,0 2 2 16,1 0 0-16,-2-2 1 15,1-1 0-15,-1-1 0 16,-1-3 0-16,-1-5 1 16,-1 2 10-16,-1-3-111 15</inkml:trace>
  <inkml:trace contextRef="#ctx0" brushRef="#br2" timeOffset="-75176.04">20069 2360 398 0,'0'0'138'0,"0"0"-125"0,0 0-7 0,-1 0 2 0,1 0 17 0,0 0 45 0,0 0 16 16,0 0 8-16,1 9-7 15,0 27-39-15,-2-16-14 0,1 10-15 16,1 4-8-16,3 10-6 15,-1 0-1-15,2 1 11 16,-2-2 11-16,2-1 14 16,0 1 6-16,1 2 2 15,-1 5-9-15,-2 2-8 16,0 5-3-16,-1-3-8 16,-2-4-3-16,1 0-4 15,-1 1-3-15,1 0 5 16,1 7 11-16,0 0-1 15,0 1 14-15,1-2-2 16,0 0-7-16,1 2 6 16,-2 5-13-16,-1-1-3 15,-1 1-4-15,0-1-8 16,0-5-1-16,2 4-2 16,0 2-2-16,3 0 1 0,-2 0-2 15,1 0 3-15,1-2 0 16,-2 5 5-16,3 3 4 15,1 2 2-15,-1 0 0 16,0-7-1-16,2 3 0 16,-3 3 1-16,1-3 0 0,-1 2-4 15,1-2-3 1,0-3-5-16,-2 4 0 0,3 1-2 16,0-2 0-16,1-3-1 15,2-5 0-15,-2-3 0 16,-2-3-1-16,-1 0-4 15,-1-1-13-15,1 1-38 16,4-1-30-16,1 4-172 16</inkml:trace>
  <inkml:trace contextRef="#ctx0" brushRef="#br2" timeOffset="-72011.19">21101 2385 114 0,'1'-4'41'0,"2"-4"-34"0,2 2-5 0,-1-2-1 0,2 1 1 0,-3 1 42 16,2-1 25-16,0 0 33 15,-1 0 9-15,0 0-32 0,-2 1-21 16,1 2-32-16,0 2-9 16,-3 0-9-16,0 1-4 15,0 1-4-15,0 0 2 16,0 0 3-16,0 0 5 15,0 0 6-15,0 2 3 16,2 7-1-16,5 20-2 0,-5-16-7 16,-2 1-3-16,3 2-4 15,-3 3 0-15,2 3-1 16,-2 5 0-16,-2 7-1 16,2 6 1-16,-2 3 0 15,1 0 0-15,2-3 0 16,0-1 0-16,1 1-1 15,3-2 1-15,0 5 0 16,-1 1 0-16,2 1 0 16,2 2-1-16,0-2 2 15,4-1-1-15,-1-1 0 16,0 2 1-16,-1 3-2 16,-3 4 1-16,-1 3 0 15,-2 1 0-15,0 1 0 16,-2 0-1-16,1-2 1 15,-1-1-1-15,1 0 2 16,-1-3-1-16,2-1 1 0,0-3-1 16,0-2 0-16,1 1 0 15,-1 0-1 1,0 5 1-16,1 3 0 0,-1 1-1 16,-1 0 1-16,1-2 0 15,-1-1-3-15,0-1 25 16,-1 2 24-16,-1-2 16 0,3-2 27 15,0-1-28-15,7-5-3 16,-4 0-12-16,2-3-22 16,0 0 2-1,-3 0-18-15,2 1 4 0,1 1 20 16,-1-3 11-16,2 1 4 16,-1 1-7-16,-2 0-18 15,3 2-13-15,-5 3-2 16,4 0 0-16,1 0 2 15,-3 0 0-15,2-2-4 16,-1-2 0-16,0-3-3 16,0-1-1-16,-1-1-19 15,-1 1-1-15,0 1-29 16,-1 1-34-16,1-1-23 16</inkml:trace>
  <inkml:trace contextRef="#ctx0" brushRef="#br2" timeOffset="-70993.31">22341 2326 649 0,'0'-3'247'16,"-2"1"-191"-16,1 0-90 0,1 1-11 0,-1 1-41 0,1 0 28 0,0 0 13 0,0 0 5 0,-1 0 52 15,0 0 9-15,-1 9 10 16,-2 22 3-16,3-17-10 16,1 3-6-16,0 7-10 15,0 7-3-15,0 12-3 16,2 3-1-16,-2 7 0 16,2 3 0-16,0 3-1 15,0 4 0-15,-1 10 0 16,0 1 1-16,2 0-1 15,-1-2 1-15,5-8 1 16,-2 0-1-16,1 2 0 16,2 3 0-16,1 3 0 15,1 1-1-15,-3 1 0 16,0 3 1-16,0 3-1 16,0-3 1-16,0 0-4 15,-4-2 23-15,1-2 31 0,2-2 13 16,0-6 32-16,4-4-17 15,3-5-21-15,-4 0-11 16,3 3-25-16,-1 2-7 16,-5-3 11-16,3-1 3 0,-3-2-1 15,-2-1 1 1,1 2-24-16,-1 1 10 0,1-4 13 16,3 0 7-16,2-5 23 15,2-1-9-15,0 2-14 16,-1 0-6-16,1-1-20 15,-2 0-4-15,-1-4-3 16,2-4-1-16,-4-3 0 16,2 0-1-16,-2 3-31 15,-2 1-1-15,2 5-31 16,-4 0-40-16,0-3-94 16,2 2-124-16</inkml:trace>
  <inkml:trace contextRef="#ctx0" brushRef="#br2" timeOffset="-70060.33">23503 2284 445 0,'0'-5'258'0,"-2"-5"-3"0,1 0-197 0,0 3-29 0,0 0-26 0,1 1 0 0,-2 2-2 15,2 1 0-15,0 3-1 0,-1-1-1 16,1 1-1-16,0 0 0 15,0 0 2-15,-1 17 0 16,1 32 0-16,-1-17 0 16,1 8 1-16,3 7-1 0,-3 12 0 15,3 6 0 1,-1 10 1-16,1 0-1 0,0 3 1 16,1 3-1-16,-3 5 0 15,1 0 1-15,2-4-1 16,-4-3 1-16,3-2 1 15,1-2 0-15,3-1 0 16,5-3 0-16,0-1 0 16,-3 6 0-16,0-4-1 15,-5 0 0-15,1-1 0 16,-1 1 0-16,0 2 5 16,1-1 10-16,-3-6 39 15,6-3 14-15,0-5 7 16,1 0-7-16,3 1-37 15,-4-2-14-15,2-1-11 16,-1-2-3-16,-2-4 7 0,3 1 3 16,-2 4 4-16,1 1 7 15,-1 2 3-15,-2-4 11 16,0-2 6 0,0-2-5-16,1-1-10 0,1 3-14 15,2-3-10-15,1 1-3 16,-3-2-2-16,0-4 0 0,-2-3-1 15,-3-4-5-15,1-3-58 16,-3 1-56-16</inkml:trace>
  <inkml:trace contextRef="#ctx0" brushRef="#br2" timeOffset="-68060.23">17524 3411 496 0,'3'-4'217'0,"2"-3"-63"0,3-2-150 0,1 2-3 0,0 0-40 0,2 2-9 0,-1 0 0 15,1-2 1-15,-1-1 40 16,1 0 7-16,0 0 3 16,3 0 2-16,2 3 0 15,0-1-1-15,2-2 0 16,4 4-2-16,0-3 0 16,1 4-1-16,1 1 0 0,-1-3 0 15,1 1 1-15,0-3 1 16,5-1 2-16,-2 3 2 15,4-1 2-15,-2 0 0 16,1 0-4-16,3 0 1 16,2 2-2-16,0-2 0 15,-2 2-1-15,2 1 0 0,-3-2-2 16,0 2 0-16,4-2 1 16,-1-1 1-16,5 1 10 15,-1 1 1-15,3-1-1 16,-11 1-1-1,-16 3-9-15,2 0-2 0,47-7 1 16,0 1 0-16,1 0 2 16,-18 4 0-16,1-2 1 15,0 2 1-15,0-3 2 16,-1 1 1-16,2 1 0 16,2 1 1-16,3 1-2 15,0-2-2-15,1 1 0 16,-1-2-1-16,4 0-1 15,-1 1-1-15,1 0-1 16,1 1 0-16,-1 0 0 16,0-1 0-16,1 1 2 15,0-3-1-15,0 1 1 0,2 2 0 16,0-2-1-16,1 1-1 16,1-3 0-16,-1 1 0 15,0-1 8-15,1 0 5 16,0 2 5-16,1-1 1 15,1 1-8-15,-2 1-5 0,3 0-4 16,2-1-1-16,-4 1-2 16,4-1 1-16,-2-1 8 15,-1 0 9-15,4 4 6 16,0-1 1-16,-2 2-9 16,1 0-8-16,-1 0-5 15,0-1-1-15,2 0 0 16,-1 1 1-16,3-4 4 15,-4 1 8-15,4-2 9 16,-1 2 3-16,-3-1-4 16,1 2-6-16,-1-1-10 15,-1-3-3-15,3-1-2 16,-3 0 0-16,1-3 12 16,-1 3 5-16,-1 0 3 15,0 0 1-15,0 3-13 16,-4-1-3-16,2 1-5 15,-4 1-1-15,0 0 0 16,2 1-1-16,-3 1 0 16,-2 0 0-16,-2 0 0 0,0 0 0 15,-2 1 1-15,1 0-1 16,0 1 1-16,-4 0-1 16,-3 0 0-16,2 0-1 15,-6 0 1-15,3-2 0 16,0 0 0-16,-3-1 1 15,0 2-1-15,-3 1 0 16,-2-1-1-16,-2-1 1 0,-2 0-1 16,-2 0 0-16,4 0 2 15,-2 0-1 1,-1 1 2-16,-2 0 0 0,0 1-1 16,0 0 1-16,-1 2-1 15,1 1 0-15,-4 0 6 16,-2-2 6-16,-2 0 11 15,0 1 4-15,0-1-5 16,2 0-7-16,-3 1-10 16,4-2-2-16,-3 1-3 15,0-2 1-15,2 0-1 16,-3 0 0-16,-1 0 0 16,-1 1-2-16,-1 0 1 15,-2-1 0-15,1-1-1 16,-2-1 0-16,0 0 0 15,-3-1-9-15,-4 3-57 0,0-4-59 16</inkml:trace>
  <inkml:trace contextRef="#ctx0" brushRef="#br2" timeOffset="-66048.16">18324 3455 319 0,'0'-2'109'0,"1"0"-198"15</inkml:trace>
  <inkml:trace contextRef="#ctx0" brushRef="#br2" timeOffset="-65526.73">18308 3444 232 0,'-6'0'166'16,"-3"1"-9"-16,-1 2-68 15,1 0-33-15,-1 5-42 16,1 0-8-16,-2 2-3 15,0 1-2-15,1 1 0 16,1 2 0-16,3 1-1 16,2-1 0-16,1 0 1 0,1-1-1 15,2 1 0-15,0 0 0 16,4 1 0-16,-3 0 1 16,-1 1 1-16,3-3 3 15,-2-5 6-15,6 3 3 0,0-7 17 16,1 0 4-1,5-2 6-15,0-2 0 16,5-5-12-16,1 0-7 0,2-5-8 16,0 0-4-16,-3 0-4 15,-2-3 0-15,-4 2 10 16,-3 1 10-16,-2-2 15 16,-2 3 4-16,1-3-4 15,0-3-7-15,0 2-11 16,0-2-5-16,-4 2-3 15,0 1 5-15,-2 2 9 16,-1 1 2-16,-1-1 0 16,-4 1-6-16,0-2-3 15,-1-1 0-15,-1 4 3 16,-2 0 0-16,0 6-8 16,-1-4-5-16,-1 1-6 15,1-1-3-15,1 2-3 16,2 4 0-16,-1 2-1 15,0 2-2-15,-1-2-1 0,1 0 0 16,-1 2-14-16,3 1-14 16,1 4-42-16,4 1-28 15,3 2-77 1,4 0-62-16</inkml:trace>
  <inkml:trace contextRef="#ctx0" brushRef="#br2" timeOffset="-64661.9">19282 3348 538 0,'1'0'217'0,"0"0"-146"0,0-1-42 0,-2 1-61 0,1-1-36 0,0 0-15 0,0 0 4 16,-1 1 46-16,1-1 54 0,-1 1 71 16,0 0 17-16,0 0 5 15,0 0-24-15,0 0-50 16,0 0-19-16,1 0-19 15,-1 1-1-15,-5 7-1 16,-12 25 1-16,12-24-1 16,5 1 1-16,1 5 0 15,-3-2 1-15,5 2 1 16,-3-1 2-16,2-1 3 16,3-1 1-16,-2 0 3 15,4-1 0-15,1-1 7 16,3 0 2-16,5-3 0 15,-1-1-1-15,5-2-8 16,1-1-3-16,1-3 0 16,3-1 0-16,0-4 1 15,-2-1 1-15,2-2 4 16,-4-1-1-16,-1-1 0 16,-1 2-1-16,-6-2 7 0,1 1 6 15,-4 0 10-15,-3-3 4 16,2 3-3-16,-4-1 1 15,-4 0 1-15,0 1 3 16,-1 0-1-16,-5-1-5 16,-1 0-12-16,-5 0-5 15,-3-2-6-15,-2-2-2 16,1 0-1-16,-2 1-1 0,-1 1-2 16,-2 4-2-16,0 2-5 15,1 0 0-15,-3 6-12 16,0 3-23-16,-3 5-60 15,-3 2-40-15,-1 2-90 16,-4 3-49-16</inkml:trace>
  <inkml:trace contextRef="#ctx0" brushRef="#br2" timeOffset="-64279.11">18438 3892 416 0,'4'-2'188'0,"6"-4"-90"0,4 3-199 0</inkml:trace>
  <inkml:trace contextRef="#ctx0" brushRef="#br2" timeOffset="-63791">18488 3867 485 0,'-5'-1'270'0,"-9"-2"-69"16,4 2-57-16,0 2-91 15,1 2-26-15,1 3-22 16,-1 0-4-16,0 3-1 0,-1 0-1 16,1 2 1-16,0 3 0 15,-1-1 0-15,0 4 0 16,1 1 0-16,0-1 0 16,3 3 0-16,-1-1 0 15,1-1 0-15,2-1-1 16,3 0 0-16,1 0-1 0,3-3 0 15,1 0 0-15,1-3 1 16,2-3 0-16,0 0 1 16,1-2 0-16,4-3 1 15,1 1 3-15,1-4 3 16,4-4 2-16,1-5 1 16,3 2-1-16,-1-3-3 15,0 2-1-15,-4-5 0 16,-3 0 0-16,-2-4 0 15,-2 1 1-15,-1-1 12 16,-3-1 3-16,-2 4 6 16,-3 0 2-16,-1-1-7 15,-3 2 0-15,-2-3-2 16,0 3-2-16,0-1-4 16,-1-2-2-16,-1 4-6 15,-3-1-2-15,1 3-3 16,-2 1-1-16,1 5-1 15,2 2-3-15,0 5-14 0,-2 2-12 16,-1 1-27-16,1 1-15 16,1 2-41-16,4 0-34 15</inkml:trace>
  <inkml:trace contextRef="#ctx0" brushRef="#br2" timeOffset="-63093.9">19405 3846 584 0,'-1'-2'263'0,"-3"1"-84"0,3-2-164 0,1 3-24 0,0 0-11 0,0-1-1 0,0 1 7 0,-1 0 11 0,1-1 15 16,-1 0 53-16,0 0 18 0,0 1 19 15,0-1-3-15,0 0-43 16,0 0-19-16,1 0-22 15,-1 0-9-15,0 0-6 16,0 1-1-16,0-1-2 16,0 0 0-16,0 0 1 15,1 0 0-15,0 1 2 16,0 0 0-16,2 6 2 16,4 10 2-16,10 30 2 15,-11-21 1-15,2 7 1 16,1 0 4-16,-1-6 11 15,3-1 3-15,-2-2 7 16,1-6-2-16,-1 0-9 16,-1-4-4-16,-1-5-9 15,0 0-2-15,-2-2-3 16,0-3 0-16,-3 0 0 16,-1-1-1-16,-1-2-14 0,0 0-22 15,0 0-62-15,0 0-37 16,-17 1-149-16</inkml:trace>
  <inkml:trace contextRef="#ctx0" brushRef="#br2" timeOffset="-62459.72">18679 4330 879 0,'0'-5'329'0,"0"-5"-230"0,4 2-99 0,2 3-13 0,-2 0-95 0,-1 4-18 0,-3 1 7 0,-1 0 17 16,1 0 155-16,-1 0 59 16,0 0 43-16,-7 2 4 15,-1 1-58-15,-22 11-39 16,24-1-43-16,2 2-13 16,3 8-7-16,0 5 1 15,-1 2 0-15,3 2 0 0,-2-4 0 16,1-1 0-16,1-3 1 15,0-1 0-15,-1-4 1 16,-1-2-1-16,2-2 1 16,-1-3-1-16,2-1 0 15,1-1-1-15,-3-1 0 16,1 0 0-16,0-3-5 16,-1-2-9-16,2-1-27 15,3-1-15-15,0 1-24 16,3 1-16-16,2 1-44 15,2 3-55-15</inkml:trace>
  <inkml:trace contextRef="#ctx0" brushRef="#br2" timeOffset="-61695.24">19423 4449 814 0,'-3'-1'302'0,"-1"-2"-246"0,-1 1-18 0,1-2-35 0,1 1-3 0,0 3-1 0,0 0-1 0,-3 0 2 16,0 0 0-16,-1 0 7 15,1 2 0-15,1 4 0 0,1 1 0 16,1 4-7-16,2 2 0 16,1 2 0-16,1 4 0 15,4-2-1-15,0 2 0 16,3-2 1 0,2-3 0-16,1 1 0 0,2-1 1 15,2-4 2-15,1 1 2 16,4-6 4-16,-1-1 3 15,2-3 4-15,0-1 1 0,-1-1-1 16,-3 1-1 0,-2-6-5-16,-2 1-1 0,-2-5-1 15,-1-1 0-15,-1-2 7 16,-1 0 3-16,-3 1 4 16,-1-2 2-16,-1 2 5 15,-2 2 4-15,-2 0 2 16,0 1 0-16,-4 1-10 15,-1-4-4-15,0 2-5 16,-2-1-1-16,0-1-1 16,-2 4 0-16,0-2 0 15,-1 3 0-15,-1 2-2 16,-1 2-4-16,-3 2-5 16,0 1-3-16,0 2-2 15,1 4-1-15,-3 3-4 16,0-4-7-16,-1 6-22 15,0-2-15-15,2 4-44 16,-1 4-33-16</inkml:trace>
  <inkml:trace contextRef="#ctx0" brushRef="#br2" timeOffset="-61044.451">18846 5015 637 0,'1'-3'257'0,"-3"0"-130"0,-1-2-124 0,3 0-5 0,0-1-36 0,0-1-1 0,0 1 5 0,-2-1 7 15,-1 2 79-15,2 3 34 16,-5-4 38-16,4 3 11 0,-2-1-38 16,1 0-29-16,4 7-45 15,1-3-14-15,-2 0-12 16,0 0-1-16,4 8 2 15,15 32 2-15,-11-20 0 16,0 3 1-16,2 2 0 16,-2 1 0-16,-2 0 0 15,1 0 0-15,-1-1 0 16,-4-2-1-16,2-4 1 16,3 1 0-16,-7-7 0 15,1 4-1-15,1-3 1 16,-2-1-1-16,3-3 1 15,-3-4 2-15,1-3-29 16,-2-3-13-16,1 2-44 16,0-2-41-16,0 0-66 15</inkml:trace>
  <inkml:trace contextRef="#ctx0" brushRef="#br2" timeOffset="-60377.28">19611 4934 355 0,'0'-1'118'0,"0"1"-121"0,3-1-47 0,-3 0-9 0,0 0 7 0,0 0 35 0,0 1 94 0,0-1 51 15,0 0 86-15,0 0 7 16,0 0-60-16,0 0-42 15,0 0-83-15,0 0-21 16,0 1-11-16,0 0 1 16,0 0 4-16,8 17 1 15,7 28 4-15,-7-18 0 0,-1 1 6 16,1 3 6 0,4 4 4-16,-3-2 7 0,0 0 9 15,-1-3 0-15,0-6-1 16,0-1-8-16,-1-4-14 15,-1-4-7-15,-3-3-6 16,1-3-2-16,-2-3-4 16,-1-3 0-16,-1-1 1 15,0-1 2-15,0-1-34 16,-1-1-46-16,0 0-223 16</inkml:trace>
  <inkml:trace contextRef="#ctx0" brushRef="#br0" timeOffset="-51896.03">20344 2709 179 0,'-1'0'120'0,"1"1"15"0,1-3-23 0,-2 1-35 0,0 0-6 0,0 0-17 16,0 1-9-16,0-1-9 16,0 0-6-16,0 0-2 15,1 0 4-15,-1 0 4 16,0 0 1-16,0 1-8 15,0-1-6-15,0 0-1 16,0 0 1-16,1 0 5 16,-1-1 3-16,0 2-2 15,0-3-2-15,0 2-3 16,0 0-2-16,0-1-2 16,0 1-1-16,1 0-7 15,-1 0-3-15,0 0-3 16,-1 0-2-16,1 0 0 15,0 1-1-15,-3-3 0 16,1 1-1-16,-1 1 0 16,1-1 0-16,-2 1 0 0,-2 0 1 15,-23 1-1-15,22 4 0 16,2-2 0 0,1 2 0-16,-1 0-1 0,1 0-1 15,0 1 1-15,0-3-1 16,2 4-1-16,-1-2 0 15,3 0-1-15,-1 1 1 16,0-1 0-16,1-1 0 0,0 1 0 16,1 1 0-16,0-1 0 15,-2 2 0-15,3 2 1 16,-1-3 0-16,2 1 0 16,0-2-1-16,0 2 1 15,1-1-1-15,-2 0 0 16,4 1 1-16,-1-1-1 15,1 0 0-15,1 1 1 16,-1-3-1-16,2 1 1 16,-1 0-1-16,1 0 1 15,2 0 0-15,-3-2 0 16,1 2 0-16,-1-3 0 16,-3-2 2-16,4-4 0 15,-2 1 0-15,2-3 1 16,0 2 0-16,0-1 0 15,-1-2 0-15,-1-1 2 16,1 3 0-16,-4-2 1 0,7 1 0 16,-7-1 0-16,2 0-1 15,-1 0 1-15,-3-1 7 16,0 0 4-16,3 2 2 16,-2 0 0-16,0 1-5 15,0 3-4-15,-1 1-1 16,0 1 0-16,0 1-2 15,0-1-1-15,0 0-1 0,0 0-1 16,0 1-1-16,0 0-2 16,0 0 0-16,0 0-1 15,-1 0-1-15,1 0 0 16,0 0-1-16,0 0 1 16,0 7 1-16,0 1 0 15,5 22 0-15,-3-22 0 16,0 1 0-16,-1 1 0 15,3 0 0-15,-3 0 0 16,3 0 0-16,2-1 0 16,-2 3-1-16,1-4 0 15,-1 0 1-15,1-1 0 16,-2-3 0-16,2 0 0 16,0 0 0-16,-1-2 0 15,1-1 0-15,-1-1 0 16,-1-1 1-16,0-2 1 15,0-1 0-15,3 0 1 0,-2-2 0 16,3-2 0-16,0-1 1 16,-1-1 0-16,-1-3 0 15,0 2 0-15,0 2 2 16,-2-1-1-16,1 2 1 16,-1-1-2-16,1 0-1 15,-2 3 1-15,1-2-1 16,-1 2 0-16,1 2 0 0,-2 1 0 15,-1 1 0-15,0 1-1 16,0 0 0-16,0 0-2 16,0 1 0-16,0-1 0 15,0 0-1-15,0 1 0 16,0 0 1-16,0 0 0 16,0 0 0-16,0 0 0 15,1 2 0-15,3 5 0 16,11 19 1-16,-10-16-1 15,-2-2 1-15,1-1-1 16,-3 0 1-16,1-2 0 16,0-2 0-16,-1 1 0 15,1 0 0-15,-1-3-1 16,-1-1 1-16,0 0 0 16,0 0-1-16,0 0 0 15,0 0 0-15,0 0 1 16,0 0 0-16,0 0 2 15,0 0 1-15,0-1 0 0,0 0 0 16,0 0-1-16,0 0-1 16,0 0 1-16,4-5 0 15,-1-2 2-15,13-22 1 16,-16 20 4-16,0 2 1 0,2-1 0 16,-1-2-1-16,0 4-6 15,0-1-1-15,0 4-3 16,-1 2-1-16,1 0-1 15,-1 1 0-15,0 0 0 16,0 0 0-16,0 1 0 16,0 0 1-16,0 0-1 15,0 0 0-15,0 0 1 16,4 1 0-16,2 3 1 16,1-1 0-16,25 29 0 15,-26-21 1-15,0-3 0 16,1 0 0-16,-2 0 0 15,-1-1-1-15,2-1 0 16,-2 1 1-16,-1-1-1 16,-1-2 0-16,1-2 0 15,3-1 0-15,-3-1 1 16,4-1 0-16,-4-3 0 16,4-1-1-16,-3-1 1 0,5-3 0 15,-1 0 0-15,-2-4-1 16,4 0 1-16,-3-2-1 15,2 1 2-15,0-1-1 16,-1 4 1-16,-1-2 0 16,0 4 0-16,-2-1 0 15,-1-3 0-15,0 4-1 0,-1-2 1 16,0 3 0 0,-1 2 2-16,-1 1 1 0,-1 2 2 15,-2 0 7-15,1 2 6 16,0 0 2-16,1 0 3 15,-1 0-7-15,0 0-6 16,0 1-3-16,0 0-6 16,0 0-2-16,0 0-1 15,1 0-1-15,-3 5 0 16,0 1 0-16,1 3 0 16,-8 22 0-16,8-18 0 15,0 0 1-15,0 0-1 16,0 0 1-16,2 1 0 15,0-3-1-15,0-1 0 16,1-1 0-16,3-2-1 16,-2 1 0-16,1-3-1 15,2 1 0-15,1-1 1 16,1 0-1-16,2-3 1 0,-1 0 0 16,0-2 1-1,0-3 1-15,0-3 0 0,0-3 0 16,-2-2 1-16,0-1 0 15,3-1 1-15,-2-5-1 16,2 0 0-16,-1 1 0 16,-1-6 1-16,1 4 0 0,-3-6 0 15,-2-3 1-15,-3-5 1 16,-2-3-1-16,-2-4-1 16,0 1 0-16,-1 3-1 15,1 4 1-15,-1 3-1 16,-1 6 2-16,1 7-1 15,0 0 1-15,2 10-1 16,0 0 1-16,1 6-2 16,1 2-1-16,0 2-3 15,0-4-3-15,0 0 0 16,-2 16 1-16,-2 33 2 16,4-18 1-16,0 1 1 15,2 7 0-15,1 6 1 16,0 2 0-16,2 3 0 15,-2-4 0-15,0-7 0 16,0-5 0-16,-1-8-5 16,2 0-11-16,1-3-29 15,0-1-19-15,1-3-63 16,-3 0-87-16</inkml:trace>
  <inkml:trace contextRef="#ctx0" brushRef="#br0" timeOffset="-50479.56">20644 3279 111 0,'1'-5'98'0,"1"-3"7"0,-2-1 7 0,1 3-1 0,0 2-11 0,-1-2-2 0,0 1-14 0,1 0-11 0,-1 1-17 16,-1 0-10-16,0 3-1 16,0 0 0-16,0 0 5 15,0 1-2-15,0 0-8 16,1 0-5-16,-1 0-15 15,0 0-5-15,-1 0-12 16,-3 9-3-16,-23 28 0 16,24-21 0-16,0 1 0 15,0-2 0-15,1 0 0 16,0 0 0-16,2 1 0 16,1 0 0-16,2-1 0 15,1 0-1-15,2-1 0 16,0-2 0-16,1 0 0 0,0-2 1 15,0 0 0-15,-1-3-1 16,0 0 0-16,2-2 0 16,-1-2 0-16,0 1 1 15,2-3-1-15,0 0 1 16,2-2-1-16,3 1 1 0,0-1 0 16,-1-1 2-16,-2-3-1 15,-2-2 0-15,0 0 2 16,0-2-1-16,2-1 4 15,-2-3 0-15,0 0 1 16,0 0 1-16,-1 2 2 16,1 2 2-16,-4 0 7 15,1 1 4-15,-3-1 12 16,-2-2 3-16,-1 1 2 16,-2-2-2-16,-3-1-7 15,0 0-1-15,-2-3-3 16,2 2-1-16,-3-1-3 15,0 0-1-15,1 2-1 16,-2-1 0-16,-1 4 1 16,1 1-1-16,-1 3-5 15,1 0-4-15,-2 4-7 16,-2 2-2-16,-2 0-4 16,1 5-7-16,0 0-40 0,-1 1-28 15,-3 5-91 1,-1 3-108-16</inkml:trace>
  <inkml:trace contextRef="#ctx0" brushRef="#br0" timeOffset="-49497.2">20642 3862 254 0,'1'-4'153'0,"0"-3"-5"0,-1 0-95 0,-2 3 5 0,-1 0-6 0,-3 1 7 0,2 1 11 0,-3 2-19 15,-2-1-4-15,2 5 3 16,-3 0-5-16,1 1-12 15,2 1-7-15,-2-1-14 16,1 3-5-16,0 3-6 16,1 3-1-16,1 5 0 15,2-1 0-15,-1-2 1 16,1 0 0-16,3-1-1 16,0 1 0-16,1-1 0 15,2-1-1-15,1-2 0 16,1 1 1-16,2-1 0 15,1 1 0-15,1-1 1 16,0-1 0-16,1-3-1 16,1-1 0-16,1 0 1 15,0-2 0-15,1-1 1 0,0-2 1 16,-3-3 12-16,4 1 4 16,-2-4 7-1,3-1 3-15,1-3 1 0,-3-5 8 16,0 1 6-16,-2-1 1 15,-1 0-5-15,-1-2-10 16,1-2-9-16,-2 1-2 0,-1 1-2 16,1 0 7-16,-2 0 11 15,-1 0 3-15,-1 2 6 16,-3-1-5-16,0 2-7 16,-3 0-2-16,-1-1-5 15,-1 1-4-15,0 2-3 16,1 0-2-16,0 4-2 15,0 0-1-15,-5 1-2 16,4 0-2-16,-3 1-5 16,-1 1-1-16,3 1-4 15,-5 2-6-15,0 2-26 16,1 1-25-16,-3 2-59 16,-1 2-45-16,-2 3-215 15</inkml:trace>
  <inkml:trace contextRef="#ctx0" brushRef="#br0" timeOffset="-48562.25">20694 4438 395 0,'-2'-1'184'0,"-5"-4"-77"0,4 3-34 0,1 1 2 0,-3 1-4 0,4-1 26 0,0 1 2 16,0 0-14-16,-9 1 2 16,-23 7-18-16,19-5-14 15,2 4-17-15,2 2-9 0,-1 0-17 16,3 2-5-1,-2 1-4-15,1-2-2 0,2 4 0 16,0-2 0-16,2 1 0 16,0-1-1-16,3-3 0 15,2 3-1-15,0-5 0 16,2 1-2-16,4 4 2 16,-1-1-1-16,3 1 1 15,-1-1 0-15,3-1 0 16,0 0 0-16,0-1 0 15,2-1 0-15,1-3 0 16,0-2 1-16,1-3 1 16,-3-2 0-16,1-4 2 15,1 0 0-15,-2-2 1 16,-1-2 1-16,0-2 4 16,-3-3 3-16,1 0 7 15,2-2 4-15,-2 0 6 16,0 2 2-16,-3 1 0 0,2 1 1 15,-3 0-3-15,-2-1 0 16,1-2 2-16,-3 2 2 16,-3-1 5-16,-1 0-1 15,-3 1-7-15,-1-1-4 16,0 0-12-16,-1-1-5 16,-1 3-4-16,0 3-1 0,0 1-3 15,0 3-1-15,3 6-26 16,-2 0-33-16,-4 6-91 15,-3 1-68-15,-4 5-152 16</inkml:trace>
  <inkml:trace contextRef="#ctx0" brushRef="#br0" timeOffset="-47713.341">20804 5047 250 0,'-2'-3'149'0,"-3"-6"-23"0,0 0-29 0,2 1-32 0,-1 0-3 0,0-1 20 0,0 2 7 0,-1-1 15 16,-1-1 6-16,2 2-8 16,0 0-11-16,1-2-32 15,1 3-14-15,1 0-25 0,1 0-5 16,0 4-2-16,-1-2 5 16,1 1 14-16,0 2 4 15,0 0 2 1,0 0-4-16,0 0-15 0,-1 1-6 15,0 0-12-15,1 0-1 16,0 1-2-16,1 12 0 0,5 26 1 16,-5-20 1-16,2 4 0 31,4 1 0-31,-1 4 1 0,2 4 0 0,-1 3 0 16,-4 0-1-16,2-3 2 15,-1-3-1-15,2-1 0 16,-1-5 1-16,-1-5-1 15,-1-3 1-15,-3-7 1 16,0 2 1-16,-1-7 1 16,1 1 0-16,1-4 1 15,-1 0 0-15,0 0-1 16,0 0-1-16,0 0-2 16,0-1-1-16,-1 0-4 15,0 0-19-15,1 0-84 16,-1 0-143-16</inkml:trace>
  <inkml:trace contextRef="#ctx0" brushRef="#br0" timeOffset="-45094.32">21290 2433 180 0,'0'0'120'0,"-1"-1"-8"0,1 0-52 0,0 0-20 0,0 0-22 0,0 1 0 0,0 0 17 15,0 0 9-15,0-1 22 16,0 0 3-16,0 0-9 16,0 0-5-16,0 0-18 15,1 1-9-15,3-2-10 16,-1 0-3-16,2 0-6 15,0 1 5-15,-1-1 5 16,1 1 1-16,5 0-2 16,18 1-6-16,-20 5-7 15,0 1 0-15,-4 3-1 16,4 2 1-16,-2 1 1 16,-1 1 2-16,-1 2 1 15,0 2 0-15,-1-2 0 16,0 2-1-16,0 0 0 15,-3-2 0-15,1-1-2 16,-1-1 0-16,1-2-2 16,3 1 0-16,-5-5 0 0,1 1 1 15,-2-5-1-15,0-1 1 16,1-2 0-16,1 0 1 16,0 0 14-16,0 0 6 15,0-1 3-15,0 0 0 16,0 0-14-16,0 0-6 15,0-4-5-15,0-5-1 0,6-22-1 16,-3 19 1-16,-1-1-1 16,0-2 1-16,4 2 1 15,-5-1 0-15,3 2-2 16,0 2 0-16,1 4-1 16,-1 1-1-16,-1 0 1 15,2 1-1-15,-5 0 1 16,6 2-1-16,-6-1 0 15,1 2 0-15,-1 2-1 16,0-1-1-16,0 1-1 16,0 0 1-16,0 0 1 15,0 0 1-15,0 0 0 16,4 6 0-16,1 4 0 16,12 23 1-16,-13-19-1 15,0-1 1-15,1 1 0 16,0-1 0-16,-1 0 1 15,-1-1-1-15,-1-3 1 16,0 0 0-16,-2-3 1 0,3-1-1 16,-3-1 1-16,0 1 0 15,0-3 1-15,-1-2 1 16,1 0 1-16,-1 0 0 16,0 0-7-16,1 0-21 0,-1 0-120 15,1 0-153-15</inkml:trace>
  <inkml:trace contextRef="#ctx0" brushRef="#br0" timeOffset="-42881.63">21660 2527 38 0,'0'0'14'0,"0"-2"-7"0,0 1 2 0,-1 0 38 0,0 0 78 0,0 0 28 0,0 0 23 31,0 1-29-31,0-1-67 0,0 0-23 0,1 0-16 16,-1 0 1-16,0-1 6 0,-1-5 1 15,1 4-11-15,0-1-11 16,1-1-10-16,-1 1 4 16,0-1 10-16,0 0 6 15,1 0 4-15,0 0-7 16,0 3-12-16,0-2-6 16,-1 2-6-16,0 2-1 15,0-1-1-15,0 0-2 0,1 0 1 16,-1 0-2-1,0 0-1-15,0 0-1 0,0 0-1 16,0 1-2-16,0-1 0 16,-1 1 0-16,-2 1 0 15,1 0-1-15,1 4 0 16,0 8 0-16,-23 20 0 16,22-18 1-16,1 0-1 15,0-1 1-15,1 3 0 16,-1-4 0-16,2 0-1 15,1-3 0-15,1-2 0 16,1 2 0-16,1-6 1 16,-2 0-1-16,2-3 1 15,-4-4 0-15,1 3 0 16,-1 0 0-16,0 0 0 16,0 0 0-16,0 0 1 15,0-1 0-15,7-3 0 16,1-1 1-16,21-21-1 0,-20 16 1 15,1-2-1-15,-3-3 1 16,2 1-1-16,-3-1 0 16,-2 0 1-16,3 2-1 15,-5-1 1-15,1 1 0 16,-2 2-1-16,-1 1 0 0,1 5-1 16,1 2 1-16,0 2-1 15,-2 1 0-15,-1 0 0 16,0 0 0-16,0 0-3 15,0 0 1-15,1 0-1 16,0 0 0-16,0 2 1 16,2 9 1-16,2 24 0 15,-2-20 1-15,0 0 0 16,0 2 0-16,3-2-1 16,0-2 1-16,2-3 0 15,-4-1 0-15,1-3 0 16,-2-1 1-16,-2-3-1 15,1-2 0-15,2 3 1 16,-3-3-1-16,0 0 1 16,0 0 1-16,0-1 0 15,0 0-1-15,0 0 0 16,0 1 0-16,1-3 0 0,2-8-1 16,7-24 1-16,-10 21-1 15,3 0 0-15,-1 0 1 16,0 2-1-16,2 0 0 15,-3 2 0-15,2 3 0 16,0 2-1-16,-3 1 0 16,1 3-1-16,-1-1 0 15,0 1 0-15,0 1-1 16,0 0 1-16,0 0 1 0,0 0 0 16,0 0 1-16,0 0 0 15,0 2 0-15,5 6 0 16,19 21 0-16,-20-19 0 15,-4 1 0-15,0-1 0 16,3 0 0-16,-3-1 0 16,1 0 1-16,-1-3-1 15,-2 0 1-15,2-2 0 16,2 1 1-16,-2-1-1 16,0-1 1-16,1-1 0 15,-2-2 0-15,1-1 1 16,-1 0 1-16,0 1 1 15,0-1-1-15,1 0-2 16,0 0 0-16,0 0 0 16,1-10-1-16,4-25 0 0,-5 20 1 15,5 0 0 1,-3-2 2-16,3 4 0 0,-2-3 0 16,0 5 0-16,2 3-2 15,-3 2-1-15,3 2 0 16,-2 3-1-16,0-1 0 15,-2 1-1-15,-1 1-1 16,0 1 0-16,0 0-1 0,0 0 1 16,0 0 1-16,0 0 1 15,3 7 0-15,2 4 0 16,12 23 1-16,-11-21-1 16,-1 0 1-16,0 1-1 15,2-3 0-15,-2-2 0 16,0 0 0-16,1-4 1 15,-1-2-1-15,1-3 0 16,2-1 1-16,-1-6 0 16,3 0 1-16,0-5-1 15,1-1 0-15,2-2 0 16,0-1 0-16,-1 2 0 16,0 0 0-16,-3 0 1 15,1-2 1-15,-4 3-1 16,1-2 1-16,-2 1 1 15,-3-1 1-15,-2 0 6 16,0 4 4-16,-4 2 3 16,2 4 0-16,0 0-5 0,-3 2-4 15,1 0-3-15,1 3-1 16,-3 2-3-16,1-1 0 16,-1 2-2-16,1 2 0 15,1-1-2-15,-2 5 0 16,2 5 0-16,-3-2 0 0,3 4 1 15,0 0 0-15,-2-1 0 16,1 4 1-16,1 0 0 16,0 2 0-16,0 1 0 15,1 0 0-15,0 0 0 16,1-5 0-16,1-6 0 16,1-1-1-16,0-8 1 15,1 4-1-15,2-1-1 16,1-5 1-16,1-1 0 15,-1-3 1-15,3-8 0 16,2-1 1-16,0-4 0 16,1-3 1-16,2-4-1 15,-2 1 1-15,0 0 0 16,3 1 0-16,-7-1 2 16,7-3 1-16,-6-3 1 15,-2 0 0-15,1 2 0 16,-5 3-1-16,1 5 0 0,-1 0-1 15,0 5-1 1,-1 1-1-16,0 7 0 0,2 2 0 16,-2 1-2-16,-2 3-1 15,1 0-4-15,0 0 0 16,1 0 0-16,-1 16 3 16,0 25 1-16,-1-19 1 15,-1 5 0-15,5-4 0 16,-1 5 0-16,1-5 0 0,3-3 0 15,1 0 0-15,2-3 0 16,-2-2 0-16,-1-1 0 16,2-2 0-16,0-3 1 15,0-2-6-15,0-3-32 16,-5-1-31-16,2 0-160 16</inkml:trace>
  <inkml:trace contextRef="#ctx0" brushRef="#br0" timeOffset="-41780.36">21735 3128 159 0,'-1'0'95'0,"0"-3"-13"0,1 0-26 0,0 2-32 0,0 1-8 0,0-1 12 0,0 0 16 0,0 0 42 16,0 0 13-16,0-1 1 16,0 1-15-16,0-1-39 0,0 1-9 15,0 0-1-15,0 0 6 16,0 0 11-16,0 1 4 15,0-1-6-15,0 0-8 16,0 0-15-16,0 0-10 16,0 0-13-16,0 0-1 0,0 1 0 15,0 0 2 1,6 12 8-16,10 25 5 0,-11-20 2 16,-5 2 0-16,3 3-7 15,-2-2-5-15,-1 3-3 16,3-2-2-16,-3-3-1 15,1-3 0-15,3-3-1 16,-4-3 1-16,3-2-2 16,-3 0 0-16,0-2-4 15,0 1-30-15,0-1-169 16</inkml:trace>
  <inkml:trace contextRef="#ctx0" brushRef="#br0" timeOffset="-40981.76">21787 3735 452 0,'0'-1'190'0,"-1"1"-109"16,0 1-47-16,0-1 8 0,0 0 7 0,1 0 46 0,-1 0 23 0,0 0-12 0,1 0-9 0,-1 0-43 16,0 0-21-16,0 0-21 15,0 0-3-15,0 1-3 16,0 3 0-16,-1 7 2 16,1 18 8-16,4-18 11 15,-3 0 4-15,0-1 3 16,-4 2-7-16,3 3-14 15,1 0-4-15,0 2-6 16,3 0-1-16,-5-1 0 16,-1 0-1-16,3 0 0 15,-1-1 0-15,2 2-1 16,3-1 0-16,0 2-27 16,-1 0-36-16,-1-2-184 15</inkml:trace>
  <inkml:trace contextRef="#ctx0" brushRef="#br0" timeOffset="-40148.22">21809 4359 664 0,'-1'0'249'0,"-1"-1"-198"0,0 2 4 0,1-1 9 0,0 0 6 0,0 0 32 0,0 0-12 0,1 0-8 16,-1 0 5-16,0 0-14 16,0 0-10-16,0 0-20 15,0 0-13-15,0 0-14 16,1 0-3-16,-1 0-4 15,0 0-2-15,0 0-3 16,0 0-2-16,0 0-2 16,0 0 0-16,0 1 1 15,-1 6-1-15,-3 24 1 16,6-19 0-16,5 2 0 16,-2-1 0-16,-4 1 1 0,3 2-1 15,0-3 0-15,1 1 0 16,2 1-1-16,-4-2 1 15,2 3-1-15,0-5 0 16,0 4 0-16,1-2 3 16,-2 0-37-16,2 1-22 0,-3 4-65 15,4 2-53 1</inkml:trace>
  <inkml:trace contextRef="#ctx0" brushRef="#br0" timeOffset="-38781.59">21985 5107 300 0,'0'0'123'0,"0"-2"-80"0,-1-1-3 15,1 2 4-15,-1 1 5 0,0-1 37 0,0 0 2 0,0 0 5 0,0 0 4 16,1 0-25-16,-1 0-14 16,0 1-19-16,0-1-9 15,-1-5-8-15,1 1 0 16,0 3 5-16,0 0 4 15,0 1 2-15,0 0-2 0,0 0-9 16,0 1-4-16,0-1-5 16,-2 0-2-16,-2 0-4 15,1 1-2-15,-2 1-3 16,1 1 1-16,0 0-1 16,-21 21 0-16,23-17-1 15,-1 1-1-15,1 2 0 16,3 0-1-16,-2 3 1 15,0-2 0-15,1 5 0 16,0-2 0-16,1-2 1 16,0 2-1-16,0-3 0 15,1 1 0-15,2 2-1 16,0-5 0-16,2-1 0 16,-1 4-1-16,1-4 1 15,2 6 1-15,-1-3 0 16,-1-3 0-16,1 0 0 15,0-3-1-15,1 2 1 16,-2-2 0-16,0 0 0 0,0-5 0 16,4 0 0-16,-1 1 1 15,3-1-1-15,-3 1 1 16,0 0 0-16,0-4 0 16,1 0 1-16,0 0 2 15,1-3 4-15,1-1 5 16,1-4 3-16,-1-4 0 0,0 0-2 15,1 3-4 1,-2 0-3-16,-3 0-2 0,-1 0 1 16,-3 1 3-16,-3-1 11 15,6 2 4-15,-2 1 4 16,-3-2-3-16,2 2-11 16,-1 0-2-16,1 0-5 15,-2-1 0-15,0 2 3 16,-4-3 2-16,-2 3 11 15,1-1 4-15,0-1 5 16,-1 2-1-16,2-1-8 16,-4 1-1-16,-2-1-6 15,0 1 0-15,-5-1 0 16,0 1 1-16,-2 2 0 16,0-3-2-16,3 2-4 15,-1 1-3-15,-2 2-5 16,2 3-1-16,-1 1-2 15,0 0 0-15,2 0-6 0,-3 0-16 16,2 1-41-16,-1 0-23 16,2 3-93-16,3 1-163 15</inkml:trace>
  <inkml:trace contextRef="#ctx0" brushRef="#br0" timeOffset="-36245.09">22654 2465 105 0,'1'-1'48'0,"0"-1"3"0,-1-1 1 0,0 2 42 0,0 0 19 0,0 0 6 0,0 1-3 16,-1-1-33-16,0-2-13 15,0-3-17-15,0 3-5 16,0 0-8-16,0 1-3 16,1 1-14-16,-1 1-5 0,0-1-6 15,-1 0 6-15,-6-3 10 16,-19-3 3-16,18 8-2 16,1 4-8-16,-1 0-14 15,-1 2-2-15,2 2-3 16,1 2-1-16,3 2 0 15,-4 0-1-15,3 0 1 16,-1 3-1-16,0-1 1 16,5 0-1-16,-2 2 0 15,-2-3 1-15,3-3-1 16,-1 3 1-16,3-4-1 16,1-2 0-16,1 0 1 15,-2-7 1-15,1 0 5 16,0-2 3-1,-1 1 5-15,0 0-1 0,0-1 2 16,0 1-1-16,0-1 6 16,3-7 2-16,14-22 2 0,-13 21-2 15,1-1-5-15,-2-1-2 16,-2 0-7-16,1-1-1 16,1 2-6-16,-1 1-1 15,1 5-1-15,1 2 0 16,-1 4-3-16,-2-1 1 15,-1-1 0-15,0 0 0 0,0 0 1 16,1 7 1-16,3 5 0 16,11 22 0-16,-9-21 0 15,0 1 0-15,0-4 0 16,-1 0 0-16,3-2 0 16,-1-2 0-16,0-1 1 15,1-2-1-15,-2-2 2 16,2-2 0-16,-3-3 1 15,2 1 0-15,1-5 1 16,-3-1 0-16,2-4 1 16,-3-1 0-16,0 2 1 15,1 0-1-15,-5 2 8 16,1-4 5-16,-1 1 1 16,-1 1-1-16,1 0-9 15,-1 2-5-15,1 3-4 16,1 3 0-16,0 2 0 15,-1 0-3-15,0 2-3 16,0 0-1-16,0 0 2 0,0 0 0 16,0 2 4-16,3 8 1 15,10 23 0-15,-9-21 0 16,0 0 0-16,-1-2 0 16,-2-1 1-16,1-2-1 15,0 0 1-15,-1-5 0 16,1-1 0-16,-2 2 0 15,0-3 1-15,0 0 1 0,0 0 2 16,0-1 0-16,0 0 1 16,0 0-2-16,0 0 0 15,0-8-1-15,3-22-1 16,-2 22 0-16,-1 3-1 16,0 2-1-16,0 4 0 15,0-1-2-15,0 1-3 16,0 0-2-16,0 0 1 15,0 0 1-15,1 5 2 16,0 5 0-16,36 19 1 16,-18-24-1-16,0-3 1 15,-3-4 0-15,1-3 2 16,-3-3 0-16,2-2 0 16,0-1 1-16,-4 0-1 15,2 1 1-15,-4-2 0 16,-2 2 1-16,-3 0 1 15,-1 3 1-15,-3 1 2 0,-1 0 1 16,0-1 1-16,-3 1 0 16,0 0 0-16,-2-2 0 15,-1 2 8-15,-1 0 2 16,-1 2 1-16,2 2-1 16,-1 2-10-16,2 2-4 0,0 4-4 15,-1 4-2-15,1 3-2 16,-4 3 0-16,0 6 1 15,2-1 1-15,2 3 0 16,4-3 1-16,1-2 0 16,1-1 0-16,0-1 0 15,-1-4 0-15,1-6-1 16,-1-3-1-16,1-3 1 16,4-2 2-16,4-3 0 15,0-6 0-15,4-5 1 16,1-6 0-16,-2-7 1 15,4 1 0-15,-2-4 0 16,-1 2 1-16,-4 2 2 16,-1 0 0-16,-4 2 2 15,-2-2 0-15,-1 2 0 16,-1 3 0-16,-2 5 0 16,1 6 1-16,-1 7-3 15,1 2-4-15,-1 6-4 16,1-4-4-16,1 0-1 0,-3 18 3 15,0 28 4-15,3-20 0 16,3 3 0-16,1 0 1 16,4 0-1-16,0 0 5 15,-1-1-32-15,1-1-19 16,-1-6-56-16,1-5-42 16,0-6-55-16,-1-6-8 0</inkml:trace>
  <inkml:trace contextRef="#ctx0" brushRef="#br0" timeOffset="-35781.6">23281 1784 530 0,'0'-3'243'0,"1"-2"-113"0,-1 1-58 0,0 2-41 0,0-1-13 0,0 2 17 0,0 1 27 16,-1-1 28-16,1 0 8 16,0 0-19-16,0 1-27 0,-1 0-30 15,-1 7-13-15,-4 15-6 16,-10 36 2-16,4-22 1 16,-1-1 0-16,0 3 0 15,-4-2-1-15,1-1 0 16,-2-4-1-16,1-4-1 15,4-1-1-15,4-5 1 16,1-3-1-16,3-5 0 16,0-4 0-16,2-2-20 15,0-2-50-15,-1 0-301 16</inkml:trace>
  <inkml:trace contextRef="#ctx0" brushRef="#br0" timeOffset="-35298.39">22584 2460 469 0,'1'-3'210'0,"4"-2"-111"0,1 2-17 0,2 0-47 0,-2 1-11 0,-3 3-12 0,1 4-4 0,-3 6 5 15,0 3 0-15,0 7-1 16,-1 0-2-16,-1 3-5 16,1 2-13-16,-1 1-107 15</inkml:trace>
  <inkml:trace contextRef="#ctx0" brushRef="#br3" timeOffset="-12918.33">18055 3670 72 0,'0'-1'48'0,"-3"-2"6"0,1 1-1 0,2 2-6 0,-1-1-5 0,0 0-12 15,0 0-8-15,0 0-9 16,0 0-2-16,0 0 1 16,1 0 3-16,-1 1 7 15,0-1 5-15,0 0 2 16,0-1-3-16,-1-3-4 16,-2-2-3-16,-23-21 3 0,21 21 4 15,-2 1 3-15,-1-1 0 16,-1 1 4-16,-2-1-1 15,-2 0-3-15,0-1-2 16,-1 1-9-16,0 0-4 16,1 2-3-16,-2-1 3 15,-3 0 12-15,1 0 6 0,-3 0 13 16,0 1 0-16,-1-1-9 16,-2 2-5-1,-6 1-16-15,-1 1-5 0,-2 1-6 16,0 0-2-16,2-1 0 15,-2 1 1-15,2 1 4 16,-1 0 4-16,1 1 3 16,0 1 0-16,-1 2-4 15,-2 0-3-15,4 2-3 16,1 2-2-16,4 0-1 16,2 2-1-16,2 0 0 15,3 0 0-15,2 2 0 16,-1-1 0-16,2 3 0 15,-1 2-1-15,2 0 1 16,1 0 0-16,2 1 0 16,1-3 0-16,2-1 0 15,0 0 1-15,3 0-1 0,0-1 0 16,2-3 1 0,3-2-1-16,-1-2 0 0,-1-3 1 15,1 0-1-15,0-2 1 16,0 0 1-16,0 0-1 15,1 0 0-15,-1 0-1 16,1-1-3-16,0 1-20 0,0 0-128 16</inkml:trace>
  <inkml:trace contextRef="#ctx0" brushRef="#br3" timeOffset="-11368.34">19677 3322 380 0,'-2'0'113'0,"1"0"-119"0,1 0-59 0,0 0-21 0,0 0-14 0,0 0 21 0,-1 0 24 16,1 0 42-16,0 0 90 15,-1 0 20-15,0 0 21 16,0 0-11-16,0 0-35 15,0 0-17-15,0 0-27 16,0 0-9-16,1 0-13 16,-1 0-1-16,0 0-3 15,0 0-1-15,0 0 0 16,0 0 1-16,0 0 2 16,1 0 7-16,-1 0 21 15,0-1 8-15,0 0 10 16,0-3-1-16,1-15-19 0,0-23-7 15,4 16-10-15,2-1-4 16,3-7 0-16,5-1-1 16,-1-4 0-16,2-6-1 15,0-5-1-15,4-6-1 16,4-3-2-16,0 5-2 16,2 5-1-16,1 5 0 0,-2 7 0 15,0 3 0-15,0 0 0 16,-2 5 0-16,-4 2-1 15,-2 0 0-15,-1 6 0 16,-6-1 0-16,2 6-3 16,-4 4 0-16,0 4-3 15,-1 2-2-15,-2 4-16 16,0-3-24-16,-3 5-69 16,1 0-59-16</inkml:trace>
  <inkml:trace contextRef="#ctx0" brushRef="#br3" timeOffset="-120.22">22801 3149 106 0,'-1'0'52'0,"-2"0"0"0,1 0 4 0,1-1 20 0,0 0 2 0,0 0-10 0,0 1-2 0,0-1-15 16,1 0-3-16,-2 0-5 15,0 0-3-15,1 0-6 0,0 0 0 16,1 1 9-16,-1-1 5 15,0 0 14-15,0 0 2 16,0 0-11-16,0 0-8 16,0 0-18-16,0 0-6 15,-2 1-6-15,0-1-1 16,3 0-2-16,-3 0 0 16,2 0-2-16,0 0-3 0,0 0-3 15,1 1-2-15,-1 0-2 16,0 0 0-16,0 0-1 15,0 0 0-15,0 0 1 16,0 0 0-16,0 1 0 16,-2 7 0-16,-7 24 2 15,10-21-1-15,-2 4 1 16,-1 1 0-16,2 3 0 16,1 0-2-16,0 1 1 15,-1-2 0-15,1 2-1 16,0-2 1-16,-1-1 0 15,1-3-1-15,-1-1 1 16,1 1-1-16,0-2 1 16,0 2 0-16,0-5 0 15,0 0 1-15,-1-2 0 16,0-3 0-16,0-1 1 0,-1 0 0 16,2-3 2-1,0 0 1-15,-1 0 2 0,1 0 2 16,-1 0 0-16,1 0 1 15,0-1-1-15,0 0-1 16,0 0-1-16,0 1 2 16,0-10 7-16,-2-24 4 0,1 18 3 15,0-1 0 1,-2-4-7-16,1-3-3 16,1-5-4-16,-1 1 0 0,1 2-3 15,0 4-2-15,1 6-2 16,2 3 0-16,-1 2 0 15,-1 1 0-15,0 0 0 16,0 3-1-16,-1 1 0 16,1 1-1-16,0 3 1 15,0 0-2-15,0 2 0 16,0 0-1-16,0 0-4 16,0 0-1-16,0 0 0 15,0 0 0-15,0 0 3 16,3 9 1-16,5 28 1 15,-5-18 1-15,-1 2 0 16,-1 3 0-16,2 2 0 16,-2 1 0-16,2-3 1 15,-1 1 0-15,0-5-1 16,-1-3 1-16,1-1-1 0,-1-2 1 16,-1-3-1-16,0 1 1 15,-1-5 1-15,0-1 0 16,1-3-1-16,-1-1 1 15,1-1 0-15,0-1-1 0,0 0 2 16,0 0 0-16,0 0 2 16,-1 0 1-16,1 0-2 15,-1 0 0-15,0 0-4 16,0 0-18 0,0-1-100-16,0 0-135 0</inkml:trace>
  <inkml:trace contextRef="#ctx0" brushRef="#br3" timeOffset="9928.51">22752 3748 69 0,'0'-1'62'0,"0"0"30"0,-1 1 15 0,0 0 28 0,0 0-2 0,0 0-11 0,0-1-14 16,0 0-41-16,1 0-17 16,-1 1-24-16,0 0-7 15,0 0-6-15,0 0 1 16,-3 0 4-16,-1 1 4 0,0 1 2 16,-1 1 0-16,-21 16-2 15,21-14-5-15,1 0-7 16,0 2-2-16,0-2-5 15,0 2-1-15,-1-1-1 16,2 1 0-16,0 2 0 16,1 1-1-16,0-1 0 15,-2 2 1-15,3-2-1 16,0 1 0-16,1 2 0 16,1-3 0-16,1 2 0 15,0-2-1-15,1 0 1 16,0-1 0-16,2-1 0 15,-1 0 0-15,2 1 0 16,1 1 0-16,0 0 0 16,3 1 0-16,-2-3 0 15,2 0 1-15,0-1-1 16,0-2 1-16,0 1 0 0,0-3 1 16,-1 1-1-16,0-3 0 15,-1 2 2-15,2-2 0 16,0-3 2-16,-2-1 3 15,2-2 2-15,-2 0 0 16,-1 0 0-16,2-3-3 0,-3-1-1 16,0-1 0-16,2-1-1 15,-3 0 1-15,0 1 4 16,0-1 3-16,0 2 5 16,4-3 1-16,-5 1 2 15,1 3 1-15,-1-2-2 16,-2 1 2-16,3 2-2 15,-1-1 2-15,-1 4 6 16,-4-4 2-16,0 4 4 16,-2-1 0-16,-3-3-7 15,1 5-5-15,-3-3-11 16,1 2-5-16,-3-1-4 16,0 0-2-16,-2 0-4 15,-3 5-3-15,2 2-36 16,0 4-23-16,0 3-88 15,-3 2-95-15</inkml:trace>
  <inkml:trace contextRef="#ctx0" brushRef="#br3" timeOffset="10995.43">22863 4445 509 0,'-1'-1'216'0,"-3"0"-125"0,0-1-35 0,4 1-16 0,-1 0-10 0,0 0 21 0,0 0 7 0,0 1 7 16,-4-2 13-16,-5-1-6 16,-16-3-6-16,19 5-17 15,3 2-15-15,1 1-22 16,0 2-8-16,0 2-4 15,-2 0 0-15,3 3 0 16,0 0 0-16,0 1 0 16,2 2 0-16,0 1 0 15,-1-1 0-15,1 0 0 16,2 2 1-16,0-1-1 16,1 1 0-16,0-1 0 15,0-1 0-15,2 1 0 16,-2-3 0-16,5 4 0 15,-3-1 1-15,2-2-1 0,2 3 0 16,-3-5 0-16,3 0 0 16,0-2 1-16,1-2 1 15,0-3-1-15,-2 1 2 16,2-2 1-16,-4-1 0 16,1-3 12-16,1-2 8 15,1-4 7-15,5-1 3 0,-3-4-2 16,1-2-2-16,-1 0 0 15,-2 0 0-15,-1 2 0 16,0-2-4-16,-3 1-2 16,0 1 2-16,-2-3-2 15,-1 1-1-15,-1 2-8 16,-1 1-3-16,0 2 1 16,-1-1 2-16,-2 1 8 15,0-3 2-15,-2 5 0 16,-1-2-3-16,-2 3-6 15,1-1-4-15,-5 1-8 16,0 2-2-16,0 1-4 16,-5 2-11-16,2 3-26 15,1 3-18-15,-5 3-43 16,1 4-25-16,-1 6-118 16,-1 3-156-16</inkml:trace>
  <inkml:trace contextRef="#ctx0" brushRef="#br3" timeOffset="12177.84">23026 5072 472 0,'0'-2'191'0,"0"0"-95"0,-1-2-2 0,0 3-2 0,0 1 14 15,0-1-5-15,0 0-6 0,0 0-12 0,1 0-13 0,-8-2-22 16,-22-8-8-16,24 11-16 15,0 2-2-15,0 0-3 16,0 1 0-16,1 1-3 16,-1 1-4-16,3 2-6 15,-4-2-2-15,3 2-3 16,-2 1-1-16,0 2 0 16,3 1 0-16,-3 1-1 15,6 2 0-15,-2 2 0 16,5 1 1-16,1 2-1 15,-3-2 0-15,4 1-1 16,-4-3 1-16,3-1 1 16,3 2-1-16,0-5 0 15,0-1 0-15,1 2 0 16,-2-3 0-16,4 0 0 0,1 1 0 16,1-3 0-16,1 2 1 15,1-2 0-15,-2 0 0 16,0-2 0-16,0-2 2 15,0-2 0-15,-1-2 2 16,0-2 1-16,-1 0 1 16,1-2 6-16,-2 0 4 0,1-2 7 15,-1-2 3-15,-3 0 3 16,1 0 0-16,-1-1-1 16,0-2-1-16,1 0-6 15,-2 0-4-15,0-1-7 16,1 1-3-16,1-1-3 15,-1 2 0-15,-3 0 13 16,-2 2 6-16,-1-1 8 16,-1-2 2-16,1 0-11 15,0-1-6-15,-2 0-6 16,2 2-2-16,-3 0-1 16,-1 0 2-16,0 2 5 15,-1-2 3-15,1 2 2 16,0-1-1-16,-2 1-4 15,-1 2-4-15,2 0-3 16,0 1 0-16,-2-1 3 16,-1 1 1-16,1 0 0 0,-5 0-1 15,5 2-3-15,-3-2-2 16,0 2-3-16,-2-1 0 16,-1-2-2-16,-2 3 0 15,-2-2-2-15,-1 0-2 16,-4 2-21-16,0-3-15 15,-5 0-66-15,2 4-41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04:47:26.7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5679 9204 459 0,'-1'-2'180'0,"1"0"-98"0,1-1-79 0,-1 2-2 0,0 1 1 0,0-1-1 0,0 0 49 15,0 0 20-15,-1 0 26 16,0 0 10-16,0 0-39 15,1 1-15-15,-1-2-19 16,-2-5-7-16,0 0-8 16,-13-22-3-16,13 20-4 15,-3 2 3-15,3 0 6 16,0 0 3-16,0 3 10 0,-1-1 2 16,0 3 5-16,1 0 3 15,-1 2-7-15,2-1-6 16,1 1-12-16,0 0-8 15,0 0-5-15,0 0 0 16,0 0-2-16,0 0 1 0,1 0-2 16,-2 0-1-16,-2 1 0 15,-1 0 0-15,0 2-1 16,1-1 1-16,-23 21 0 16,23-16-1-1,-1-2 0-15,1 1 0 0,-1 3-1 16,0 1 0-16,1 3 1 15,0 2-1-15,-1 0 1 16,3 1 0-16,-4 1 0 16,1 0-1-16,3 1 1 15,-1 1 0-15,2-5-1 16,1 0 0-16,0-1-1 16,1-3 0-16,4-1-1 15,-4-1 1-15,1-4 0 16,2 2-1-16,-1 1 1 15,2-5-1-15,5-1 0 16,-3-1 1-16,1-9-1 0,3 7 2 16,1-7-2-16,-1-3 1 15,1 0 1-15,-2-6 0 16,-3 1 1-16,1 0 2 16,-1-1 0-16,1-1 0 15,0 2-1-15,0 1 0 16,-1 0 0-16,-1 2 0 15,-1 1 0-15,-1 3 1 16,-1 1-1-16,0 5 0 0,-2 1-1 16,1 2 0-16,0 1-3 15,-2-1-1-15,0 1 0 16,0 0 0-16,0 0 2 16,0 0 0-16,0 0 2 15,1 6-1-15,2 4 1 16,4 22 0-16,-6-20-1 15,0 1 1-15,0 0 0 16,2 4-1-16,1-2 1 16,-1 2-1-16,1-1 0 15,0-1 0-15,1-1-1 16,1 0 0-16,0-6-1 16,0 0 1-16,-2-5 2 15,0-2 0-15,1-1 0 16,1-1 0-16,3-2 0 15,-4-3-1-15,3-4 1 0,-1-1 0 16,3-3 0-16,-1-1 0 16,3-3 1-16,-3-1-1 15,-4 3 1-15,2 0 0 16,-1 5 0-16,1 2 0 16,-1 3-1-16,0 1 1 15,-4 3-1-15,0-1 0 16,1 1 0-16,-3 2-1 0,0-1-1 15,0 0 0-15,0 0 1 16,0 1-1-16,0 0 0 16,0 0 0-16,0 0 0 15,0 0-1-15,1 0 1 16,3 7-1-16,1 4 1 16,20 22 0-16,-20-19 1 15,-1 1 0-15,-1 1-2 16,2 2-8-16,-1-1-4 15,1-1-2-15,0-3 1 16,-1-1 6-16,-1-4 6 16,1-2 1-16,-1-4 4 15,1-1 1-15,-1-2 3 16,1-5 1-16,1-3 1 16,0-1-1-16,0-5-1 15,0-2 0-15,1-2 2 16,-1-2 1-16,-1 1 4 0,1 2 2 15,-1-2-1-15,-1 3 0 16,2 0-6-16,-2 2-3 16,1 4-4-16,0 3 0 15,0 3-2-15,0 3-2 16,-2 1-2-16,1 2-1 16,-3-1 1-16,0 0-1 0,0 0 3 15,0 0 1 1,4 7 1-16,18 25 1 0,-17-21 0 15,1 1 0-15,-1 3-1 16,0-2-2-16,5 1-4 16,-1-1 0-16,3-3 0 15,1 1 4-15,0-7 3 16,-1-1 1-16,1-5 0 16,0-5 0-16,4-1 0 15,4-5 0-15,1-1 1 16,4-4 0-16,-1-2 1 15,-1-1-1-15,-1 0 0 16,-2 1 2-16,-2 3 0 16,0-1 3-16,-5 2 6 15,-2 0 3-15,-5 0 8 16,-1 3 3-16,-5 1 4 16,-1 2 1-16,-1 2 5 15,-3-2-1-15,-2 4 1 0,-2-2 0 16,-1 1-12-16,0 2-3 15,-2-2-12-15,-1 2-4 16,0-1-2-16,-1 6-1 16,0 0-2-16,1 1 0 15,-1 3-3-15,1-3-1 16,0 4 0-16,1 4-1 16,0 3-2-16,0 1-1 0,0 4-1 15,3-1-2-15,0 7-2 16,3 3-4-16,3 1-12 15,2 4-6-15,-2-4-8 16,3 0 2-16,2-1 11 16,-3-3 8-16,8-2 5 15,-3-3-3-15,4-6-2 16,0-2 1-16,0-8 10 16,2-2 9-16,3-9 5 15,2-6 2-15,0-10 3 16,5-3 1-16,1-9-2 15,2-1 0-15,2-1-5 16,-5-5 1-16,1 0 0 16,-3-2 1-16,-4-6 4 15,-2-1 3-15,-6 1 5 16,-1 3 4-16,-4 10 7 16,0 8-1-16,-4 8 1 0,-1 6 1 15,1 7 0 1,-6 2-3-16,4 5-10 0,2 5-8 15,-4 4-13-15,-1 4-3 16,0 6 2-16,-2-1 2 16,0 10 2-16,5-1 1 15,-1 7-1-15,2 4 1 0,3 9-2 16,0 3-5-16,0 1-12 16,2 0-3-16,1-4-3 15,4-3 5-15,5-1 12 16,-3-5 3-16,1-2-7 15,3-2-11-15,-1-3-33 16,1-5-30-16,3-4-103 16,-1-1-94-16</inkml:trace>
  <inkml:trace contextRef="#ctx0" brushRef="#br0" timeOffset="2083.25">6505 8519 587 0,'-3'-1'274'0,"-3"-3"-102"0,1 1-109 0,-2 0-80 0,-1 0-28 0,1-1-18 0,0 2 2 0,-1-2 41 0,0 1 47 15,-2-1 55-15,-1 1 15 16,2 0-5-16,-2-1-23 15,1 0-36-15,-3 0-15 16,1 0-15-16,0 3-1 0,-2-1-1 16,2 1 1-16,-2 1 8 15,1 0 2-15,0 0 5 16,-1 0 0-16,0 0-6 16,-2-1-2-16,-1 1-3 15,-1 2 1-15,1 1 3 16,-3 0 1-16,1 2 3 15,-5 0-2-15,-4 2-1 16,1 2-2-16,-5 0-1 16,2 0 0-16,0 3-1 15,-1 1 1-15,3 2-3 16,-2-2-1-16,3 3-2 16,1-2-1-16,0-1 0 15,0 3 0-15,-3-3 3 16,0 2 1-16,-2-2 2 15,2 0 0-15,1 0-2 16,1 0-2-16,1 3-1 0,1-2 1 16,1 1 1-16,0 0 3 15,2-1 2-15,1 1-1 16,3 1-2-16,1 0-2 16,0 1-3-16,1-3 1 15,2 2-1-15,-2-2-1 0,3 2 0 16,1-1 0-16,2 3 0 15,0 0-1-15,2-1 1 16,2 3 0-16,0-3 0 16,1 0 0-16,2 0 0 15,-3-3 0-15,4 2 0 16,1 0-1-16,-1 3 1 16,2 0 0-16,1 0-1 15,0 2 0-15,1 1 1 16,0-1 0-16,2 1 0 15,2 0-1-15,0 0 1 16,2 1 0-16,0-3 0 16,3 0 0-16,-1-1 0 15,3-2-1-15,0-3 1 16,2 0-1-16,3-1 1 16,-3 0-1-16,2 0 0 15,-1 3 1-15,2-2-1 0,5 0 1 16,1-1-1-16,-1-2 1 15,2-4-1-15,-4-1 1 16,4 2-1-16,-1-2 1 16,5 1 0-16,1 1 0 15,2-2 0-15,-2 0 0 16,-2-2 0-16,-1 0 0 16,1-1 0-16,1 0 0 15,3-1 0-15,1-2 0 0,1 0 1 16,0 0-1-16,3-4 1 15,-2 2-1-15,-1-1 0 16,-2 0 0-16,-4 2 0 16,3 0 1-16,1-1 0 15,0-1 0-15,1 0-1 16,0 0 1-16,-2 0-1 16,5 3 0-16,-3-3 1 15,1 1-1-15,-1 0 1 16,-5-3 0-16,3 1 0 15,-4-2 0-15,3-1-1 16,0-1 1-16,-1-2 1 16,0 0 0-16,-1-1 0 15,-1-1 1-15,3-1 0 16,0 0 0-16,-5-1-2 16,3 3 1-16,-8-1-2 15,-1-1 1-15,0-1 0 0,-6-1 2 16,1-4 1-16,1 2 0 15,-2-2 1-15,0 0 0 16,-3 0 0-16,-1 0 1 16,-2 0 1-16,-1 0 0 15,-3 0 0-15,0 0 4 16,-5-1 9-16,0-1-1 0,-3 0 4 16,0-1-2-16,-2 1-6 15,0-2 2-15,-1 2-2 16,-2-3 0-16,1 0 3 15,-3 0 2-15,5-1 3 16,-3 0 1-16,1 1-5 16,1 2-3-16,-3-1-7 15,2 1-3-15,-1 0-4 16,1-2 0-16,-1 1-1 16,0-1 0-16,-2 4 5 15,2 3 1-15,-1 3 2 16,-2 1 0-16,-1 1-5 15,-1-2-2-15,-2-2-1 16,1 1 0-16,2 2 0 16,-1 0 0-16,1 1 0 15,-2 0-1-15,0 2 1 16,1 0-1-16,-1 3 1 0,0-2-1 16,1 3 1-16,1 0 0 15,0 0 0-15,1 1 0 16,2-1 0-16,0 1 0 15,1 1 0-15,3 0 0 16,-3 1 0-16,-1 0 0 16,3 2-1-16,-5-2 0 15,0 3 0-15,0 0 0 0,-3-2 0 16,-2 1 0-16,-1 0 0 16,1 1-1-16,-3 1-1 15,1 3 0-15,-6 3-35 16,-7 2-38-16</inkml:trace>
  <inkml:trace contextRef="#ctx0" brushRef="#br1" timeOffset="12697.78">5855 12062 133 0,'-2'1'83'0,"2"-1"7"0,-3 0-6 0,2 0-10 0,1 0-9 0,-1 0-13 0,0 0-4 0,0 0 11 16,0 0 9-16,0 0 5 15,0-1-2-15,0 0-16 16,1 0-9-16,-1 0-5 16,1 0 5-16,0 1 12 15,-1-1 4-15,0 0-4 16,0 0-6-16,0 0-17 15,0-4-8-15,0-2-7 16,-7-21-5-16,4 26-1 16,0-3 1-16,3 2 2 15,-2-1 5-15,2 1 7 16,-1 1 3-16,0 1 3 16,1 1-3-16,0 0-10 15,0 0-5-15,0 0-10 16,0 0-2-16,0 0-3 15,1 0 0-15,-1 0-1 16,-5 2 0-16,0 2-1 16,-20 17 0-16,22-16-1 0,-2 1-1 15,2 3 1-15,-1-3 1 16,-1 4-1-16,5 0 0 16,-4-4-2-16,3 5 0 15,1 0 0-15,0-1-1 16,1 3 0-16,0-2 1 15,3 2 0-15,0 1-1 16,2 1-2-16,-1-1-6 0,0 1-12 16,0 0-5-16,-1-2-4 15,2 2 6-15,0-4 12 16,1 1 4-16,0-3 3 16,-1-2 0-16,0-5 0 15,-1-1 1-15,1-3 5 16,2-1 1-16,0-5 0 15,1-2 0-15,0-4-1 16,-2-1 0-16,2 0 1 16,-2-3 1-16,2 4 1 15,-3-2-2-15,-4 0 14 16,1 3 1-16,0 2 1 16,1 2 4-16,-3 0-15 15,0 1 1-15,-1 2 2 16,-1 2 0-16,0 2 1 0,2 0-1 15,0 2-4-15,-1-1-1 16,0 0-2-16,1 0-2 16,0 0-2-16,0 0-1 15,0 0-3-15,0 1-1 16,0 0 0-16,0 0 1 16,0 0 1-16,0 0 3 15,6 5 1-15,2 5 0 16,21 25-2-16,-24-22-1 0,2-1-1 15,0 2 2-15,1-1 2 16,-1-2 0-16,-1-1 2 16,1-1 1-16,-1-1-1 15,0-3 1-15,-2-3-1 16,-1 1 1-16,2-3 2 16,-2-1-1-16,2-2 2 15,-1-1-1-15,-2-4-1 16,2-3 1-16,-1-2 0 15,0-2 0-15,1 3 0 16,0-3-1-16,-1-1 0 16,2 6-1-16,-2 1 0 15,1 1 0-15,0 4 1 16,0-1-1-16,-1 3 1 16,-1 0-1-16,-1 2 1 15,-1 0-1-15,0-1-2 16,0 1-1-16,0 0 0 15,0 0-1-15,0 0 2 0,0 0 0 16,3 5 1-16,1 3-1 16,21 23-10-16,-20-21 1 15,-2 1-2-15,-1 2 1 16,0-1 9-16,-1 0 0 16,0-1 1-16,0 2 0 0,1-2 1 15,-1 0 0-15,2-4 1 16,-1-2 0-16,-2-4-1 15,0-1 1-15,0 0 0 16,0-1 0-16,0 0 0 16,0 0 0-16,7-15 1 15,12-22 0-15,-10 18 0 16,-3 2 0-16,1-2 0 16,0 1 0-16,-2 0 3 15,-1 2 1-15,0 6 2 16,-1 1 2-16,-3 3-2 15,4 4-3-15,-2 0-1 16,1 1-3-16,0 2 2 16,-3 0 0-16,0 0 0 15,0 0 1-15,0 0-3 16,0 0 0-16,0 0-1 16,0 2-1-16,3 5 0 0,13 25-1 15,-10-20-7-15,1 0-1 16,0 1-3-16,0-1-3 15,3 0 0-15,0 1-7 16,4 0-23-16,2-1-10 16,2-3-13-16,-2-1-1 15,1-4 14-15,2-4 11 0,0-4 21 16,1-4 12-16,2-7 16 16,1-3 4-16,2-3 0 15,1-2-2-15,-4-3 10 16,-1 3 0-16,-6 0 17 15,-2 0 13-15,-1 2 14 16,-3-1 9-16,-3 2 1 16,-2 0-2-16,-2 4-11 15,-1 1-2-15,-1 3-4 16,-1 0-2-16,-7 1 0 16,1 0-1-16,0 2-6 15,1 0-1-15,-2 0-7 16,-3 0-5-16,-1 1-9 15,-1 0-5-15,4 3-10 16,2 1-2-16,-3 2-4 16,-1 2-4-16,1 2-2 15,0 1 0-15,1 3-3 16,-1 3 1-16,2 2 0 16,0 3 0-16,2 3-2 15,2 2 1-15,3 4-2 0,0-1-1 16,0 4-8-16,0-1-7 15,3 2-14-15,1 2-7 16,2-2-7-16,2 0-4 16,0-4 7-16,0-5 10 15,-2-9 21-15,2 0 12 0,0-8 11 16,1-1 22-16,3-7 6 16,1-4-1-16,3-7 3 15,0-2-24-15,-3-4-5 16,0-2-1-16,-5-6 0 15,-2-1 0-15,-1-6 9 16,0-3 5-16,-2 3 4 16,2 1 1-16,-3 6-6 15,0 5-4-15,-2 9 7 16,-2 3 5-16,2 6 17 16,0 4 6-16,-1 2 1 15,0 0-7-15,-2 3-23 16,3 0-9-16,0 0-15 15,0 0-4-15,0 17-2 16,-2 26 0-16,2-19 2 16,-3 1 4-16,4 1 5 15,0 1 0-15,2 2-3 0,4 2-6 16,0-2-9-16,3-1-12 16,0-4-34-16,4 0-25 15,1-4-57-15,3-3-29 16,2-3-124-16</inkml:trace>
  <inkml:trace contextRef="#ctx0" brushRef="#br1" timeOffset="14085.06">6882 11432 875 0,'-2'0'332'0,"0"0"-234"0,1 0-75 0,0-1-26 0,0 1-5 0,0-1 2 16,0 1 1-16,0 0 9 15,0 0 13-15,1 0 20 16,-1 0 5-16,0 0-1 16,0 0-7-16,-5 6-16 15,-23 22-5-15,22-23-5 16,-2 3-2-16,2 2-3 15,0 1-1-15,-1 2 0 16,2 1 0-16,-2-1 0 16,-1 2 0-16,1-2 0 15,0 0-1-15,1 0 0 16,1-1 0-16,0 1 0 16,-1-4 0-16,1-1 0 15,2 1-1-15,1-4-1 16,2 1-1-16,1 0-31 0,1-4-32 15,0 3-127-15</inkml:trace>
  <inkml:trace contextRef="#ctx0" brushRef="#br1" timeOffset="16481.16">6785 11249 790 0,'-4'0'326'0,"-2"0"-152"0,2-2-218 16,0 2-46-16,-1-3-80 0,-1 1 0 0,-5 1 63 0,-1 0 59 0,1 1 132 15,-1 2 31 1,2-1 19 0,6 0-12-16,0 0-37 0,-14 1-21 0,-1-2-29 15,-2-1-13-15,4-1-14 16,2 2-4-16,-2 0-2 15,1 0-1-15,-1 1-1 16,-2 1 0-16,0 1 0 16,2 2 0-16,-5 1 0 15,1-1 0-15,1 1 1 16,-3-3 1-16,4 2-1 16,-1 1 0-16,-1-1 0 15,3 3 0-15,-1-3 0 16,1 2 0-16,-1-1 2 15,1-1 2-15,0 1 3 16,1-1 1-16,-1 0 2 16,3 3-2-16,2 0-1 15,1 0-3-15,0 4-3 16,-4-4-1-16,-1 2 0 0,0 1-1 16,-2 0 1-16,2 1-1 15,-2 0 2-15,-1-1-1 16,2-1 0-16,-2 1 0 15,0 0 0-15,0-1 1 16,1 2-1-16,1 0 0 16,3-2 1-16,0 2 0 0,-1-1-1 15,3 2 0-15,-1-2 0 16,2 0-1-16,-1-2 0 16,0-1 0-16,1 3 0 15,-1 0 0-15,3 2 0 16,-1-1 1-16,-5-3-1 15,2 3 0-15,1-3 0 16,1 1 0-16,0-3 1 16,2 1-1-16,-1 0 0 15,0 1 0-15,1 0 0 16,0-1 0-16,3 1 0 16,-2 2 1-16,2-3 0 15,-2 2-1-15,2-1 0 16,0-2 1-16,-1 3-1 15,2-1 0-15,-2-1 0 16,1 3 0-16,0-2 1 16,-1 1 3-16,2 1 4 0,-1-2 1 15,2 1-2-15,0 0-2 16,2 3-4-16,-1-1 0 16,2 0-1-16,-2 1 0 15,2 0 0-15,2 3 0 16,0-2-1-16,0 0 0 15,0-1 0-15,3 1 1 0,-1 4 0 16,-1-4 0-16,3 0 0 16,-4 0 0-16,2-1 0 15,-1 3 0-15,2 2-1 16,0 0 1-16,2 0 0 16,0 0 0-16,-1-1 0 15,1 0-1-15,2 1 1 16,-2-2-1-16,2 4 1 15,1 0 0-15,1-1 0 16,0 0 0-16,-3-4 0 16,3 0 0-16,-1-5 0 15,1-1-1-15,3 3 1 16,1-3-1-16,1 2 0 16,2 1 0-16,2-5 0 15,-1 2 1-15,4-1 0 16,-1-2 0-16,0 0-1 15,3 2 1-15,-1-5 0 16,1 2 0-16,5-5-1 0,0 1 1 16,4-1 0-16,4 1 0 15,0 0 0-15,1-2 0 16,2 2 0-16,-3-1 0 16,-3 2 0-16,-3 0 0 15,-3-2 0-15,4 0 0 16,-2 1 0-16,2 0 0 0,1-1 0 15,-1 0 1 1,1-3 0-16,2-2 0 0,0 0 0 16,0 1-1-16,-5-1 0 15,0-1 0-15,-1-5 0 16,1 3 0-16,1-4 1 16,-2 2 0-16,1-2 6 15,-1-4 3-15,0 1 1 16,1-3 1-16,2-3-6 15,-1-2-2-15,-3 0-2 16,0 0 0-16,-4 1-2 16,-1 2 1-16,4-1 0 15,-1-1 1-15,0-1 0 16,0-3 0-16,-3 5 0 16,1-1 0-16,-3 1 0 0,1 2 0 15,0-2 0 1,-2-1 2-16,-2-2 4 0,0-2 0 15,-3-3 0-15,-3 0 0 16,-2 2-4-16,0 4 1 16,-5 1 0-16,0 2 0 15,-4 1 6-15,1 0 7 16,-1 0 15-16,-2 0 4 0,0 0 0 16,-4-1-5-16,0-1-15 15,-1-2-5-15,0 2-6 16,2 1-3-16,-2 1-1 15,2 3 2-15,-2-3 5 16,-2 1 3-16,1 1 2 16,-1-3 1-16,-2 3-3 15,1-1-2-15,0 0-2 16,0 3-2-16,1-3-2 16,-1 1 1-16,1 0 2 15,-1 3 2-15,2 4 1 16,-1 0 1-16,0 1-3 15,-2 0-3-15,-1-1-1 16,0-3 1-16,1 1 6 16,-1 0 4-16,1-2 5 15,1 3 2-15,0 0-3 16,3-1-4-16,-1-1-6 16,-1 0-2-16,3 1-4 0,-1 0-1 15,2 4 3-15,2-2 3 16,-4 0 9-16,-1 2 4 15,3 1 9-15,2 0-2 16,1 4-6-16,1-3-4 16,-3 1-13-16,-4 1-3 15,2 0-2-15,0 0 0 0,-1 2 0 16,1-2 1-16,1 3 0 16,2 0 1-16,-2-2-1 15,2 1-1-15,-2 0 0 16,-2 0 0-16,2 0-1 15,-1 1 0-15,-1 0 0 16,2 1 0-16,-3 2-1 16,3 2-1-16,-3-2-1 15,-3 3-1-15,-1 3-2 16,-2 3-1-16,-1 5-6 16,0 1-2-16,0 0 0 15,2-2-2-15,1-2 4 16,0 0-4-16,1-2-17 15,-2-1-12-15,1 0-33 16,0 2-24-16,-1-1-51 16</inkml:trace>
  <inkml:trace contextRef="#ctx0" brushRef="#br1" timeOffset="18414.5">12496 2795 983 0,'0'0'331'0,"1"0"-316"16,2 1-43-16,-3-1-4 0,0 0 13 0,0 0 19 0,0 0 3 0,0 0 4 0,0 0 2 15,3 1-1-15,-1-1-4 16,2 2-5-16,5 4-3 16,23 26 0-16,-18-11 2 0,1 7 1 15,-2 0 1 1,2 0 0-16,0-2 0 0,-4-3 0 15,2-2 0-15,-1-7 0 16,-2-3 0-16,0-5 1 16,2-4 0-16,-1-1 2 15,3-1-1-15,1-6 2 16,2-5 1-16,6-7 8 16,6-7 0-16,10-11 1 15,5-5-2-15,5-9-7 16,-2-2-1-16,-3-2 0 15,-1 3-1-15,-8 0 14 16,-1 3 3-16,-3 1 3 16,-2 3 0-16,-5 10-14 15,-1 6-7-15,-2 11-4 16,-5 5-2-16,-1 6-11 0,-1 3-12 16,-5 3-105-16</inkml:trace>
  <inkml:trace contextRef="#ctx0" brushRef="#br2" timeOffset="28161.76">10018 9906 75 0,'-1'0'43'0,"1"0"-3"0,-2 0-21 0,2 0 2 0,0-1 16 16,-1 1 12-16,1 0 23 15,-1-1 4-15,0 1-9 16,1-1-12-16,0 0-16 15,0 0-4-15,0 0 2 16,0 0 4-16,0 1-4 16,0-1-2-16,0 0 1 0,0 0 5 15,0 0 10 1,0 0 4-16,0 0-4 0,0 0-5 16,0 1-12-16,0-1-7 15,0 0-15-15,0 0-4 16,0 0 8-16,0 0 14 15,0 0 26-15,0 1 9 16,-1 0-1-16,0 0-10 0,0 0-20 16,0 0 0-16,0 0-12 15,1 0-3-15,-1 0-7 16,0 0-8-16,0 0 0 16,0 0-1-16,0 0 2 15,0 0 2-15,-3 4-1 16,-1 1-1-16,-23 22-1 15,23-21-1-15,0 1-2 16,-2 0 0-16,0 2 0 16,1-1 0-16,0 1-1 15,0-1 1-15,0 1 0 16,1 1 0-16,-1-1-1 16,-1 1 0-16,0-1 0 15,2 2 0-15,1 0 0 16,1-2 0-16,0 1-1 15,0-2 0-15,1 0 0 16,2 1 0-16,-1-2 0 16,1 0 0-16,-1 0-1 0,-1 0 0 15,2-1 1-15,1 0-1 16,0 0 1-16,4 0 0 16,0 1 0-16,-2 0 0 15,4-1 1-15,-3 0-1 16,1-2 1-16,-1 0 0 0,1 3-1 15,2-1 1-15,0 1 0 16,1-3 0-16,0 1 0 16,-1-2 0-16,4 3 0 15,-3-1 0-15,-2-4 1 16,2 1-1-16,-3-2 1 16,3 2 0-16,-1-1 1 15,0-1-1-15,2 0-1 16,-2-1 0-16,0-1 0 15,2 0 1-15,-2 1 0 16,2 0 1-16,-2-4 0 16,1 2-1-16,0-2-1 15,1-1-1-15,1 1 1 16,-2-1-1-16,0 1 1 16,-2 1 1-16,-2-1 1 15,2-1 0-15,-1-2 1 16,2 0-1-16,-4-2 0 0,0 2 1 15,0-3-2 1,-3-2 2-16,5 2 0 0,0 1 1 16,-4 1 13-16,2 3 5 15,-3-5 12-15,-5-1 2 16,6 1-8-16,-2-2-4 16,1 4-8-16,0-2-1 15,-2 0 0-15,-4-1 2 0,4 2 2 16,-3 0 1-16,1 0 0 15,1 1-1-15,-3 0-3 16,0 0-2-16,1 1-3 16,-1 1 1-16,-2-1 2 15,-2 2 1-15,0 1-2 16,-1-1-2-16,1 3-7 16,0 0-3-16,-1-1-3 15,0 1-4-15,1 3-7 16,-3 3-5-16,3 1-9 15,0 0-5-15,0 3-17 16,1-3-10-16,2 6-29 16,-1 4-24-16,4 3-92 15,0 6-136-15</inkml:trace>
  <inkml:trace contextRef="#ctx0" brushRef="#br2" timeOffset="29379.18">10233 9944 600 0,'4'-1'202'0,"2"-2"-191"0,-1-1-65 0,1 1-6 0,-2 0 22 0,-3 0 84 0,1 1 63 0,-2 1 75 16,0 1 20-16,0-1-35 15,-1 0-45-15,0 1-72 16,1 0-20-16,-1 0-23 15,1 0-7-15,-1 0-4 16,0 0-4-16,1 0 1 16,0 5 0-16,0 6 2 15,0 26-1-15,0-19-8 16,0 0-7-16,0 2-9 16,2 1-1-16,-1-1 6 15,-1 1 8-15,2-3 10 0,-3-1 3 16,1-5 3-16,-1-2 0 15,0-4 0-15,1-1 0 16,-1-3 1-16,0-2 0 16,1-1 6-16,-1 0 3 15,1 1 11-15,0-1 4 0,0 0 2 16,0 0 1-16,0-3-3 16,0-6 0-16,-2-28-2 15,0 21-3-15,0-5-7 16,1-2-4-16,-2-1-2 15,2 1 2-15,2 0 6 16,-2 3 1-16,3 0-2 16,-2 0-2-16,-3 2-5 15,2 1-3-15,1 0-2 16,0 1 1-16,1 4-3 16,0-1 1-16,1 1 1 15,0 2-1-15,0 1-1 16,1 0-1-16,0 3 0 15,0-1-2-15,1 2-2 16,2 1 0-16,0-1-1 16,1 1 1-16,2 4 0 15,0-4-1-15,1 5 0 16,1-1 0-16,2 1-2 16,1 2 1-16,-3 0 2 0,1 0-1 15,-1 1 1-15,-2-1 1 16,-1 1-2-16,0 2 0 15,-2 1-3-15,0 3-1 16,-2-1-1-16,0 0 1 16,-2-2 3-16,0 0 2 0,-1 2 2 15,-1-3 0-15,-1 0-3 16,-1 0 0-16,2 2 0 16,-2 3 1-16,-1-1 4 15,1 0 0-15,-4 0 1 16,2-4 0-16,-1 4-1 15,0-2 1-15,0 0 0 16,-2 2-1-16,1 0 0 16,1 1 0-16,1-1 0 15,0 2 0-15,1 0-1 16,0 0 0-16,-3 0 1 16,3 0-1-16,-1 2 0 15,3-1 0-15,1 0 0 16,-1 0 0-16,2-1 0 15,0-1 0-15,2-3 0 16,1-1-1-16,1-1 1 16,-1 2-1-16,4 0 1 15,1-1 0-15,3 1 0 0,0-1 0 16,1 0 0-16,1 1 1 16,1-5 0-16,1 3 0 15,2-1 0-15,-3 0 0 16,0 0 0-16,-2-1 2 15,-2-1-18-15,1 0-19 16,-1-1-52-16,1 1-47 0,-4 3-205 16</inkml:trace>
  <inkml:trace contextRef="#ctx0" brushRef="#br2" timeOffset="31112.27">10414 9629 824 0,'0'-5'346'0,"0"-5"-157"0,1-1-164 0,0 0-10 0,-1-2-10 0,0 1-1 0,-1 2 6 0,-2 0 13 16,-2 1 23-16,-1 1 8 0,1 1 12 16,-2 0-12-16,-1 0-17 15,-2 1-9-15,1 0-20 16,-4 2-4-16,0 3-4 16,-2-1 0-16,-1 2 0 15,0 0 1-15,1 1 0 16,0 2-1-16,-1-1 1 15,5 5-1-15,-3-2 0 16,0 0 1-16,3 3 0 16,-2-4 0-16,4 4 1 15,-2 0 0-15,3 0-1 16,-4 2 0-16,-1-1-1 16,-1-1 1-16,3 1 0 31,5-5-1-31,0 0 1 0,-14 13-1 0,-2 1 1 15,3 4 0-15,4-8 0 0,2 4 0 16,0 1-1-16,0-2 1 16,3 4 0-16,1-1 0 15,0 0-1-15,1 2 1 16,1-4 3-16,1 0 2 16,0-1 6-16,1-1 2 15,1 0 1-15,0-2 0 0,0-1-6 16,0 1 0-16,0 0-3 15,1-2 0-15,-2 0-1 16,3 0 1-16,-2-1 3 16,1 1 2-16,2 2 0 15,-1 0-1-15,1 2-4 16,0-2-1-16,-2 1-2 16,1-1 0-16,0-3-1 15,2 2 1-15,-1-5-1 16,1 1 0-16,1 0 0 15,-1 1 0-15,1 1-1 16,1-2 0-16,-1-3 0 16,2 3-1-16,-2 0 1 15,-2-1-1-15,1 4 0 16,0-2 0-16,2 3 0 16,1 2 0-16,-1-5 0 15,-2 3 0-15,4-1 0 0,0 0 0 16,3 2 0-16,0-1 0 15,-1-3 0-15,0 0 0 16,-1-1 0-16,2-1 0 16,2 2 0-16,-1-3 0 15,3 0 0-15,-1 0 1 16,1 0-1-16,-1 1 0 0,2-1 0 16,1 1 0-16,1 0 1 15,1-2-1-15,1 0 1 16,0-2 0-16,2-1-1 15,1 1 2-15,1 0-1 16,-3 1 1-16,-1-3 0 16,-1 1-1-16,-2-1-1 15,2-2 1-15,1 1 0 16,1-1 0-16,2 0 0 16,2-1 1-16,3 0 1 15,-2-4-1-15,2 1 1 16,1 0 0-16,1 0 0 15,2 0 0-15,0-2-1 16,-2 0 1-16,-4-2-2 16,-3 0 1-16,-2-2 1 15,3-1 0-15,0 0 6 16,4-1 0-16,1-3 1 0,-2 0-1 16,1-2-5-16,-1 0-1 15,0 2 0-15,-2 0-2 16,-1 0 1-16,-1 0 0 15,-1 2-1-15,-3 1 2 16,1-2 1-16,-6 1 0 16,0-1 1-16,1-2 0 15,-3 0 1-15,-1-1 0 0,-2 1 3 16,-4-3 1-16,-2-2 5 16,-2-2 2-16,3-2 2 15,0 1 2-15,0-1-1 16,0 2 0-16,-7 1-4 15,3 3-3-15,-2-1-1 16,0 2 2-16,1-2 3 16,-4 3 3-16,0 1 4 15,-1-1 0-15,-1 1-2 16,0-1-3-16,-1 1-8 16,-1-1-3-16,0-1-2 15,0-1 0-15,1 0 0 16,2 2 1-16,-3 1-1 15,1-1 0-15,-1 4-1 16,0 0 0-16,3 2 0 16,-1 1-2-16,2 1 0 15,-1 0-1-15,-3 0-1 0,0 1-1 16,3-1 1-16,-3 1-1 16,3 1 0-16,-3 0-1 15,-2 0-4-15,0 4-1 16,-8 1-10-16,-9 2-10 15,-11 5-37-15,-13 4-26 0,-15 9 512 16</inkml:trace>
  <inkml:trace contextRef="#ctx0" brushRef="#br2" timeOffset="34561.75">10902 10039 93 0,'0'1'41'0,"-4"1"-25"0,4-1-27 0,0-1-1 0,-1 0 15 0,0 0 78 0,1 0 30 16,0 0 40-16,0 0-2 15,0 0-51-15,0 0-25 16,0 0-37-16,0 0-12 16,0 0-13-16,0 0-3 15,0 0-2-15,0 0 5 16,0-1 10-16,0 0 2 0,0 0 7 15,0 0-3-15,0 1-5 16,3-1 5-16,4 0 10 16,0 0 2-16,24-2 0 15,-23 1-9-15,1 0-17 16,4 1-6-16,-1 1-4 16,2 1-1-16,1-1 4 15,-1 1 4-15,2-3 7 16,1 1 3-16,2 0-3 15,0-1-1-15,5 1-5 16,-3 0-3-16,3 0 0 16,-1 0-2-16,-3 1-1 15,0-2 1-15,-2 1 3 16,0-1 2-16,-2 1 0 16,0 1 0-16,1-1-3 15,3 1 2-15,3 1 8 16,-3-1 4-16,0 0 8 0,-4 0-1 15,0-1-5-15,1 0-1 16,-2 1-5-16,2 0-1 16,-1 0-5-16,-1 0-3 15,-1 0-2-15,1 1-2 16,-3-1 8-16,1 0 3 16,-1-2 3-16,-2 0 1 15,0-1-9-15,1-1-3 0,-1 3-4 16,-2-3 0-16,0 2-1 15,-3 0 0-15,3 0 0 16,0 0 0-16,-2 0 0 16,0 0-1-16,-5-1-1 15,0 2-1-15,2 1 0 16,-3-1-2-16,0 0 1 16,0 0-15-16,0 1-50 15,0 0-40-15,0 0-169 16</inkml:trace>
  <inkml:trace contextRef="#ctx0" brushRef="#br2" timeOffset="35328.75">11708 9805 422 0,'1'-2'141'0,"0"-1"-138"0,-1-1-6 0,-1 3 9 0,0 0 23 0,0 0 59 0,1 0 26 0,-1 0 39 16,0 0-5-16,0 1-35 15,0-1-16-15,0 0-28 16,0 0-3-16,1 0 1 0,0 0-2 16,-1 0-11-16,1 1-8 15,-1-1-18-15,0 0-8 16,1 0-9-16,0 0-4 15,0 0-5-15,0 0-1 16,0 0 1-16,0 1 0 16,0-1 2-16,0 0 1 15,0 0 2-15,0 1 0 0,0 0-1 16,2 0 1-16,5 2 0 16,1-1 0-16,22 12-1 15,-17-7-2-15,-1 1-2 16,2 1-1-16,2 3 0 15,-1-2 0-15,1-1-1 16,-1 1 0-16,0-1 1 16,0 1-1-16,1-2 0 15,-1-1 0-15,-2-1-3 16,1 1-14-16,-5 1-40 16,-2-3-33-16,-1 1-91 15,-1-1-44-15,1-1-56 16,0 1-7-16</inkml:trace>
  <inkml:trace contextRef="#ctx0" brushRef="#br2" timeOffset="35744.14">11981 9928 369 0,'0'1'200'0,"-4"0"-44"0,2-1-54 0,2 0-52 16,-1 0-5-16,1 0 17 0,-1-1 23 0,0 1 32 0,0-1 0 0,0 1-23 15,1 0-24-15,-1-1-40 16,1 1-11-16,0 0-13 16,0 0-3-16,0 0 1 15,0 0 3-15,0 0 10 16,-1 2 4-16,0 8 5 15,-7 21-1-15,6-18-6 16,0 3-2-16,-1-1-3 16,3 1-1-16,-3-1-1 15,0-2 0-15,0-3 8 16,1 1 3-16,2-2 1 16,0-3 0-16,-2-2-12 15,1 1-4-15,0-3-3 16,1-2-1-16,0 0-3 15,0 0-1-15,0 0 0 16,0 0-2-16,0 0-28 0,0 0-40 16</inkml:trace>
  <inkml:trace contextRef="#ctx0" brushRef="#br2" timeOffset="46126.51">11844 9808 152 0,'2'-3'80'0,"1"0"-12"0,2 0-6 0,1 0-4 0,0-2-7 0,-1 3-18 0,-2-3-8 0,1 3-16 16,-2-1-4-16,2 0-4 15,-2 0 2-15,-1-1 0 16,0 0 8-16,-1 0 13 16,-3-2 2-16,2 3 0 15,-2 2-8-15,1 0-14 16,1 1-6-16,0-1-7 15,0 0 0-15,0 1 4 16,0 0 3-16,0 0 26 16,1 0 14-16,-1 0 12 15,0 0 1-15,0 0-18 16,0 0-10-16,0 0-12 16,0 0 1-16,0 0 1 15,1 0 1-15,0 0 0 16,0 0 0-16,-1 0-5 0,0 0-2 15,0-1-4-15,0 0-3 16,0 0-5-16,0 1-2 16,1 0-5-16,-1 0 0 15,-4 0 0-15,-1 1 3 16,0 0 4-16,-21 8 3 0,22-5 1 16,1 1 1-16,-3-4-2 15,2 2-1-15,0-3 0 16,0 3 0-16,4 3 2 15,-1-3 1-15,0 0 0 16,0-2 0-16,2-1 0 16,-1 0-1-16,0 0 1 15,0 0 1-15,0 0 2 16,0 0-1-16,0 0 1 16,0-1 0-16,1 1 0 15,-1-1 0-15,0 0 0 16,0 0 0-16,0 0-2 15,0 0-1-15,0 1 0 16,1 0 1-16,-1 0 20 16,0 0 12-16,0 0 25 15,0 0 10-15,0 0-3 16,0 0-7-16,1 0-17 16,-1 0-10-16,0 0-15 0,0 0-6 15,0 0-7-15,0 0 0 16,0 0 4-16,0 0 2 15,1 0 4-15,-1 0 2 16,0 0-5-16,1 0-2 16,0 0-4-16,0 0-2 15,2 3-1-15,-2 0-1 16,9 3 0-16,21 21 0 0,-18-18 0 16,0 0 0-16,-2 3 0 15,1-1 0-15,1-2 0 16,-1 0 0-16,1-3 1 15,0 0 0-15,2 0-1 16,-1 1 0-16,1 1 1 16,-3-2-1-16,-1-2 0 15,1 0 1-15,-1-1 0 16,0 1 0-16,-1-2 0 16,0 2-1-16,-3-1 2 15,-1 0-1-15,-2-3 1 16,-2 0 0-16,1 0 1 15,-2 0 1-15,0 0 1 16,0 0 0-16,0 0 2 16,0 0 1-16,-1 0 6 15,0 0 2-15,0 0 1 0,1 0 2 16,0 0 0-16,0 0 1 16,0 0-1-16,0 0-1 15,0 0-6-15,0 0-2 16,-1 0-3-16,0 0-1 15,0 0-2-15,0 0-1 16,0 0 1-16,0 0-1 0,-2 7 2 16,-3 5 0-16,-11 24-1 15,9-17 0-15,-3 1-1 16,-1 1 0-16,-2-1 2 16,1-2 5-16,-1 1 9 15,-2-1 4-15,1-3 3 16,1 1-1-16,-1-1-5 15,0-2-3-15,1 0 0 16,-1 0 0-16,1-2-1 16,0-2-1-16,2-1-4 15,1 1-2-15,2-2-2 16,1-1-1-16,2-1-2 16,0-1 0-16,3-2-3 31,1-1 0-31,1 1-1 0,1-2-1 0,-1 0-2 15,0 0-1-15,0 0-1 16,0 0-24-16,0 0-47 16,1 0-41-16</inkml:trace>
  <inkml:trace contextRef="#ctx0" brushRef="#br0" timeOffset="57162.47">2646 9311 34 0,'0'0'32'0,"0"0"6"0,0 0 0 0,0 0 1 0,0-1-12 0,0 0-7 0,0 0-9 16,0 1-1-16,0 0-2 16,0 0-1-16,0 0 2 15,0 0-1-15,0 0 3 16,0 0-1-16,0 0 0 15,0-1-2-15,3 0-3 16,2 0 1-16,0 1 17 16,1-1 4-16,22 0 9 15,-20 0 0-15,-1 1-12 0,3-1-6 16,0 0-7 0,0 1-2-16,2-2-1 0,1 1 1 15,-2 0 7-15,1-2 3 16,2 2 12-16,-2-1 5 15,2-2-3-15,1 3-4 16,0-2-14-16,4 2-7 0,-3 0-5 16,0 0 0-16,1 0-2 15,-2-1 2 1,1-1-2-16,-2 0 1 0,1 0 0 16,1 2-1-16,2 1 8 15,-2-1 3-15,0 1 5 16,2 0 0-16,-1 1-7 15,1-1-3-15,0 0-3 16,3-1 0-16,-1-1 1 16,1 0 0-16,3 1 0 15,-4 0-1-15,0-1-2 16,1 2-1-16,-3 0 0 16,2-1 0-16,2 0 1 15,0-1-1-15,1-1 0 16,0 0 0-16,1-1-1 15,0 2 1-15,1-3 0 16,-1 1 0-16,4 0 0 0,-1-1 0 16,-1 1-1-16,2-1 1 15,-1 0 0-15,1-1-1 16,-1 3 1-16,0-1-1 16,-2 1 0-16,1 0 0 15,0-2 0-15,1 3 1 16,1-3-1-16,0 2 1 15,1-2 0-15,-3 0 0 0,2 2-1 16,-3-1 0-16,-2 2 0 16,0-3 0-16,0 3 0 15,1-2 1-15,2 1-1 16,0 1 0-16,0-1 0 16,1 0 0-16,0 2 0 15,1 1 0-15,-1 1 0 16,2 3 0-16,-3-3 0 15,-3 0 0-15,0-2 0 16,-1 1 1-16,1 0-1 16,-2 0 1-16,2-1-1 15,-2-2 0-15,1 2 0 16,-2-1 0-16,1 2 0 16,-2-1 1-16,3-1-1 15,0 0 1-15,1 1-1 16,-3 1 1-16,1 0-1 15,-1-1 1-15,-4-1-1 0,1 0 1 16,0-2 0-16,-3 1 0 16,6 2 0-16,-2-2 0 15,1 3-1-15,-2-1 0 16,-2 0 0-16,2-1 0 16,-1 1 0-16,1 1 0 15,-3 0 0-15,-1-1 0 16,1 0 0-16,0-2 1 0,2 1 0 15,1 2 0-15,-4-3-1 16,2 4 0-16,-1-1 0 16,-2 0 0-16,2 2 0 15,-3 0 0 1,1 0 0-16,-3 2 0 0,1-1 0 16,0-2 1-16,-3 0 0 15,2-1 0-15,-2 0 0 16,0 0 0-16,4 0 0 15,-3-1 0-15,4 1-1 16,-1 0 2-16,-3 0 3 16,3 2 2-16,-3-2 4 15,-1 0 2-15,1 0 12 16,-1-2 4-16,-1 0 3 16,1 1 1-16,-1 1-10 15,-1 0-4-15,0 0-1 16,-2-1 1-16,0 1 4 15,-3 0 1-15,0 0-2 0,0 0 0 16,0-1-4-16,0 1-4 16,0 0-2-16,0 0-3 15,0 0-5-15,0 0-2 16,0-1-2-16,0 1-13 0,0-1-117 16</inkml:trace>
  <inkml:trace contextRef="#ctx0" brushRef="#br0" timeOffset="59776.28">2628 10843 165 0,'-3'0'102'0,"2"0"-10"0,-1 0-46 0,2 0-44 0,0 0-5 0,0 0-3 16,0 0 2-16,0 0 4 15,0 0 0-15,0 0 2 16,0 0-1-16,0 0-1 16,-1 0 0-16,1 0 0 15,0 0 0-15,0 0 1 16,0 0 2-16,0 0 6 15,0 0 4-15,0 0 2 0,7 0 0 16,4-1-5-16,24-8-5 16,-19 3-3-16,2-1-1 15,2-3-1-15,2-2 1 16,2-1-1-16,1 0 1 16,1 1-1-16,1-1 1 15,2 2-1-15,0-3 0 0,1 0 0 16,-3 1 0-16,1-1 2 15,2-2 0-15,-5-2 24 16,5 2 13-16,-2-3 18 16,3 2 6-16,3 3-22 15,1-3-12-15,-3-1-18 16,-1-2-6-16,-3 2-4 16,-2-3 1-16,4 5-1 15,-2-1 0-15,1 0 1 16,0 2-1-16,1-2 17 15,-1 1 9-15,2 1 15 16,-3 0 5-16,-1 1-9 16,-2-1-8-16,-4 1-11 15,5 1-5-15,-2 0-5 16,1 2-4-16,0 0-2 16,0-1-1-16,-2 1 0 15,1-2 2-15,2 2 5 0,-2 1 2 16,3-1-1-16,-3 4-1 15,1-1-5-15,0-3-1 16,-4 2 0-16,0-2 1 16,-1-1 6-16,-1 0 0 15,3-4 1-15,-1 1-2 16,3 0-3-16,0 0 2 16,1 0 4-16,0 1 1 0,0-1 0 15,0 2-2-15,1-2-4 16,4 0 0-16,-4 1 6 15,2-3 3-15,-1 1 1 16,-3 0 0-16,6 0-7 16,-5 0-1-16,3 2-1 15,0-3-1-15,0 2 1 16,1-1 1-16,1 2 0 16,2 0-1-16,-2 1-1 15,0 0-3-15,-4 0-1 16,-4-3-2-16,1 1 0 15,0 1 0-15,-1 2 1 16,1-1-1-16,-1 1 9 16,-1-1 6-16,3 0 4 15,-1 0 1-15,1 1-8 16,0 0-6-16,2 1-4 16,-2 0-1-16,-2-1 0 15,1 0 1-15,-5 1 0 16,-1 0 1-16,-1 1 2 0,-2 0 0 15,2 1 1-15,-1 2 0 16,1 1-2-16,-3-1 0 16,0 1-3-16,0 0 0 15,0 0-1-15,-2 1 1 0,-1 2 7 16,-1-3 5-16,-2 3 3 16,2 1 0-1,-4 0-5-15,-1 0-3 0,-1 2-5 16,-2 0 0-16,-1-1-1 15,0 0-2-15,0 1 0 16,0 0-1-16,0-1-11 16,0 1-27-16,-1 0-122 15,0 0-162-15</inkml:trace>
  <inkml:trace contextRef="#ctx0" brushRef="#br0" timeOffset="61975.38">2578 12243 231 0,'-3'0'115'0,"-1"-1"-22"0,2 1-76 0,2 0-20 0,0 0-39 0,0 0-6 0,0 0 0 0,0 0 8 0,0 0 35 16,0 0 8-16,0 0 41 16,0 0 15-16,0 0 22 15,0 0 6-15,0 0-16 16,0 0-1-16,0 0-13 15,0 0-7-15,-1-1-24 16,1 0-14-16,0 0-14 16,0 0-1-16,0 0 0 15,0 1 2-15,4-7 0 16,7-1 1-16,22-22 0 16,-19 21 1-16,1-3 0 15,1-1 1-15,1-1 0 16,-1-1 1-16,2 0 6 15,1-3 7-15,-1 1 12 16,2 0 4-16,2 2-1 0,0 4-6 16,2-2-9-16,-1 1-4 15,0-1 0-15,-1-4-2 16,-1-2-2-16,0 0-1 16,0-3-3-16,2 0 0 0,2 2 7 15,0-2 7-15,-2 1 8 16,1 0 4-16,0-1-3 15,0 0-3-15,3 2 0 16,1 1 4-16,-2-1 3 16,-3 1 2-16,1-1 0 15,-2-1-4-15,4 0-5 16,1-2-2-16,0-1-3 16,0-1-2-16,-1 0-4 15,1 0-2-15,2 0-5 16,0-1-1-16,2 3-2 15,-1-1 1-15,-3 2-1 16,-1 1 0-16,-4 2 0 16,2 0 2-16,-2 0 2 15,0-1 2-15,3 3-2 16,-1-4 0-16,2 1-4 16,-1 0 0-16,3-4-1 15,-1 4 0-15,0-5-1 16,2 4 1-16,-5-1-1 0,0 1 1 15,0 0 1-15,-3 1 2 16,5 0 6-16,-3 2 0 16,1 0 0-16,0 0-3 15,-1 2-5-15,3-5 0 0,-1 3-2 16,3-1 1 0,-1-3-1-16,-1 4 0 0,-1-6 1 15,-2 1-1-15,0 0 0 16,0 1 0-16,-1 0 0 15,0 1-1-15,2-3 0 16,1 2 1-16,1-1-1 16,1 2 1-16,-1-1-1 15,1 0 1-15,0 3-1 16,1 0 1-16,0-1 0 16,0 1-1-16,-3-3 0 15,0-2 0-15,-1 0 0 16,-2-1 1-16,6-1 0 15,-2 1 0-15,2 0-1 16,1 1 1-16,-1 0 2 16,1 1 0-16,-1 1 1 15,1 1 0-15,-2 3-1 16,0-4 0-16,-1 3-1 16,-1-2 0-16,1-3 0 0,0 2-1 15,-1-1 1-15,1-1-1 16,0 2 0-16,1-2 1 15,0 3 2-15,0 0 2 16,-3 1 2-16,3 1 1 16,-1 1-2-16,-2 0 0 15,-3-1-1-15,-2 2 1 16,-4 1-1-16,3 0-1 0,1 3-1 16,0 0-2-16,0-2 1 15,-3 5 0-15,-1 0 2 16,-1 1 4-16,1 2 6 15,-4-4 3-15,-1 2 2 16,-3 0-2-16,-2 2-1 16,1 2 2-16,-3 1 2 15,0 2-1-15,-1 1-3 16,-2 0-4-16,0 0-6 16,0 0-1-16,0 1-4 15,0 0-1-15,0 0-2 16,0 0-7-16,0 0-46 15,0 0-36-15</inkml:trace>
  <inkml:trace contextRef="#ctx0" brushRef="#br0" timeOffset="70373.73">2708 9057 28 0,'-1'1'12'0,"-2"2"-4"0,2-2-7 0,0-1 3 0,0 0 37 0,0 0 26 16,0 0 39-16,1 0 7 16,-1 0-30-16,0 0-23 15,0 0-41-15,0 0-10 16,0 0-7-16,0 0 1 16,1 0 23-16,-1 0 10 0,0 0 16 15,0 0 5-15,0 0-7 16,0 0-1-16,0 0-8 15,0 0-2-15,1 0-10 16,-1 0-4-16,0 0-2 16,-1 0-3-16,1 0-4 15,0 0-3-15,0 0-7 16,-1 2-3-16,1-1-1 16,-1 1 0-16,2-1 1 15,-2 0-1-15,1-1 1 16,0 1 1-16,0 0-1 15,0-1 1-15,-1 3-2 16,1-2-1-16,0-1 0 16,0 0 0-16,0 2 1 15,0-2 2-15,1 0 7 16,-1 0 4-16,1 0 4 0,0 0 0 16,0 0-6-16,0 0-4 15,8 4-5-15,23 9 0 16,-23-14 1-16,2-2-1 15,-1-1 2-15,2 0-1 16,-1 0 1-16,1-2-1 16,0 2-1-16,-2-2 0 0,0 2-1 15,-1 1 7 1,0-3 6-16,2 1 2 0,-2 1 0 16,0-1-6-16,-1 2-9 15,0 1-1-15,-3 2-1 16,1 0-1-16,0 0 0 15,-4 0 0-15,-3 0-1 16,2 0-1-16,-1 0-34 16,0 0-65-16</inkml:trace>
  <inkml:trace contextRef="#ctx0" brushRef="#br0" timeOffset="70766.89">2923 8905 418 0,'1'-2'-100'0</inkml:trace>
  <inkml:trace contextRef="#ctx0" brushRef="#br0" timeOffset="71639.48">2933 8889 249 0,'0'0'171'0,"-1"-1"6"15,1 1-38-15,0-1-56 16,-1 0-23-16,0 0-28 15,0 0-6-15,1 0 2 16,-1 1 6-16,0-1 15 16,0 0 8-16,0 0 2 0,0 0-4 15,0 0-20-15,1 0-11 16,-1 1-16-16,0-1-4 16,0 0-3-16,0 0-1 15,0 0 0-15,0 0 0 16,0 0 3-16,1 0 0 15,0 1 3-15,0-1 1 16,5-5-1-16,6 1-1 0,24-21-2 16,-24 20-1-16,2 3-1 15,0-1 0-15,0 1-1 16,-2 2 0-16,-1 1 0 16,-3 1 0-16,-1 2-1 15,1 0 1-15,-2 1-1 16,-2-1 1-16,0 2 1 15,-2 1-1-15,-1 1 2 16,0 2-1-16,-1-1 0 16,-2 1 1-16,1 0-1 15,-1 1 0-15,-1 0 0 16,-2-1 0-16,0 1 1 16,0-1-1-16,0 1 0 15,0 1 0-15,2-2 0 16,-2-3 0-16,1-2 0 15,2-1-1-15,0-1 1 0,3 1-1 16,-1-3-1-16,0 0 0 16,1 0-3-16,0 0-1 15,0-1 0-15,0 0 0 16,0 0 2-16,0 0 1 16,2 0-2-16,7-1-1 0,25-5-3 15,-22 6-1-15,0 0 2 16,-1-1 2-16,2 2 2 15,-1 0 1-15,2 4 2 16,-1 0-1-16,-2-1 1 16,0-1 0-16,-2 4-1 15,0-4 1-15,-1 2-1 16,-4-2 1-16,0 3 0 16,-1-2 0-16,-1 5 0 15,-2-1 1-15,-2-2 0 16,-1 3 0-16,-2-2 0 15,1 1 1-15,-1 0 0 16,1-1 0-16,-1-1 1 16,-2-3 0-16,-2 3-1 15,-1-3 1-15,-2 2 0 16,1 3-2-16,-1-2 1 16,1 2 0-16,1-1 0 15,-1-3 1-15,4 2 0 16,-1-4-1-16,2 2-1 15,1-3-1-15,-1 0 0 0,1 0-2 16,0-3-18-16,2 5-18 16,2-2-74-16,1-2-82 15</inkml:trace>
  <inkml:trace contextRef="#ctx0" brushRef="#br0" timeOffset="72723.83">3305 8934 624 0,'1'-3'256'16,"-1"-2"-166"-16,0-1-37 0,0 0-46 0,0 1-5 0,2-1-1 0,-2 2-1 0,2 1 2 0,-2 3 13 15,-1-1 16-15,1 1 2 16,0 0 2-16,0 0-12 16,0 0-14-16,0 0-2 0,-1 0-1 15,0 0 1-15,1 0 16 16,0 0 4-1,0 4 3-15,0 1-1 0,-1 1-16 16,-1 24-4-16,0-22-5 16,0 4-1-16,2-2-1 15,-4-2 0-15,1 3-1 16,1-1 7-16,-2-3 6 16,2 4 0-16,1-4 0 15,-1 0-6-15,3 1-5 16,1-3-2-16,1 1 0 15,-1-1 0-15,1 2-1 16,0-1 1-16,-2 0 0 16,3-1 1-16,-4-1 0 15,5-1 1-15,4 0 1 16,-2 0-1-16,5-2-1 16,-5 0 0-16,-1-1 0 0,3 0 0 15,-2 0 1-15,0-2 1 16,-1-2 1-16,1 2 0 15,0-3-2-15,1 1 1 16,0 1-2-16,-1-1 2 16,-1 0 0-16,2-3-1 15,-2 0 2-15,0-2 0 0,-1 1 6 16,1-3 3-16,-3 2 2 16,3 2-1-16,0-2-5 15,-3 2-2-15,1 1 3 16,-1-3 1-16,-3 4 5 15,0-2 1-15,-1 0 2 16,-1 1-1-16,1-2-1 16,-1 2-1-16,-1-2-2 15,-2 3 0-15,1 1 0 16,-3-2 0-16,1 1-2 16,1 0-2-16,-2 1-3 15,2-1-3-15,-2 1-1 16,0 1-1-16,1 0 0 15,0 1 0-15,0 0 3 16,1-1 0-16,0 0 2 0,0-1 2 16,-1 2 1-16,-2-1 0 15,3 2-2-15,0-1-2 16,-1 1-3-16,0-1 0 16,0 2-2-16,3 0-1 15,-1 1-2 1,-2 1-3-16,0 4-2 0,-3 1-7 15,-2 2-35-15,4 5-34 16,-4 4-145-16</inkml:trace>
  <inkml:trace contextRef="#ctx0" brushRef="#br0" timeOffset="76189.38">2776 10403 360 0,'-1'0'133'0,"-1"0"-107"0,2 0-39 0,-1 0-85 0,1 0-9 0,-1 0 5 16,0 0 48-16,0-1 144 15,1 0 38-15,-1 1 30 16,0 0-14-16,0 0-62 16,0-1-24-16,0 0-34 15,0 1-10-15,1 0-11 16,0 0-1-16,-1 0 1 16,0 0 2-16,0 0 15 15,0 0 3-15,0 0 0 16,0 0 0-16,1 0-16 15,-1 0-4-15,0 0-1 0,-4 8 0 16,-14 21 0-16,12-21 2 16,-1-1 9-16,-1 1 2 15,1-1 1-15,1 0 1 16,1-1-3-16,-2-1 1 16,-1-1 1-16,1 0 0 15,0 0-4-15,-1-3-2 16,3 0-3-16,-1-1-1 15,1-4 1-15,2 2-1 16,-3-2 1-16,3 0 0 16,0 0-2-16,1-3-1 0,0-2-2 15,1 0-1-15,2 1-1 16,-1-2-1-16,1 0-1 16,1-1-1-16,0 0 0 15,3 2 0-15,3-1 0 16,-2 2 0-16,3 1 1 15,-1-1 0-15,3 0 1 16,-1-1 0-16,0 2 1 16,0 2 0-16,0 2 0 15,1 1-1-15,-1 2 0 16,1-1-1-16,-1 3 0 16,1 1 1-16,0 2 0 15,-1 0 1-15,-1 2-1 16,1 2 1-16,-1 1 0 15,-1 2 0-15,1 2 0 0,-1 0 0 16,-1 3 0-16,3 2-1 16,-5 1 0-16,0 1 0 15,-2-1 0-15,-3 0 1 16,0 0 0-16,-3 0 0 16,1 1 0-16,-2-2 0 15,-1-2 1-15,0 1-1 0,-4-3 1 16,2 1 0-16,-1-3-1 15,-2-1 0-15,3-1 0 16,-3-1 0-16,1-3 2 16,0-2 1-16,1-1 1 15,-1-2 2-15,1-2 0 16,1-2 0-16,1-3-3 16,2 0 0-16,3 1-2 15,1-2-1-15,-1 1 0 16,2-1 0-16,0-5 0 15,1 3-2-15,4-3 1 16,-3-2-1-16,6 1 1 16,-1-1 1-16,3 2-1 15,-1 0 0-15,2-1 1 16,1 1 0-16,0-1 4 16,1 4 1-16,-1 5 2 15,-1-4-1-15,1 4-4 16,-1 0 0-16,1 0-2 15,-2 3 0-15,0 1 0 0,1 3 0 16,-3-2 0-16,-1 0 1 16,1 3-1-16,-2-1 1 15,2-2 0-15,2 3-1 16,-2-3 0-16,0 0 0 0,-5 1-1 16,-2 2-1-16,1 1-33 15,1-3-38-15,-1 1-121 16,-2-4-683-16,0 0 877 15,0 0 0-15,0 0 0 16,0 0 0-16,-1 0 0 16,0 0 0-16,1 0 0 15,-1 0 0-15,-1 0 0 16,0-1 0-16,0 0 0 16,1-1 0-16,-1 0 0 15,-9-23 0-15</inkml:trace>
  <inkml:trace contextRef="#ctx0" brushRef="#br0" timeOffset="77639.31">3013 10322 257 0,'0'-2'160'0,"-1"0"-13"16,-2-2-81-16,2 4-23 0,0-1-28 0,0 0-7 0,1 0-6 0,-1 0-1 15,0 0 19-15,0 0 11 16,0 1 22-16,0 0 12 0,-1 0-5 15,-3 0-7 1,-2 3-20-16,3 0-10 0,-24 21-14 16,24-17-4-16,0 1-4 15,0 4-1-15,2 0 0 16,-2 2 0-16,3 0 1 16,-2 2-1-16,-1 0 0 15,4 0 0-15,-1-3 0 16,-1-1 0-16,1-2 0 15,1-1 0-15,1 0 0 16,1 0 0-16,0-3-2 16,1 3 1-16,-3-7 0 15,5 3 0-15,-1-2 1 16,-1-2-1-16,4 5 1 16,-4-3-1-16,5 0 1 15,2 0 0-15,0-4 0 16,3 0 0-16,-1-3 0 15,0-2 1-15,2 1 1 16,-1-2-1-16,0 0 3 16,-1-3 0-16,-2-6 0 0,3 3 0 15,-2-4 0-15,-1 1 0 16,-1 3 1-16,-3-2 10 16,-3 3 8-16,0 0 7 15,-2 0 8-15,-1 0-5 16,-1 0 3-16,0 0-3 0,-2 1-4 15,-1 2 1-15,1 1-8 16,-2 2-3-16,-2 1-7 16,1-1-4-16,-1 0-1 15,-3 2 2-15,1 0 6 16,-1 1 4-16,-2 1 4 16,1 1-1-16,0 1-7 15,-1 0-3-15,3 1-9 16,1 2-2-16,1 2-1 15,0 0-3-15,2 2-1 16,-1 2 0-16,1 0-27 16,0 0-22-16,1 1-106 15,1 0-155-15</inkml:trace>
  <inkml:trace contextRef="#ctx0" brushRef="#br0" timeOffset="79238.88">2795 11553 271 0,'0'-3'147'0,"0"-1"-15"0,0-1-59 0,0 1-5 0,-1 0 11 0,0 1 8 0,0 2 15 15,0 0 11-15,0 1 7 16,0-1-8-16,1 0-32 0,-1 0-21 16,0 0-32-16,0 1-11 15,0 0-13-15,0 0-3 16,-1 0-1-16,-2 2-2 15,0 7 0-15,-22 25 0 16,21-19 0-16,-1 0-1 16,-2 3 2-16,-2-2 1 15,1 1 2-15,-3-2 1 0,1-2 0 16,0-4 1-16,1 0-1 16,-1-2 1-16,2-1 1 15,-1-1 3-15,0-5 3 16,0 1 0-16,-4-4 11 15,3-2 0-15,3-2-1 16,-2-1 0-16,7 1-13 16,-4-3-4-16,4 4-3 15,3-1 0-15,-1 0-1 16,1 0 0-16,0-3 0 16,2 2-1-16,1 2 0 15,0-2 0-15,5 1 0 16,-3 0 1-16,1-1-1 15,1 0 0-15,-1 4 0 16,4-2 1-16,-1 0-1 16,1 2 0-16,-1 1-1 0,-1 2 0 15,1 2 0-15,1 2 0 16,1 5 1-16,1 2 1 16,0 2-1-16,-4 0 1 15,1 2 0-15,0 3 0 16,-1 1 0-16,0 0 1 15,-1 4-1-15,-2-2 1 16,-4 2 0-16,0 3 0 0,-2 0 1 16,-2-1-1-16,-1-2 1 15,-3-2 0-15,0-2 0 16,-1 0 0-16,1-4 0 16,-1 1 1-16,1-4 0 15,0-1 0-15,0-4 3 16,0-4 0-16,0 0 2 15,-1-2 1-15,2-2-4 16,0-3 0-16,2 0-3 16,1-3 0-16,0 1-1 15,2-2-2-15,1-2-1 16,2-1 0-16,3-2 0 16,1-1 0-16,1 3 1 15,2 1 0-15,-1 0 2 16,1 2-1-16,1 0 1 15,1 0 0-15,1 1 0 16,1 0 0-16,1 1 0 0,0 1-1 16,0 2 0-16,-1 1 0 15,-1 3 0-15,0 0 0 16,0 1 0-16,-5 1 0 16,0 2 0-16,-1 0 1 15,2 2-1-15,0 1 0 16,-1-1-4-16,0 0-8 0,-5-2-24 15,1-1-15 1,-2 1-59-16,0 0-53 0</inkml:trace>
  <inkml:trace contextRef="#ctx0" brushRef="#br0" timeOffset="80106.47">2978 11588 680 0,'-4'0'299'0,"2"-2"-125"0,-3 1-142 0,5 0-15 0,-1 0-18 0,0 0-2 0,0 0-1 0,0 0 3 16,0 0 13-16,0 1 17 16,1-1 18-16,-1 0 5 0,-1 0-8 15,-1 1-14-15,-1 0-21 16,1 0-6-16,1 1-4 15,-2 1-2-15,0 4 0 16,-1 2 1-16,-10 22 0 16,14-22 0-16,0 2 1 15,1-1 1-15,1 2 0 16,3-1 0-16,-3-1 0 16,0-1 0-16,0-1-1 15,-1-1-1-15,4 0 1 16,1-1 0-16,-3 0 0 15,5 1 1-15,-1 1-1 16,-4-4 1-16,7 3-1 16,-2-4 1-16,0-1 0 15,1-1 0-15,1 1 0 16,-2-1 0-16,0 0 1 16,0 0 0-16,0-1 0 15,-1-1 0-15,0-3 2 0,1-2-1 16,-1-2 2-16,0 0 1 15,0 0 4-15,0 1 4 16,-2-2 6-16,1 1 0 16,-1-1-3-16,-2 1-2 15,-2-1-4-15,-1-2-1 16,0 2 9-16,-1-1 2 16,1 1 15-16,-1 1 4 0,-1-1-3 15,1 1-3-15,-2 1-11 16,1 1-4-16,-3-1-2 15,0 1 0-15,2 1 6 16,-2 0 3-16,-2 0 3 16,2 1 1-16,-1-1-7 15,1 3-3-15,-1 2-5 16,2-1-3-16,-2 2-4 16,-1 0-1-16,4 1-3 15,-4 2 0-15,2 1-4 16,0 0-2-16,-3 4-19 15,1 1-23-15,-4 6-58 16,0 5-31-16</inkml:trace>
  <inkml:trace contextRef="#ctx0" brushRef="#br1" timeOffset="88987.62">2725 9503 40 0,'0'3'36'0,"0"0"12"16,0 0 29-16,0-3 21 0,0 0 27 0,0 0 1 0,0 0-30 0,0 0-23 15,0 0-40-15,0 0-14 0,0 1-12 16,0 1-1-16,0 2 0 16,0-1 2-1,0 0 0-15,0 0 0 0,0 1-1 16,1-1-2-16,1 2 0 16,0-2 1-16,-1 0 6 15,1 0 5-15,2 2 9 16,-3-1 3-16,4 0 1 15,21 22-3-15,-21-22-5 16,1 1-2-16,0-1-8 16,3 1-4-16,1 0-4 15,0-1 0-15,2 1-1 16,0-1 1-16,0 2-1 16,3 1 1-16,-3-2-1 15,1 2 3-15,-1 0 3 16,-4-3 3-16,4 3 2 15,-6-1-1-15,5-1-3 16,-1 2-1-16,2-4-5 0,4 3 0 16,-1 1-1-16,-2 0-1 15,2 0 0-15,-1 3-1 16,1-4 1-16,-2 1 0 16,1 0 1-16,2-1 0 15,0 2 2-15,1 0-1 0,0 0 1 16,1-1-2-16,1 0-1 15,1 0-1-15,-1 3 0 16,0-2 1-16,-2-1 0 16,-2-4 1-16,2 3 0 15,-2-1 0-15,1 1-1 16,4 2 0-16,-6-3-1 16,4 3 0-16,-3-1-1 15,1 1 1-15,0 1 0 16,0-2 0-16,-1 1 0 15,2 2 0-15,-1-2 1 16,3 3-1-16,0-1 2 16,1 0 1-16,2-2 1 15,-2 0 0-15,-1 1-1 16,-1 0 0-16,-5 1-2 16,1 0 0-16,1 0 0 15,-1-1 0-15,3 1 0 16,-2 1 2-16,1-1 0 15,2 1 1-15,-1-2 1 16,-2 1-2-16,1-1-1 16,-1 0 0-16,1 1 1 0,1-1 0 15,-1 1 1-15,0-1 0 16,1-1 0-16,-1 1-1 16,2 0-2-16,0 0 1 15,-4 2-1-15,0-2 0 16,0-1 0-16,-2 1 0 0,2-3 1 15,1 1 0-15,0 3 0 16,1-1-1-16,-1-1 0 16,0 2 0-16,0-2 0 15,0 1-1-15,0 0 1 16,1-1 0-16,-2 2 1 16,3-1 0-16,-2 2-1 15,0-2 1-15,2 2-2 16,2 0 1-16,-1-1 1 15,2 1-1-15,-4-2 0 16,2 1-1-16,-2 1 1 16,1-2-1-16,0 1 0 15,-2 1 1-15,1-1-1 16,-3 1 1-16,6-1 0 16,-4-2 1-16,1 1-1 15,1-2-1-15,-1 4 1 16,0-2 0-16,1 3-1 0,0-2 0 15,0-2 0-15,0 0 1 16,1 0 3-16,-2 1 2 16,2-1 3-16,0 3-1 15,0-1-3-15,1 1-2 16,-1 1-2-16,-3-2-1 16,0 0 0-16,-2 0 1 0,-1-1-1 15,1 0 1-15,-1 1-1 16,1-1 0-16,2 1 1 15,0 1-2-15,1 3 1 16,0-3 0-16,-1 2-1 16,2 0 1-16,-3-3-1 15,0 1 1-15,0 1-1 16,0-2 1-16,0 3-1 16,2-1 1-16,0-1 0 15,0 2 0-15,-2-4 0 16,1 2 0-16,1 1 0 15,0-3 1-15,-1 1 1 16,0-3 0-16,-2 2 1 16,-1 0 2-16,0-2 0 15,-1 5 3-15,1-4 9 16,0 2 2-16,1-3 3 16,3 0-2-16,-1-1-8 15,0-1-4-15,2 4-4 16,1-1-2-16,0 1-1 0,0-2-1 15,1 0 0 1,-1 0 0-16,0-1 0 0,0 2-1 16,-1-2 1-16,1 1 0 15,-2 1 0-15,1-4 0 16,-3 2 0-16,0-1 0 0,-1 0 0 16,-3 1 0-16,5-2-1 15,-3 2 1-15,4-1-1 16,1-1 0-16,-2 1 1 15,1 0-1-15,-1 1 1 16,0-1 0-16,-2 0 0 16,1 0 0-16,-1-2 0 15,-2 0 0-15,1 0-1 16,-1 0 0-16,0 3 0 16,1-1 0-16,1 1 1 15,-2-1 1-15,4 2-1 16,-5-3 1-16,1 1-1 15,-1 0 0-15,-5-1 0 16,3 0 0-16,-3 1 0 16,1 0 1-16,0-2-1 15,-2 2 1-15,-1 0 0 16,1-1-1-16,-1-1 1 0,1 0-1 16,2 0-1-16,-2 0 1 15,-1 1 0-15,-1 1 0 16,1-3 1-16,-1 1 0 15,4-1 7-15,-1 3 4 16,-3-3 3-16,1-1 2 16,0 3-5-16,-3-4-3 0,0 0-2 15,0 0-2 1,0 0 2-16,0 0-1 0,0 0 2 16,0 0 1-16,0 0 1 15,2 1-2-15,2 0-4 16,-2 0-2-16,4 2-3 15,-2-2-2-15,0 0-13 16,2 1-27-16,-3-1-56 16</inkml:trace>
  <inkml:trace contextRef="#ctx0" brushRef="#br1" timeOffset="90013.26">2672 10934 69 0</inkml:trace>
  <inkml:trace contextRef="#ctx0" brushRef="#br1" timeOffset="91338.6">2681 10921 185 0,'-1'-1'127'0,"0"-1"10"15,-1-2-15-15,1 4-33 16,0-1-15-16,0 0-31 15,1 0-16-15,-1 0-20 0,0 0-5 16,0 0-3 0,0 1-2-16,1-1 0 0,0 0 2 15,0 0 3-15,0 1 2 16,0 0 1-16,0 0 0 16,6 3-1-16,2 1-1 0,23 18-1 15,-19-16 1 1,4 0 1-16,-2 0 4 0,3 0 5 15,-2-1 2-15,0-1 3 16,1 1-2-16,2 0-2 16,0 0-1-16,1 1-3 15,-3 1 0-15,-1-1-1 16,1 0-1-16,-1 0-3 16,3 1 0-16,1 0-3 15,0 2 0-15,0-1-1 16,1 1 0-16,0 0 19 15,-2-2 6-15,2 1 7 16,0-1 3-16,3-2-17 16,2 2-6-16,-2 0-7 15,3-2-2-15,-2 2-2 16,1 1 1-16,-1-1-2 16,-1 1 1-16,2 2-1 0,-2-1 0 15,2-1 1-15,1-1-1 16,-1-1 1-16,2 1 1 15,3-1-1-15,-1 2 1 16,4-2-1 0,-2 0 0-16,-3-2 0 0,0 1 0 15,-4-2 0-15,2 1 1 16,1 1 2-16,1-2 0 0,1 2 1 16,0 0 0-16,0 0 1 15,0 3 2-15,-2-3 5 16,3 4 3-16,-2-2 1 15,-1-2 0-15,0 2-5 16,-5-2-2-16,0-1-1 16,0 2 3-16,-2-1 3 15,3 1 1-15,-1 0 1 16,-1 0-1-16,1-3-4 16,-1 3-1-16,-1 0-5 15,0 1-1-15,1-1-3 16,-2-2 0-16,0-1 0 15,1 1-1-15,-3 1 0 16,1 1-1-16,-6-1 1 16,1-2 0-16,3 2 6 15,-1-2 1-15,3 1 0 16,-2 0 1-16,0 0-4 16,2 2-2-16,0-1-1 0,0 0 0 15,0 0 7-15,1-1 4 16,-2 2 2-16,4-1 1 15,-3-2-7-15,0 2-3 16,2-2-4-16,-1 1-1 16,0 3 1-16,-1-2-1 0,-2 2 7 15,-3-1 2-15,0-1 3 16,0 2 0-16,2-2-7 16,1 1-2-16,-1 1-2 15,2-2 0-15,0 0 4 16,-2 0 3-16,2-1 1 15,-2-1 0 1,0 1-3-16,2 0-2 0,-2 0-1 16,-1-1 0-16,1 1 5 15,-2-1 2-15,1 0 2 16,-1 2-1-16,2-3-5 16,1 3-1-16,-3-2-3 15,3 1-1-15,-1 2 0 16,0 0-1-16,0 0 0 15,-2-1 0-15,-3 0 0 16,1 0 0-16,2 0-1 16,-2 1 0-16,4 0 1 15,-2-1 0-15,2 1 4 0,1 1 1 16,0 0 3-16,1 0 0 16,1 0-1-16,0-1-1 15,-1 0-2-15,0-3-1 16,-1 1 2-16,0 3 1 15,0-1 1-15,0 1 2 0,-3 0 6 16,-2-1 4-16,-1 3 5 16,5-3 1-16,-3 2-7 15,1-2-5-15,-2 0-7 16,-3 1-3-16,1-2-2 16,-1 0 0-16,-3 0-2 15,-3-3-1-15,-1 1-20 16,-1-1-29-16,0-2-69 15</inkml:trace>
  <inkml:trace contextRef="#ctx0" brushRef="#br1" timeOffset="93570.18">2662 12458 262 0,'0'0'140'0,"0"-2"-30"0,0 2-25 0,-1-1-36 0,1 0-16 0,-1 1-25 0,1 0-5 0,-1 0 3 16,0 0 6-16,1-1 4 15,-1 0 1-15,1 1 1 16,0 0-2-16,0 0 20 16,0 0 12-16,0 0 12 15,0 0 4-15,0 0-9 16,-1 0-4-16,0-1 2 16,0 0 0-16,1 0-2 15,-1 1-5-15,0 0-16 0,0-1-8 16,0 1-14-16,0-1-4 15,0 1-4-15,1 0-2 16,-1 0-2-16,0 0 1 16,1 0 1-16,0 0 2 15,0 0 2-15,0 0 0 16,1 0 0-16,7 1 0 16,24 4 0-16,-20-7 0 0,2 1 5 15,1 0-1 1,1-1 1-16,2 1-1 0,2-1-3 15,1-1-1-15,4 2-2 16,-1 1 1-16,2-1 0 16,-1 1 0-16,-4 0 0 15,2 0 0-15,-3 1-1 16,5-1 0-16,-1 1 1 16,3-1-1-16,0 4 1 15,0 1 0-15,0-3 0 16,2 2-1-16,-1-2 1 15,2 0-1-15,1 0 2 16,-4 0 0-16,-3-1 9 16,1-1 3-16,0 0 1 15,0-1 0-15,4 0-8 16,-2 0-2-16,4-2-2 16,-1 0 0-16,2 0 1 0,-1-3 3 15,-4 3 6-15,-1 0 2 16,-3-2 3-16,0 1 0 15,0 0-1-15,1-1-2 16,3 1-3-16,-3 0-2 16,2 0-5-16,-3-5 1 15,3 3-2-15,0 0 1 0,3 0 5 16,0 4 0-16,-4-4 1 16,-2 1-2-16,0 0-3 15,0 0-1-15,0 1-1 16,2-1 0-16,-2-1 0 15,0 0-2-15,3 3 1 16,-1-2-1-16,0-1 0 16,1 1 1-16,-1 1 7 15,1 0 4-15,0 1 5 16,-1-2 2-16,-3 1-1 16,2-1 0-16,-6 2 1 15,1-2 0-15,3 1-5 16,-1 0-1-16,3-1-4 15,0 1-4-15,-3 0-1 16,2-1 3-16,1 1 5 16,-2 0 2-16,5 0-1 15,-3-2-2-15,0 1-6 0,1 0-1 16,-2-2-2-16,-1 0 0 16,1-1-1-16,-1-1 1 15,-1 0-1-15,4 4-1 16,-2-1 0-16,1 1 0 15,-1-2-2-15,1 1 1 16,0 0 0-16,1-1 0 16,-2 1 0-16,1 1 0 0,-1-4 0 15,-2 4 1-15,-1-1-1 16,-2-2 0-16,-1 4 0 16,-1-1 0-1,-1 1-1-15,2-1 1 0,1 0-1 16,-1-1 1-16,2 2-1 15,-2 1 0-15,1-1 1 16,0 0-1-16,-2 1 1 16,0-1 0-16,-1 4-1 15,0-3 1-15,-2 1 1 16,0 0-1-16,-3-2 2 16,1 4-1-16,-3-2 1 15,0 2 0-15,-2-1 5 16,1-2 2-16,-2 3 2 15,-2-2 1-15,2 3-3 16,-2 0-1-16,-3-1-2 16,0 0 0-16,0 0-2 15,0 0 1-15,0 0 2 0,0 0 0 16,0 0 0-16,0 0-3 16,0 0-5-16,0 0-2 15,0 0-46-15,0 0-32 16</inkml:trace>
  <inkml:trace contextRef="#ctx0" brushRef="#br1" timeOffset="101103.19">5161 10511 167 0,'0'0'110'0,"-1"-2"8"0,2 0-13 0,-1 1-31 0,0 1-7 0,0-1-18 0,0 0-5 16,0 0-5-16,0 0-4 15,-1 0 1-15,0 0 2 16,1 0 8-16,-1 1 2 16,0-1-3-16,1 0-4 0,0 0-11 15,0 0-3-15,-1 0-3 16,0 0-2-16,0 1-5 15,0-1-4-15,1 0-9 16,-1 0-1-16,1 0 18 16,0 0 7-1,0 0 9-15,0 0 3 0,0 1-15 16,0 0-5-16,0 0-10 16,0 0-3-16,0 0 1 15,0 0 1-15,-1 0 2 16,-1 7 5-16,0 1 4 15,-4 27 0-15,2-23 1 16,0 2-4-16,0 1-5 16,-2-2-2-16,4 5-2 15,-3-2-3-15,3 0-1 16,-3-3-2-16,0-3-1 16,2-1-1-16,-2-3 0 0,4 2-1 15,0-3 0-15,-1 0-1 16,5 1-6-16,-4 0-11 15,2-1-36-15,-1 2-39 16,0 2-195-16</inkml:trace>
  <inkml:trace contextRef="#ctx0" brushRef="#br1" timeOffset="102335.87">5261 10606 260 0,'-2'-1'171'0,"0"0"8"0,0-1-80 0,1 1-49 0,1 1-11 0,0-1 1 0,-1 0 11 0,0 0 16 0,0 0 14 16,0 0 5-16,0 0-6 15,0 1-23-15,1-1-11 16,-1 0-21-16,0 0-8 16,0 0-9-16,0 0-5 0,1 0-2 15,-1 1 0-15,0 0 7 16,1 0 11-16,-1 0 11 16,0 0 1-16,0 0-4 15,-1 3-10-15,0 0-12 16,0 2-2-16,-1 0-2 15,-9 23 0-15,10-21-1 16,0-1 1-16,-1 1-1 16,2 0 0-16,1-1 0 15,0-1 0-15,0-1-2 16,1-1 1-16,-1-3 0 16,0 0 0-16,0 0 0 15,0 0 0-15,2 3 1 16,1 3-1-16,-1-1 0 15,16 23 0-15,-12-23 0 16,-1 0-1-16,1 0 1 16,0 0 0-16,0-2 0 0,1 0-1 15,1-1 1-15,-1-1 0 16,-1-1 0-16,2 0 0 16,-1-1 1-16,2-1 0 15,0-1 0-15,1 0 0 16,-2-3 0-16,3 1 1 15,-2-1 0-15,3 1 0 16,-3 0 1-16,-3 0-1 0,2 0 2 16,-4-2-1-16,1 1 1 15,3-1 0-15,-7 0 1 16,2 0 1-16,-3-1 1 16,0 0 1-16,2-2 0 15,-4 1 1-15,2 1-1 16,0 2-1-16,-2 0-1 15,1 0 0-15,1 2 4 16,-1-1 4-16,0 2 6 16,1 1 0-16,-1 1 3 15,1 0-2-15,-1 0-3 16,0 0 0-16,0 0-2 16,0 1 0-16,0-1 2 15,-5-1 0-15,2 0 1 16,1-1-3-16,-2 1-4 15,2-1-1-15,-1 0-4 0,0-1 1 16,2 4 1-16,0-1 1 16,-3-2 4-1,1 1 0-15,-2 1-1 0,-22-8-1 16,22 9-5-16,0 0 0 16,-1 2-2-16,-1-2 0 15,0 0 1-15,-1 1 2 16,0 1 1-16,3 1 1 15,-1 5-2-15,0-3-2 0,0-1-2 16,0 0-2-16,-1 0 0 16,0-1-1-16,2 1 1 15,-2 0-1-15,2 0 1 16,0 2 0-16,0-3-1 16,3 2-1-16,0 1-3 15,1-1-2-15,0 3-18 16,0 3-33-16,-1 2 396 15</inkml:trace>
  <inkml:trace contextRef="#ctx0" brushRef="#br1" timeOffset="104603.56">4350 11204 120 0,'0'1'43'0,"-3"-1"-38"0,2 1-5 0,1-1-5 0,-1-1 3 16,0 0 36-16,0 1 31 0,0 0 63 0,0 0 24 16,1-1 0-16,-1 0-17 15,0 1-44-15,0-1-20 16,0 0-32-16,0 0-12 0,0 0-18 15,0 0-4-15,1 0-5 16,-1 1 0-16,0-1 0 16,0 0 0-16,1 0-1 15,0 0 1-15,0 0 0 16,0 0 1 0,0 1 1-16,0 0 0 0,0 0 0 15,0 0-1-15,0 0-1 16,0 0 0-16,3 1 0 15,2 2 1-15,1 0-1 16,21 15 0-16,-20-12 1 16,0-4 1-16,0 2 2 15,2-3 0-15,0 0 0 16,0-1-1-16,1 2 0 16,1 1-1-16,-2-1-1 15,0 1 0-15,0-2 1 16,-3 0 0-16,-2 0-1 15,1 0 0-15,-2 1-1 0,0 1 0 16,0 3-109-16</inkml:trace>
  <inkml:trace contextRef="#ctx0" brushRef="#br1" timeOffset="105735.55">4599 11165 427 0,'0'-1'153'0,"1"-4"-129"0,1 3-16 0,-2 1-7 0,0 0 0 0,0 0 55 0,0 1 28 0,-1 0 49 0,0 0 21 0,0 0-28 16,0 0-21-16,0-1-33 15,0 0-16-15,1 0-23 16,-1 1-6-16,0-1-12 15,0 0-3-15,0 0 0 16,0 0 0-16,0 0-4 16,1 0-1-16,-1 0-7 15,0 1-4-15,0-1-3 16,0 0 1-16,0 0 1 16,1 0 2-16,0 1 2 15,1 0 0-15,11 0 0 16,24 1 0-16,-21-1 1 15,-1-2 1-15,-3 1 0 16,0-1-1-16,-4 0 0 16,0 2 0-16,3 2-1 15,-6 0 1-15,2 2 0 16,-1-2 0-16,-4 5 0 0,5 1 0 16,-5 0 0-16,1 2 0 15,2 2 0-15,-4-2 1 16,1 1 1-16,-2-2 0 15,0-2 0-15,0 1 1 16,-3 0-2-16,3 0 1 16,-3-1 0-16,3 1 0 0,-1-2 0 15,0 1-1-15,-2 0 0 16,-1-2 0-16,1 1-1 16,1 0 0-16,3 2 0 15,-2 0 0-15,-1 1 0 16,0-1 0-16,-3-1 0 15,6 0 0-15,0-1 0 16,-3 0 0-16,3-2 0 16,-1 0 0-16,1 1-1 15,4-1 0-15,-6-1 0 16,3 1 0-16,0-1 0 16,0 1 1-16,5-1-1 15,-5-1 1-15,-1 0-1 16,0 1 0-16,0-3 1 15,0 0-1-15,0 0 1 16,0 0-1-16,0 0 1 0,10 0 0 16,19-1 1-1,-22-2 0-15,0-1 1 0,-2-2-1 16,2 3-1-16,-2-1 1 16,2 0-1-16,0 1 0 15,-1 0 0-15,2-1 0 16,-1 1 0-16,-2 0-1 15,1 1-8-15,0 0-19 16,0 1-80-16,2 1-68 0</inkml:trace>
  <inkml:trace contextRef="#ctx0" brushRef="#br1" timeOffset="106622.45">5017 11261 752 0,'-2'1'294'0,"-3"0"-188"0,0-4-83 0,2 2-44 0,-2-2-19 0,1 2-7 0,-1-1 6 0,2-1 46 0,1 0 34 15,-3 2 45-15,3 2 15 16,1-2-4-16,0 0-13 16,0 0-35-16,1 0-14 15,-1 0-21-15,0 0-7 16,0 0-5-16,0 1-2 0,0-1-3 15,0 1 0-15,1 0 0 16,-1 0 2-16,0 0 2 16,0 0 1-16,-2 8 0 15,-9 24 0-15,10-23 2 16,0 0-1-16,-2-2-1 16,2 0 0-16,1 0 0 15,0 2 0-15,1 0 1 16,-1-1-1-16,0-1 0 15,1 1 0-15,0 1-2 16,1-4 0-16,3 3-3 16,-1-2 0-16,3 1-2 15,2 1-1-15,0-3-1 16,0 0-1-16,3-2-2 16,2-3 1-16,2 0 2 15,-1-1 1-15,-1-2 4 16,-1-1 1-16,1 0 2 15,0-2 1-15,2-3 0 0,-2 2 0 16,-3 0 1-16,1-2 1 16,-4 2-1-16,0-2 0 15,0 0 0-15,0 2 1 16,1 1-1-16,-3 2 1 16,-1 0 0-16,-4-1 2 15,0-1 3-15,0 0 2 16,-2 0 4-16,2 1-1 0,-3 0 2 15,0 1-2-15,-1-3-3 16,-2 3-1-16,0-2 2 16,2-1 8-16,-5 1 9 15,0-2 4-15,3 3 3 16,-5 0-4-16,6-2-6 16,0 1-4-16,-3-1-7 15,1-1-3-15,-4 3-5 16,1 2 0-16,-1 1-2 15,2 0-1-15,0 1-2 16,0 1 0-16,-1 3-36 16,-2 3-30-16,-1 3-114 15</inkml:trace>
  <inkml:trace contextRef="#ctx0" brushRef="#br1" timeOffset="107333.15">3704 12092 186 0,'0'-1'51'0</inkml:trace>
  <inkml:trace contextRef="#ctx0" brushRef="#br1" timeOffset="107685.15">3718 12100 217 0,'0'0'140'0,"1"1"15"15,-1-1-11-15,0 0-25 16,0 0-13-16,-1 0-32 16,0-1-13-16,0 0-8 15,0 1 0-15,1 0-4 0,-1 0-3 16,0 0-17-16,1 0-8 15,0-1-15-15,-1 0-6 16,0 0-1-16,0 1-2 16,1-1 2-16,0 0 1 15,0 1 5-15,0-1 5 0,0 1 2 16,0-1 0-16,0 0-5 16,0 1-4-16,0-1-3 15,2 1-1-15,7-3 1 16,24-6 0-16,-21 2 0 15,2 2 0-15,3-1 0 16,1-2 0-16,2 1 1 16,0-1-1-16,0 2 1 15,-2 1-1-15,-3-1 0 16,0 0 0-16,-4 4 0 16,0-2-2-16,-2 4-26 15,1 1-39-15</inkml:trace>
  <inkml:trace contextRef="#ctx0" brushRef="#br1" timeOffset="108701.87">4055 11875 825 0,'0'-2'293'0,"0"0"-251"0,1-1-31 0,-2 2-11 0,1 0 0 0,0 1 3 0,0-1 21 0,0 0 44 16,0 0 18-16,0 0 20 0,-1 0-17 16,1 0-43-16,0 1-17 15,0-1-22-15,0 0-5 16,0 0-3-16,0 0-2 16,0 0-2-16,0 0-1 15,0 1 0-15,0-1 1 16,3-1 2-16,5 0 0 15,-2 1 2-15,23 4 0 0,-20 1 0 16,0 2 0 0,-2 0 0-16,1 1 1 0,-2 0 0 15,0 0 0-15,-1 0 1 16,-1 0 0-16,-2-1 0 16,1 0 1-16,0 0-1 15,-2-2 0-15,0 3 1 16,-1 1-1-16,0-1 1 15,-1 3-1-15,0 0 1 16,1 2-1-16,0 0 0 16,-2-1 0-16,-1 1 0 15,0-4 0-15,0 1 0 16,1 0 1-16,0-1 0 16,0 1-1-16,0-1 0 15,1-2 0-15,0 0-1 16,1-4 0-16,-1 2 0 15,1-2 0-15,0-2-1 0,0 0 0 16,0 0 0-16,0 0 0 16,0 0 1-16,0 1 0 15,0 2 0-15,0-2 0 16,0 0 0-16,1 1-1 16,0 0 1-16,-1-1 0 15,0 0 0-15,0-1 0 16,1 0 0-16,0 1 1 0,3 0 0 15,-1 2 1-15,1-1-1 16,0-1 1-16,0 0-1 16,2-2 0-16,3 0-1 15,20-5 0-15,-18 1 0 16,0 1 0-16,3-1 0 16,1-1-1-16,-1 2-1 15,1 0-10-15,-3-2-40 16,2 0-34-16,-3 1-159 15</inkml:trace>
  <inkml:trace contextRef="#ctx0" brushRef="#br1" timeOffset="109602.1">4436 11920 769 0,'-3'-4'324'16,"0"-1"-156"-16,-1-3-139 0,3 1-16 0,0 2-12 0,-3 0-1 0,2 3 2 0,1 0-2 0,0 1 21 15,0 0 10-15,0 0 11 16,0 1 3-16,0 0-17 16,0 0-10-16,1 0-8 15,-1 0-2-15,0 0-2 16,0 0-1-16,0 0-4 16,0 0-1-16,0 1-3 15,-5 8 0-15,-3 26 0 16,10-21 2-16,0 1 0 15,3 2 1-15,-3-2-1 16,0-1 1-16,-1-3 0 16,2-1-1-16,1 0 1 15,1 0-1-15,-1-2 1 16,0-2-1-16,2-2 1 16,-1 2 0-16,3-1-1 15,-3-2 0-15,3 2 0 0,-2-4 0 16,1 2 0-16,4 0 1 15,-1-3 0-15,2 1 0 16,2 0 0-16,-2-2 0 16,0 0 0-16,1-4 1 15,0 0 1-15,0-2 1 16,-1 0 1-16,-2-2 0 16,0-3-1-16,0 1 1 0,-2-4 0 15,2 2-1-15,-5 1 2 16,1-2 4-16,-2 2 8 15,-2 1 4-15,0-1 4 16,-2 2-2-16,-2 0-6 16,0 2-3-16,0-1-5 15,0 3 1-15,-2-2 10 16,-1-1 5-16,0 3 8 16,-1-3 1-16,0-1-6 15,-1 1-2-15,-2 0-5 16,2 1-2-16,1 2-6 15,-1 0-4-15,4 2-4 16,-1 1-2-16,-2 2-1 16,1 0-1-16,0 1 1 15,0 0 2-15,0 2 3 16,1-1 2-16,-1 3 0 16,-1-3-2-16,0 4-4 15,-1-1-3-15,1 2-4 0,-2 2-3 16,0 1-18-16,2 4-13 15,-3 4-41-15,2 2-27 16</inkml:trace>
  <inkml:trace contextRef="#ctx0" brushRef="#br1" timeOffset="116468.54">7394 11684 262 0,'0'0'188'0,"0"0"11"0,0-2-44 0,-1 2-80 0,0 0-24 0,0 0-34 16,1 0-9 0,0 0-8-16,0 0-4 0,0 0-2 15,0 0 1-15,0 0 2 16,0 0 0-16,0 0 0 15,0 0 0-15,0 0 1 16,0 0-1-16,0 0 0 16,0 0-1-16,0 0 1 15,0 0 1-15,0 0 2 16,0 0 0-16,9 1 0 16,26-2 1-16,-20-4-1 15,1 2 0-15,2-3-1 16,1 1 1-16,3-2 0 15,1 0 0-15,0 1 0 16,0-1 0-16,0 1 0 16,-3-1 1-16,-1 1-1 15,-4-4 0-15,3 3 1 16,1 2 0-16,1-3 3 16,2 3 0-16,-1-4 4 0,1 0 1 15,1-2-2-15,0 1-2 16,1 0-2-16,-1-2-2 15,6 3-1-15,-2-3 0 16,-2 1 1-16,2-1 0 16,-6-3 0-16,2 1 1 15,1-1 0-15,-2 0-1 16,2-3-1-16,0 2 0 0,1-1 1 16,0 1-1-16,4 1 0 15,-2-1 0-15,4 1 0 16,-2 1 0-16,-1-4 1 15,-1 4-1-15,-2-2 0 16,1-3 0-16,2 3 0 16,2-3 0-16,1 0 0 15,0 0 0-15,1-1 0 16,-1-2 0-16,3 4 0 16,-2-1 0-16,-2 4 0 15,0 0 0-15,-7 0 0 16,1-2 0-16,3 1 0 15,-4 2 1-15,6 1-1 16,1 1 0-16,-2-3 1 16,3-1-1-16,-4 0 0 15,2-1 0-15,-2 2 0 0,-5-1 1 16,0 2-1 0,-2 1 1-16,-1 0-1 0,-1 2 1 15,-3-3 0-15,3 0 0 16,2 1 0-16,0-2 0 15,3 1 0-15,-3-2 0 16,2 0 1-16,0-1-1 0,1 3-1 16,0 1 0-16,0 1 0 15,-1 1 0-15,-1-1 0 16,-2 3 0-16,-3-1 0 16,2 1 1-16,-5 0-1 15,0-2 1-15,1 1 0 16,-2 2 0-16,3-1-1 15,-1 2 0-15,2 2 0 16,-3 0 0-16,-2-1 0 16,0 0 0-16,0-2 0 15,1 2 1-15,0-2-1 16,-2 1 1-16,0 2-1 16,0 0 0-16,-1 0 1 15,3 1 0-15,-2-2 0 16,-2-3 10-16,0 4 11 15,-2-3 4-15,1 3 0 0,0 1-8 16,0-1-12-16,1 0-3 16,-1 0-2-16,0 0 0 15,-3 1 0-15,0 1-1 16,-1 2 1-16,0 0-1 16,-3 1 1-16,0 0-1 15,0 0 0-15,0 0-1 16,0 0-17-16,0 0-26 0,0 0-114 15</inkml:trace>
  <inkml:trace contextRef="#ctx0" brushRef="#br1" timeOffset="117416.81">9624 10273 814 0,'0'-1'300'0,"-1"-2"-233"0,1 3-55 0,0 0-29 0,0 0-6 0,0-1 2 0,0 0 3 0,0 1 14 16,0 0 19-16,0 0 33 15,0 0 19-15,0 0 29 16,0 0-9-16,0 0-29 16,0 0-19-16,0 0-30 15,0 0-6-15,1 0-3 16,8 3-1-16,22 12 0 15,-20-9 1-15,2-1 0 16,-2 0 0-16,3 2 1 16,-1-1-1-16,0 2 1 15,4-1 0-15,-3-2 0 16,-1 2 0-16,-2-4 0 16,-2 2 0-16,-2-1-1 15,4 1 1-15,-5-2 0 0,2 0-1 16,-3-2 1-16,-3 0 0 15,3 3-1-15,-4-3 1 16,-1-1-1-16,0 0 0 16,0 0 0-16,0 0 1 15,0 0-1-15,0 0 1 16,0 0 0-16,0 0 1 16,0 0 1-16,0 0 0 0,0 0 15 15,0 0 4-15,0 0 3 16,0 0-1-16,0 0-17 15,0 0-5-15,0 0-5 16,0 0-1-16,1 3 0 16,3 7 1-16,5 29 1 15,-9-20 1-15,-1 10 0 16,0-1 0-16,-2 1 1 16,-2-1 1-16,0-8 1 15,0-1 0-15,3-5 0 16,-2 0 0-16,3 0 1 15,-3-1 2-15,1-4 0 16,0 0 0-16,2-3-3 16,0-2-1-16,2 1 0 15,-1-4-1-15,0-1-2 16,0 0-9-16,0 0-65 16,0 0-77-16</inkml:trace>
  <inkml:trace contextRef="#ctx0" brushRef="#br0" timeOffset="122500.43">7071 8965 376 0,'-1'0'153'0,"0"1"-80"0,0-1-68 0,1 0-5 0,0 0 0 0,0 0 0 0,0 0 15 0,0 0 21 16,-1 0 31-16,1 0 10 15,-1 0-5-15,1 0-22 16,0 0-31-16,-1 0-10 0,1 0-7 16,0 0 3-1,0 0 5-15,0 0 0 0,0 0 1 16,0-1-3-1,4 0-6-15,5 0 0 0,23 1-2 16,-20 1 0-16,2 2 0 16,1 1 0-16,0-3 1 15,1 1-1-15,-1 3 0 16,4-1 1-16,-2 0 0 16,3 5 0-16,-3-6 0 15,0 1 1-15,2 3 0 16,-1-6 1-16,5 8-2 15,-1-4 1-15,2 1-2 16,2 7 1-16,-2-3 0 16,0-1 0-16,0 3 1 15,-1-6-1-15,3 3 0 16,-2-2 0-16,2 2 1 0,0 2-1 16,-2-4 2-16,-1 2-1 15,-3-4 14-15,1 0 4 16,0-1 1-16,1-1 2 15,0-1-14-15,0 1-3 16,2-1 0-16,0 2 2 16,1 0 1-16,2 2-1 15,1 0-2-15,-3 0-3 16,1 1-1-16,-3-2 0 16,-4 0 0-16,1 2-1 0,0 1 0 15,0 0 0-15,5 1 0 16,-1 0-1-16,-1 1 0 15,0 1 1-15,1 2-1 16,-1-1 0-16,1 2 1 16,3 1-1-16,-3-3 1 15,1 2-1-15,-1-1 1 16,-6-4 0-16,5 5-1 16,0-3 1-16,2 0-1 15,0-1 1-15,0-3 0 16,-2 2 0-16,2 0-1 15,1 0 1-15,1 2-1 16,3-2 1-16,-3 1-1 16,4 1 1-16,-6-2-1 0,-4 0 1 15,3 1 0-15,-1-1 0 16,1 2-1-16,2-2 0 16,-4 0 0-16,-1-1 1 15,0-1 0-15,2 0 0 16,-2-1 0-16,1 1 0 15,-1-1 0-15,2 0 0 16,-2 1 0-16,2 1-1 16,-1-1 0-16,-3 1 0 0,0-1 0 15,-4 0 1-15,4 1-1 16,2 1 0-16,0-1 0 16,3 1 1-16,-5-2-1 15,0 1 1-15,1 2-1 16,-1-3 0-16,1 1 1 15,1-1-1-15,-2-2 1 16,0 1 0-16,0-1 0 16,-1 1-1-16,-2 0 1 15,5 1 0-15,-6-4 0 16,2 2 1-16,-1-3-1 16,-2-1 0-16,3 3 0 15,1 0 0-15,0 0 0 16,-3-1 0-16,0-2 0 15,-1 1 0-15,-1-1 0 16,-1 0 0-16,-2 1 0 16,1-2 0-16,-1 0 0 15,3 4 0-15,-1-3 0 0,-1 1 0 16,-2 3 1-16,-3-5-1 16,1 2 1-16,0 0-1 15,-1-2-1-15,-2 1 1 16,1 0-1-16,-4-1 0 15,-1 0 0-15,0 0 0 16,0 0-1-16,0 0-10 16,0 0-89-16,0 0-110 0</inkml:trace>
  <inkml:trace contextRef="#ctx0" brushRef="#br0" timeOffset="123666.48">9690 9653 672 0,'-2'-1'251'0,"2"1"-187"0,-2-2-52 16,2 2-44-16,-1 0-17 0,1 0-9 0,0 0 5 0,0 0 45 16,0 0 30-16,0 0 39 15,0 0 8-15,0 0-2 16,0 0-16-16,0 0-26 0,-1 0-10 15,1 0-10-15,0 0-1 16,0 0-1-16,0 0 0 16,2 10-1-16,9 20-1 15,-3-18 1-15,-1-1 0 16,3 2 0-16,-2 0 0 16,1 0-1-16,3 4-1 15,-1-7 1-15,-1 1-1 16,0-1 1-16,-3-2 0 0,-2 0 0 15,1 0 0-15,-3-4 0 16,-1 3-1-16,0-1 2 16,2 1-1-16,0 0 1 15,0 0 0-15,0-3 0 16,-4-3 0-16,1 1 1 16,-1-2 4-16,0 0 9 15,-1 0 4-15,1 0 7 16,0 0-2-16,0 0-7 15,0 0-1-15,0 0 4 16,0 0 3-16,0 0 8 16,0 0 3-16,0 0-5 15,0 0-5-15,0 0-11 16,0 0-5-16,0 0-5 16,0 0-2-16,0 0-2 0,-1 0 0 15,1 0 1-15,-1 0 2 16,0 0 7-16,0 3 4 15,0 0 5-15,-1 2 0 16,-2 3-5-16,-11 22-4 16,5-20-4-16,0 1 0 15,-4 1 2-15,-4 0 3 16,-1 0 9-16,-2 1 5 16,4 0 8-16,3-1 1 0,2-1-8 15,4 3-6-15,-2-6-11 16,3 1-4-16,1-2-1 15,1-3 1-15,4 0 2 16,0-3 0-16,0 1 1 16,0-2-2-16,0 0-2 15,1 0-2-15,0 0-12 16,0 0-23-16,0-1-58 16,0 0-53-16</inkml:trace>
  <inkml:trace contextRef="#ctx0" brushRef="#br3" timeOffset="142680.87">7579 7406 115 0,'-1'-1'80'0,"1"-1"-2"0,0 1-23 0,-1 0-13 0,0 1-20 0,1-1-7 0,-1 0-6 15,0 0 6-15,0 0 16 16,1 0 8-16,-1 0 16 16,0 0 1-16,0 1-10 15,0-1-7-15,0 0-13 16,0 0-5-16,1 0 0 15,-1 0 2-15,0 0 7 16,0 1 3-16,0-1 0 16,0 0-2-16,0 0-11 15,1 0-4-15,-1 0-7 16,-3 1-3-16,-1 0-3 16,0 1-1-16,-1 1 0 0,-21 13 1 15,20-9 6-15,0-2 5 16,-1 1 9-16,1-1 2 15,1 0-4 1,1 2-6-16,0 1-9 0,-1 1-2 16,0 1-3-16,-1 0 1 15,0 1 1-15,-2-1 0 16,2 1 5-16,1 1 0 0,-1-2 2 16,1 4-1-1,1-3-4-15,-1 1-2 0,0 1-2 16,0 0 0-16,2 1-1 15,-1 2 0-15,1-1 1 16,2 1 0-16,-2-1 1 16,0-2-1-16,1 3 1 15,1-3-1-15,-1 3 0 16,3 2-1-16,-1-2 0 16,0 3 0-16,1-1 1 15,0 0-1-15,1 1 0 16,2 1 0-16,-1-2 0 15,0-2 0-15,1-1 1 16,-2-1-1-16,5-1 0 16,-1 2 0-16,2 0 0 15,2 0-1-15,2 0 1 0,0-2 0 16,2-1 1-16,0 0 1 16,1 0-1-16,1 1 1 15,1-2 0-15,1 1 1 16,3-1 1-16,1 0-1 15,1 1 0-15,0 2-1 16,-5-4-1-16,3 1 0 16,-2-3 11-16,2-1 4 15,5 1 9-15,0-2 3 16,7 0-9-16,-1-1-5 0,2-1-7 16,0-1-2-16,0-1-3 15,-1-1 1-15,0 0 0 16,-1 0 1-16,-3-6 1 15,1 3 0-15,-4-7 1 16,2 2-1-16,-3-2-2 16,-2-3 1-16,0 2-1 15,-2-1-1-15,-2-1 1 16,0 0-8-16,-1-4-52 16,-3-1-57-16,-1-1-189 15</inkml:trace>
  <inkml:trace contextRef="#ctx0" brushRef="#br3" timeOffset="144097.23">7543 7381 382 0,'-1'0'154'0,"0"1"-78"0,0 0-94 0,1-1-22 0,0 0-23 0,-1 0 3 0,0 0 26 0,0 0 31 0,0 0 60 16,0 0 13 0,1 0 3-16,-1 0-10 15,0 0-37-15,0-1-8 0,0 1 10 16,0-1 4-16,0 0 2 16,1 0-3-16,0 0-21 15,0 0-5-15,0 0-4 16,0 0 0-16,9-4-1 15,23-11 1-15,-23 10 2 16,1 1 0-16,2-1 4 16,3 0 0-16,-1 1 0 15,0-1 1-15,-1 0-2 16,-4-1 2-16,5 1 6 16,0-3 1-16,0 3 1 15,3-1-2-15,2 2-7 16,1 2-4-16,-3-1-2 15,5 2 0-15,-3-1 0 16,1 1-1-16,0 2 1 0,-1 0 0 16,-1 0 14-16,3 1 1 15,-1-1 2-15,2 1-1 16,-2 1-13-16,-4-2-1 16,1 2-2-16,0 1 0 15,-2 0 1-15,3 1-1 16,-3-2 0-16,1 1 0 0,-2 2 0 15,1 0 0-15,0 2 0 16,-2 0 0-16,1-1 0 16,0 1 0-16,-2 1 0 15,1-1 0-15,0 2 0 16,0 0 0-16,-1 0 0 16,1 1-1-16,1 2 1 15,-3-2 0-15,2 2 0 16,-1 0 0-16,-4 2 0 15,4 0 1-15,-6-1 0 16,1 0 1-16,-1-2-1 16,-2-2 1-16,1 1 0 15,0 1 1-15,0-1-1 16,-4 0 1-16,3 0 0 16,-1-1 2-16,-4 2 0 15,2 1-1-15,0 2-1 16,-3 1-1-16,3 1-1 0,-2 2 0 15,0 0 0-15,1 0-1 16,-2 2 1-16,2 0 0 16,0 0 0-16,-3-1 0 15,2-1 0-15,-2 0 0 16,1-2-1-16,1 1 1 16,-5-2-2-16,-1 1 0 0,1 0 1 15,2 2 0-15,1-4 2 16,-3-1 0-16,-2-1 0 15,1-5 1-15,0 4-1 16,4-2 0-16,-4-3-1 16,1 2 0-16,-1-4 1 15,1 2 0-15,0 0 1 16,-2-2 0-16,1 0 1 16,-4 0 1-16,2-1-1 15,-1 1 0-15,1 0-4 16,0 0-2-16,-1-1-29 15,-4 0-43-15</inkml:trace>
  <inkml:trace contextRef="#ctx0" brushRef="#br3" timeOffset="145813.28">8399 7898 343 0,'1'0'116'0,"1"-4"-133"0,-2 1-24 0,0 3-7 0,0 0 3 0,0 0 28 0,0 0 23 0,0 0 32 15,4 2 6-15,0 0 5 16,2 5-8-16,18 22-22 15,-17-21-2-15,0 2 5 16,2 1 2-16,4-2 6 16,-1 0 0-16,4 2-13 0,0 0-4 15,6 5-7-15,-3 0-3 16,6 3-2-16,-2 1 0 16,0 2-1-16,-1-1 1 15,-1 1 0-15,-1 0 0 16,1 1 0-16,1 1 1 15,-5-4 0-15,4-1-1 16,-2-1 0-16,-1-2 0 16,1 1 0-16,1 3 10 15,-2-4 19-15,1 1 6 0,1 1 4 16,-1-4-8-16,1 6-18 16,-1 0-5-16,-1-3-5 15,4 3 0-15,-4-4 4 16,-2-1 8-16,0 1 13 15,-4-1 3-15,2 1-5 16,2 1-7-16,-3 1-15 16,-1 1-1-16,3 0-3 15,-1 1 0-15,2 2 1 16,0-1-1-16,-2-2 0 16,-1 0 0-16,3-2 0 15,-4-1 1-15,2 0 14 16,2-1 6-16,-1-2 6 15,2 0 3-15,-1 0-5 16,-2 0-2-16,3-1-4 0,-3 1-3 16,-2 1-9-16,5 1-3 15,-7 0-2-15,3 0 0 16,1 0 0-16,-4 3 5 16,2 1 11-16,-4-3 5 15,1-2 4-15,2-3-5 16,2 1-9-16,4-1-5 15,0-3-5-15,-2 2 0 16,0-3-3-16,-1 3 1 0,-2 1 0 16,0-1-1-16,1 1 3 15,-2-1 5-15,1 0 3 16,-2-2 0-16,1 2 0 16,1 1-5-16,0-1-2 15,-2 1-1-15,1-3 2 16,0 2-1-16,1 0 1 15,0-1-1-15,-1 1-1 16,-3 0-1-16,0 1-1 16,0 0 2-16,0 0 5 15,3-1 0-15,-3-1 0 16,0 0-1-16,1 1-4 16,-2-2-1-16,0 3 0 15,-2-2-1-15,5 1-1 16,-2-2 1-16,-1 2-1 0,5-1 1 15,-5 1-1-15,3 0 1 16,-2 2 1-16,0-2 1 16,-2 0 1-16,0 0 5 15,1-4 7-15,1 5 6 16,-1-3 1-16,2 2-2 16,-2 1-6-16,-1-5-4 15,1 2-3-15,0-3 0 16,-1-2-2-16,0 2 2 0,-2 0 0 15,-1-1 1-15,2 2-2 16,1-1-4-16,-2-2-1 16,0-1-2-16,-3 1-1 15,1-2 0-15,-2-1-1 16,0 0-9-16,0 0-47 16,0 0-38-16,0 0-104 15,-1 0-62-15</inkml:trace>
  <inkml:trace contextRef="#ctx0" brushRef="#br3" timeOffset="146563.7">9801 9573 525 0,'0'0'231'0,"0"-2"-122"0,0 1-40 0,-1 0-41 0,0 0-19 0,0 0-10 0,0 1-2 0,1-1 3 16,0 0 3-16,0-1 6 15,0-1 2-15,-1 0 3 16,0 0-1-16,1 1 0 15,0 1 2-15,0 0 6 16,0 0 4-16,0 0 5 16,0 0-3-16,0 1-5 15,0-1-3-15,0 0-4 16,0 0-2-16,0 0 0 16,2-1-1-16,4-1 0 0,2 0 0 15,22 0-2 1,-20 7 0-16,3 1-5 0,1 0-2 15,-1-2-1-15,1 2-1 16,-1-1 0-16,0-2 0 16,1 2 1-16,1-1 0 15,-1-1-1-15,0 2 0 16,-1-3-1-16,-1 3 1 0,0-2-1 16,-1 1 1-16,-1 0-1 15,0 0 1-15,-1 0 1 16,0-2-1-16,1 1 1 15,-4 0-1-15,0-2 0 16,1 1 0-16,-3-1-1 16,4 1 0-16,-2 0-2 15,-5-1 0-15,-1 0-13 16,2 0-13-16,-3-1-38 16,0 0-35-16,1 1-85 15,-1 0-77-15</inkml:trace>
  <inkml:trace contextRef="#ctx0" brushRef="#br3" timeOffset="147129.81">10103 9471 662 0,'0'-2'279'0,"0"2"-143"0,-1-4-113 0,1 3-17 0,0 1-11 0,0 0 0 0,0 0 15 0,0 0 19 0,-1-1 32 15,0 1 10-15,0-1 1 16,0 0-13-16,0 0-24 15,1 0-10-15,-1 0-10 16,0 1-3-16,0-1-3 16,0 0-3-16,0 0-2 15,0 0-1-15,0 0-2 16,1 0 0-16,-1 1-1 16,0 0 0-16,-1 0-1 15,1 0-1-15,0 0-1 16,0 0 0-16,0 0 1 15,-3 1 0-15,3 9 0 16,-24 23 1-16,21-21 1 16,0-2 0-16,0 5 0 15,0-3 0-15,1 3 0 0,2-2 0 16,-2-1 0-16,1-1 0 16,0-1-2-16,-1 0 1 15,1-2 0-15,-1 1-1 16,1-2 0-16,1-2 1 15,1 0-3-15,-1 1-2 16,1-3-12-16,-1-1-13 16,1-2-41-16,0 0-42 0</inkml:trace>
  <inkml:trace contextRef="#ctx0" brushRef="#br3" timeOffset="150680.73">7565 7738 137 0,'-1'1'81'0,"0"-1"-10"0,-1 0-35 0,2 0-29 15,0 0 2-15,0 0 36 0,0 0 12 0,0 0 37 16,-1 0 13-16,0 0-12 16,0 0-6-16,0 0-29 15,0 0-16-15,0 0-9 16,0 0-3-16,1 0-3 16,-1 0-3-16,0 0-11 0,0 0-2 15,0 0-3-15,1 0-1 16,0 0-4-16,0 0-2 15,0 0 2-15,5 0 2 16,5 0 2-16,26 3 1 16,-23-5-1-16,-3 1 0 15,3-1 0-15,0 0-1 16,-2 0-1-16,4 2-2 16,2-1-2-16,-3 0-1 0,0 1-1 15,-2-2 0-15,0 2 0 16,-1 0 0-16,-2 0 0 15,1 4 0-15,-5-4-1 16,0 3 0-16,-2-2-3 16,0-1-10-16,1 1-26 15,-5-1-18-15,0 0-50 16,0 0-23-16,0 0-33 16,1 0-3-16,-1 0 21 15,0 0 15-15</inkml:trace>
  <inkml:trace contextRef="#ctx0" brushRef="#br3" timeOffset="151479">7685 7666 237 0,'1'0'113'0,"0"-2"-44"0,0 1-37 0,-1 0-29 0,0 0-2 0,0 0 13 16,0 0 20-16,0 0 38 16,0 0 18-16,0 0 15 15,0 1-9-15,0-1-32 16,0 0-17-16,0 0-18 15,0 0-5-15,0 0 0 16,0 0 1-16,0 1-5 16,0-1-3-16,0 0-2 15,0 0-1-15,0 0 4 16,0 0 4-16,0 0 7 16,0 1 7-16,-1-1 5 15,1 0-3-15,0 0-8 16,0 0-7-16,-1 0-6 15,0 0 3-15,0 0 4 16,0 1 1-16,0-1-2 16,1 0-5-16,-1 0-4 15,0 0-2-15,-1-1-2 0,0-4-1 16,0 3-1-16,1 2-1 16,0-2-3-16,0 3-1 15,0-1-2-15,0-2 0 16,1 2 0-16,-1 0 0 15,0 1-1-15,0-1 0 0,0 0-1 16,0 0-2-16,0 0-2 16,1 0 0-16,-1 0-1 15,0 0 1-15,1 1 2 16,0 0 1-16,0 11 1 16,5 30 0-16,-4-18 0 15,3-1 1-15,0 0 0 16,1-1 0-16,-3-1 0 15,1 0 0-15,0-2 0 16,-2 0 0-16,3-2 0 16,0 3 1-16,-1-1-1 15,1-3 0-15,-1 0 0 16,-2-2 0-16,-1-2 0 16,0 0 1-16,1-3-1 15,-1-5 0-15,1 4-1 16,-1-4-1-16,0 0-13 15,0 0-16-15,-1-3-46 0,1 0-35 16,0 0-136-16</inkml:trace>
  <inkml:trace contextRef="#ctx0" brushRef="#br3" timeOffset="152580.1">7867 7652 490 0,'0'-3'164'0,"3"-2"-200"0,-1-4-40 0,2 2-57 0,1 1-3 0,-3-2 57 0,1 0 55 0,-2 1 117 0,-2-2 29 16,1 3 12-16,0-1-21 16,-1 3-28-16,0-2-3 15,0 3 7-15,0 0 4 16,0-1-13-16,1 3-10 0,0 0-19 15,-1 0-14-15,1 1-17 16,0-1-6-16,-1 0-8 16,1 0-2-16,0 0 8 15,-1 0 2-15,1 0 2 16,-1 1 0-16,1-1-10 16,0 0-4-16,0 1-2 15,0 0-1-15,0 0 0 16,0 0 0-16,2 11 0 15,8 26 1-15,-5-18 0 16,1 2 0-16,-2 1 0 16,-2 1 1-16,2-1 0 15,-4-1-1-15,1 1 1 16,1-1 0-16,-2-1 0 16,2-2 0-16,0-3-1 15,-2-1 1-15,1-1-1 16,0-1 1-16,0-3-1 0,-2-1 1 15,0-2 0-15,-1-2 0 16,2-1 1-16,0-1-1 16,0-2 4-16,0 0 1 15,0-1 2-15,0 0 1 16,0 0-2-16,0 1 0 16,-1-2 2-16,0-11 4 0,-4-29 5 15,2 21 1-15,2-3-2 16,0-4-3-16,1 0-8 15,-1 1-2-15,0 2-1 16,1 1 0-16,-2 3 3 16,1 2-1-16,1 2 3 15,0 2 1-15,0 4-1 16,0 2 0-16,2 5-3 16,-2 1-3-16,0 2-2 15,0 0 0-15,0 0-3 16,0 1-1-16,0 0-1 15,0 0 2-15,0 2 2 16,0 6 1-16,2 11-1 16,1 22 1-16,-2-19 0 15,4 5 0-15,-5-3 0 16,0 0 1-16,1-1-1 16,0-2 0-16,2 1 0 0,-1-2 0 15,-2-1-10-15,1 1-19 16,-1-1-201-16</inkml:trace>
  <inkml:trace contextRef="#ctx0" brushRef="#br2" timeOffset="159763.94">9223 8333 573 0,'0'-1'212'0,"0"1"-146"0,0 1-73 0,0-1-2 0,0 0-1 15,0 0 4-15,0 0 6 16,0 0 19-16,0 0 45 0,0 0 16 16,0 0 16-16,0 0-8 15,0 0-38-15,-1 0-15 16,1 0-16-16,-1 0-5 15,0 0 3-15,1 0 2 16,0 0 3-16,-1 0 0 0,0 0-6 16,1 0-2-16,0 0-6 15,0 0-1-15,0 0-4 16,0 0 0-16,0 0-2 16,0 0 1-16,0 0-1 15,0 0 0-15,0 0 2 16,0 0 2-16,0 0 5 15,0 0 2-15,8 1 4 16,7-1-2-16,25 2-3 16,-19-5-2-16,2-1-3 15,1 0-2-15,-3 0 0 16,-2 1-1-16,-1 2-1 16,-4-2 1-16,-2 0-1 15,1 2 0-15,-8-3 0 16,-3 2 0-16,-1 0 0 15,-1 1-1-15,0 1-1 16,0 0 0-16,0 0-24 0,0 0-20 16,-1 0-52-16,0 0-40 15,1 1-115-15</inkml:trace>
  <inkml:trace contextRef="#ctx0" brushRef="#br2" timeOffset="160463.97">9614 8161 403 0,'0'0'225'0,"0"-3"-25"0,0 0-104 0,0 2-69 0,0 0-10 0,0 0-14 0,0 0-1 0,0 0 4 0,0 0 13 15,0 0 28-15,0 1 11 16,0-1 16-16,0 0 0 16,0 0-9-16,0 0-2 15,0 0-8-15,0 0-8 0,0 1-14 16,0 0-7-1,0 0-12-15,0 0-6 0,0 0-5 16,0 0-1-16,0 0 2 16,0 0 1-16,0 0 2 15,0 0 0-15,3 8 0 16,6 26 0-16,-7-19-1 16,1 4-1-16,0-3-1 15,0 3-1-15,0 4-1 16,-1-4 0-16,-1 4 0 15,-1 0 0-15,0-4-1 16,1 2 1-16,0-4-1 16,0-3 1-16,1-2 0 15,0-1-1-15,0-4 0 16,1-2-1-16,-2-3 0 16,-1 0 0-16,0 0-6 15,0-2-7-15,0 0-18 0,0 0-14 16,0 0-42-16,0 0-34 15,0 0-131-15</inkml:trace>
  <inkml:trace contextRef="#ctx0" brushRef="#br2" timeOffset="161428.34">9845 8245 717 0,'1'-2'289'0,"-1"0"-168"0,-1-1-100 0,0 3-51 0,1 0-4 0,0 0 3 0,0 0 12 0,0 0 66 16,-1 0 25-16,0 0 28 16,0 0 3-16,1 0-37 15,-1 0-20-15,0 0-27 16,-1 0-9-16,0 0-8 16,-1 1 0-16,1 3 0 0,-1 0-1 15,-2 3 0-15,-14 17 1 16,15-18-1-16,0-1-1 15,-1 0 0-15,1 2-1 16,2 1 1-16,-1 3 0 16,1-3 0-16,-1-1 0 15,3 2 0-15,-1 0 0 16,2-1-1-16,1 3 0 0,-2-2 0 16,3-1 0-16,1 0 0 15,1 0 1-15,0-1-1 16,2 1-1-16,-2-1 1 15,-2-1 0-15,4 0 0 16,0-2 0-16,-1 0 0 16,3 0 0-16,0-1 0 15,2-2 1-15,2-1 1 16,-3 0 0-16,1-3 0 16,0-1 0-16,1-2 1 15,1 0-1-15,0-2 0 16,-2 0 0-16,0-2 0 15,-1 0 1-15,-2 2 0 16,0 1 1-16,-2-2 1 16,0 3 1-16,-3-4 0 15,1 3 1-15,-2 0-1 16,-2-3 0-16,1 2 0 0,-4-1 0 16,1 2 5-16,-1 1 7 15,-2 0 5-15,1 1 1 16,-2-1-3-16,2 4-6 15,-2-2-6-15,0 1-1 16,-2-2-2-16,0-1 0 16,0 0 1-16,-1 3 0 15,2 3-1-15,-2-2 1 0,0 2-1 16,1 0 0-16,-2 0-1 16,2 2 0-16,-3 1-2 15,1-3-1-15,-2 3-1 16,0-3 0-16,3 0 1 15,-1 4 0-15,5-4 0 16,1 4 0-16,-1-2 0 16,-1-2-1-16,2 3 0 15,0-4 0-15,-2 1 0 16,2 1 0-16,1 1-1 16,-2-1 0-16,2 4-24 15,1-3-26-15</inkml:trace>
  <inkml:trace contextRef="#ctx0" brushRef="#br2" timeOffset="164312.87">8233 8760 548 0,'0'0'240'0,"-1"-1"-77"0,1 0-160 0,0 1-8 0,0 0 0 16,0 0 1-16,0 0 5 15,0 0 4-15,0 0 12 16,0 0 3-16,0 0 0 16,0 0-1-16,0 0-11 15,-1 0-3-15,1 0 0 16,-2 5 3-16,-1 1 13 15,-1 3 3-15,-17 20 9 16,11-21 0-16,-1 2-10 16,-3-2-3-16,-1 1-9 15,0 0-4-15,1-2 7 16,-2 0 8-16,1-1 10 0,2 0 5 16,3-2-1-16,1 0-4 15,1-4-4-15,2-1-2 16,-2-2-2-16,3-1-1 15,0-3-4-15,1 0-3 0,2-1-7 16,0 0-3-16,1 0-5 16,0 0-1-16,2 1-1 15,-2 0 0-15,1 1-1 16,4 1 1-16,-1 1-2 16,5 1 0-16,-2 1-1 15,-1-1 1-15,3 3 1 16,0 0-1-16,2 1 1 15,-1 3-1-15,1 2 0 16,-1 1 1-16,0 0 1 16,1 2 0-16,-1 2 1 15,1-1 0-15,-1 5-1 16,0 3 0-16,-1 0-2 16,-3 2 1-16,-4 0 0 15,0-1 0-15,0 3 1 16,-1 1 1-16,-2-2 0 15,-1 1 0-15,-4-8 1 16,-1 0-1-16,1-3 2 16,-2-3-1-16,1-1 0 0,-1 3 0 15,0-6 1-15,-1 0 1 16,1-4 3-16,2-2 0 16,1-1 0-16,-2 1 1 15,3-2-3-15,-4-4 0 0,4-1-2 16,3 3 0-1,2-4 2-15,2 3 0 0,-1-3-1 16,1-2-1-16,0 3-2 16,2 1-2-16,3 3 0 15,1 2-1-15,-1-1 1 16,3-1 0-16,3 3 0 16,-1-2 1-16,4 1 1 15,1 2-1-15,-1-2 1 16,1 2 0-16,-1 1-1 15,1 2 1-15,-3 1 0 16,1 1 0-16,-2 2 0 16,-3-2 0-16,1 3 0 15,0-1 0-15,-7 0-1 16,0-2-2-16,-1 5-31 16,0 0-26-16,-2-1-83 15,-1 3-52-15,-3-5-136 0</inkml:trace>
  <inkml:trace contextRef="#ctx0" brushRef="#br2" timeOffset="164978.66">8462 8857 860 0,'1'-3'322'0,"1"-2"-247"0,0 1-41 0,-2 1-24 0,1 2-6 0,-1 0 4 0,0 1 2 0,-1 0 4 16,-1 0 3-16,1 0 10 15,0 0 2-15,0 0 2 16,0 0-2-16,-6 5-15 15,-20 23-5-15,22-21-7 16,-1-1-1-16,2 3-1 16,1 0-1-16,0 2 0 15,1 2 0-15,2-1 0 16,-2 0 1-16,2 0-1 16,0-1 0-16,4 1 0 0,-1 2 0 15,2 0-1-15,-1-4 0 16,0-4 0-16,0 0 0 15,3 0 0-15,-2 1 0 16,3-1-1-16,2-3-2 16,-2-3 0-16,4-1 0 15,1-2 2-15,0 1 0 16,-1-5 3-16,-1-1 0 16,-1-3 0-16,-2 1 2 0,-2-3 0 15,0 2 1-15,-2 3 0 16,1-5 1-16,-4 2 2 15,-1 0 2-15,-1 1 12 16,0 1 8 0,-3-2 12-16,-1-1 2 0,-2-2-5 15,-2 0-3-15,2 3-8 16,-1 3-1-16,0 0-5 16,-1 2-5-16,-1 4-7 15,1 1-4-15,-3 2-5 16,1 3-6-16,-3 1-28 15,1 3-21-15,-1 3-106 16,0 4-188-16</inkml:trace>
  <inkml:trace contextRef="#ctx0" brushRef="#br2" timeOffset="166494.26">7987 10883 857 0,'-2'0'316'0,"2"-2"-238"0,0-1-63 0,0 2-16 0,0 0-1 0,0 1 1 0,0-1-1 0,0 0 16 15,0 0 14-15,0 1 22 16,0 0 4-16,-1 0-13 15,0 0-12-15,0 0-21 16,-2 3-4-16,-2 7-1 16,-23 19-1-16,23-21-1 15,0-1 0-15,-1-3 1 0,-4 2 0 16,2-3 1 0,1-1 2-16,-3-1 3 0,4-1 5 15,-2 0 4-15,1-1 3 16,0 1-1-16,1 1-1 15,0-3-2-15,0 0 0 16,2-3 0-16,0-1-1 0,-1-1-3 16,3-2-3-16,-2-1-6 15,2 0-1-15,1-1-2 16,1-2-2-16,3 1 0 16,1-2-1-16,2 0 0 15,1 2 0-15,0-1 1 16,2 3 0-16,0 1 0 15,0 0 1-15,1 1 0 16,1 1-1-16,0 1 1 16,0 1-2-16,1 3 0 15,1 1-1-15,-2 3 0 16,-1 2 0-16,-1 2 0 16,-3 0 1-16,-1 4 1 15,2 2 0-15,-3 4 1 16,0 2 0-16,0 1 0 15,0 0 0-15,0 0 0 16,-4 2-1-16,-1-1-4 0,1 4-5 16,-2 1-8-1,0 1-2-15,-2 2 1 16,-3-1 5-16,-4 2 8 0,2-1 3 16,-3-5 2-16,1 0 1 15,-2-3 1-15,4-2 0 16,-2-3 1-16,-3-4 0 15,2-2 1-15,-1-4 0 0,3-2 0 16,0-3 1-16,0-1 0 16,2-1 1-16,0-3 0 15,1-1 2-15,0-2 0 16,2 0-2-16,1-1-3 16,3-1-1-16,3-3-4 15,2 0-1-15,4-3 1 16,0-1 0-16,2 2 2 15,2 2 1-15,2 1 0 16,3 4 1-16,-1-1 0 16,3 1 0-16,-1 2 1 15,1 0-1-15,-1 3 0 16,-1 0 0-16,-1 4 0 16,-5 2 0-16,0 2 0 15,-4-1 0-15,2 3 0 0,1-2 0 16,-4 0-1-1,0 3-3-15,-3-3-16 0,1 1-13 16,-1-2-45-16,-1-2-42 16,1-1-155-16</inkml:trace>
  <inkml:trace contextRef="#ctx0" brushRef="#br2" timeOffset="167294.2">8310 10866 830 0,'-3'-1'333'0,"3"2"-199"0,0 0-98 15,0-1-38-15,0 0-5 0,-1 0-4 0,0-1 3 0,0 1 3 16,0 0 11-16,0 0 25 16,1 0 10-16,-1 0 11 0,0 0-3 15,0 0-17-15,0 1-12 16,-1 2-13-16,1-2-5 15,-3 5-3-15,2-2-2 16,-3 5 0-16,-7 22 0 16,10-22 0-16,0 1 2 15,2 0-1-15,3 5 0 16,2-3 0-16,1 0 1 16,-4-2-1-16,1-4 1 15,3 1-1-15,-1-2-1 0,5 0 0 16,3-1-1-16,-6-1 0 15,5-3 1-15,-1 0 1 16,0 0 0-16,0-3 0 16,1 2 1-16,0-3-1 15,-1 1 0-15,4 0 1 16,-4-4 0-16,1 3 1 16,-3-3 0-16,0-1 0 15,-1 0 1-15,-1 1-1 16,-1 1 1-16,0 0 2 15,0 3 1-15,-3-2 7 16,-1-2 4-16,0 2 7 16,0-3 4-16,-2 2 2 0,0 3 2 15,-2-1 7-15,-2-1-2 16,-1-2-1 0,-2 0-1-16,0-2-3 0,-2 1 2 15,-1 1 2-15,2-2 0 16,-1-1-4-16,0 2 0 15,2-3 0-15,0 4-3 16,-1-1-5-16,0 2-3 16,2 3-7-16,-3-1-3 0,0 3-11 15,2 2-20 1,-7 6-63-16,-3 2-7 16</inkml:trace>
  <inkml:trace contextRef="#ctx0" brushRef="#br2" timeOffset="177861.3">12175 9695 466 0,'0'-1'170'0,"1"-1"-135"0,0-2-23 0,-1 4 9 0,0-1 22 0,0 0 61 0,0 0 27 0,0 0 22 15,0 0-8-15,0 1-37 16,0 0-20-16,0 0-24 16,0-1-7-16,0 1-11 15,0-1-3-15,0 1-9 16,0 0-4-16,0 0-8 16,0 0-2-16,0 0-4 15,0 0 0-15,0 0-4 16,0 0-1-16,0 0-3 15,0 0 0-15,0 1-2 16,2 3-1-16,0 2-2 0,0-1-1 16,11 24-2-16,-13-22 0 15,3 3 0-15,-2 1 0 16,1 0 0-16,0 0 0 16,0-1 0-16,0 2 0 15,0 0 0-15,2 2-1 16,-1-1 0-16,1-2 0 0,-1 0-2 15,1-4 0-15,1 0-4 16,-1 0-2-16,2-4-3 16,1 1-3-16,1-3-4 15,2-1-3-15,-1-2-7 16,3 0-3-16,-3-3-3 16,0-4-2-16,1 0 3 15,-1-1 3-15,-1 2 13 16,1 1 7-16,-4 0 11 15,1-1 0-15,-2-2 3 16,2 3 2-16,-1 2 3 16,-3 1 2-16,-2 2 2 15,3 1 1-15,-3 0 0 16,0 1-1-16,0 0-2 16,-1-1-2-16,0 1 1 15,0-1 1-15,1 0 3 0,0 1 1 16,0 0 2-1,0 0-2-15,0 0-2 0,0 0-2 16,-1 0-4-16,0 0-2 16,1 0-3-16,0 0-1 15,0 0-2-15,0 0 0 16,0 0 1-16,0 0 0 16,0 0 1-16,0 2 0 15,2 4 0-15,-1 1 0 0,9 18 1 16,-9-16-1-16,0-1 1 15,1 1-1-15,2 2 1 16,-4-1-1-16,4 3 0 16,-2 1 1-16,-1 1-1 15,3-1 0-15,-2-2 0 16,2 2 0-16,1 1 0 16,-2 0 0-16,1-1 0 15,0 4 0-15,0-1 0 16,-1 1 0-16,-3-1 1 15,2-1-1-15,-2 0 1 16,-1-2 0-16,0 1-1 16,-1-1 1-16,1-3 0 15,-1-1 0-15,-1 3-1 16,-1-3 1-16,1 1-1 16,1 1 0-16,-2 0 1 15,0-2-1-15,-2-1 1 0,2 1 0 16,0-1-1-16,-1 0 0 15,0 0 1-15,1-1 0 16,-2-2 0-16,3 2 0 16,0 0 2-16,-2-3 1 15,4 1 1-15,-2-1-1 0,-1-2 0 16,-1 0-1-16,1-3 0 16,-1 0 0-16,1 1 1 15,2 0-1-15,-4 0-1 16,0-1 2-16,-3 0-1 15,-1-1 1-15,0 1 0 16,0 0 1-16,2-1-1 16,-1 0 2-16,3-2-1 15,1 0-1-15,-2-1 4 16,3 1 0-16,-3-2 1 16,1 1 1-16,1 0-1 15,-1-1 1-15,2-1-1 16,1 0-1-16,0 0-1 15,1 2 0-15,1 1-3 16,-1-1-1-16,1 3-1 16,0 0-1-16,0 0 1 15,0 0 0-15,1 1 3 16,-1-1 0-16,0-2 1 16,0 0-1-16,0-1-2 0,0 1-2 15,0-2 0-15,0 0-1 16,1 1 0-16,0 0 0 15,0 0 1-15,0 1 0 16,0 1 1-16,0-3-2 16,1 0 1-16,-1 3-1 15,2-5 0-15,11-21-1 16,-8 25 1-16,0-6-1 16,0 5 0-16,1-1 1 0,1-1-1 15,-1 2 0-15,0-3-1 16,-1-1 1-16,0 2 0 15,-1-1 0-15,1 6 0 16,-1-2 0-16,3 1 1 16,-2 1 0-16,0-3-1 15,0 3 1-15,-4 1-1 16,2-2 0-16,-3 1 0 16,0 0 0-16,0 0 1 15,0 0 0-15,0 1-1 16,0-1 1-16,0 1-1 15,0 0-1-15,0 0-22 16,0 0-32-16,0 0-89 16</inkml:trace>
  <inkml:trace contextRef="#ctx0" brushRef="#br0" timeOffset="-172248.59">23365 9579 112 0,'0'0'74'0,"0"0"-3"0,0 0-14 16,0-1-3-16,0 0-2 0,0 0 5 0,-1 0 1 15,0 0-3-15,0 0 4 16,0 1 9-16,0-1 2 15,0 0-5-15,1 0-6 16,0 0-12-16,0 0-1 16,0 0-5-16,0 1-3 15,0-1-7-15,0 0-6 0,0 0-4 16,0 0 0-16,0 0 6 16,0 0 3-16,0 0 7 15,0 0 1-15,0-4-4 16,0 3-1-16,-1-1-6 15,0 0 0-15,0 1 4 16,0 1 1-16,0-1 5 16,0 1 0-16,1-1-3 15,-1 1-4-15,0-1-6 16,0 2-3-16,1-1-1 16,-1 0 0-16,0 0-1 15,0 0-3-15,0 0-4 16,1 0 0-16,-1 0-1 15,0 1 0-15,0-1-2 16,1 0-3-16,0 0-3 16,0 0-1-16,-1 1-2 15,1 0 0-15,-1 0-1 16,0 13 0-16,0 23 1 0,0-18 0 16,1 2-1-16,-1-1 0 15,1 1 0-15,-1 2-1 16,1 2 1-16,2 0 1 15,-3-5 0-15,1 1-1 16,-2-6-1-16,2 3 0 0,1-2-3 16,0-1-1-1,2-2-1-15,-3-3 0 0,-2-3 1 16,2-1 2-16,-2-2 3 16,2 1-1-16,2-2 0 15,-2-2-1-15,0 0 0 16,-1-1 0-16,0 0 3 15,0 0 0-15,1 0 0 16,0 0 0-16,1-4 1 16,0-5 0-16,2-29 0 15,-2 22 1-15,-1-1 0 16,0-4 1-16,-2-1 2 16,0-4 0-16,3 4 1 15,-1 0-1-15,0 4-2 16,0 1 0-16,-2 1 0 0,0 2-1 15,2 3 1-15,0-1 0 16,-1 3 2-16,1 1 2 16,0 3 1-16,-1-1 1 15,-2 0-1-15,1 3 0 16,-2-1-2-16,0 1-1 16,0 0 2-16,1 0 0 15,2 1 0-15,0 3-2 16,0-1-3-16,0 1-1 15,1 0-1-15,-1 0 0 16,0 0 0-16,0-1 0 0,0 0 0 16,0 1 0-1,0 0 0-15,0 0 0 0,1 0 0 16,-4 1 0-16,-2 1 0 16,-5 2 0-16,-19 9 0 15,22-8 0-15,-2 2 0 16,5 1 1-16,-5 1-1 15,-1 0 0-15,-1-1 1 16,-2-1-1-16,3 4 1 16,0-4 0-16,0 0 0 15,-1 2 2-15,1-5 0 16,2 3 1-16,0-2 0 16,4 0-2-16,0-3 0 15,0 1-1-15,2-1 0 16,1 0-1-16,0 1 0 15,1-3-2-15,0 0-7 0,0 0-10 16,0 0-49-16,0 0-44 16,0 0-206-16</inkml:trace>
  <inkml:trace contextRef="#ctx0" brushRef="#br0" timeOffset="-171247.53">23244 9944 289 0,'-5'0'181'0,"0"1"14"0,2-1-115 0,-2 0-41 0,5 0-13 15,-1 0-8-15,1 0 12 0,-1 0 31 0,0 0 16 0,0 0 20 16,-1-1-6-16,-3 1-26 16,1-1-15-16,-1 1-24 15,2 0-7-15,-2 0-9 16,0 0-1-16,-1 1 9 15,-22 5 3-15,23-5 4 16,3-1-2-16,-1 0-13 16,2 0-3-16,1 0-5 15,-1 0-2-15,0 0 1 16,0 0-1-16,0 0 1 16,0 0 6-16,1 0 3 0,0 0 0 15,0 0 2-15,0 0-6 16,5 0-2-16,14 1 0 15,20 1 2-15,-20-4 2 16,6 0 2-16,-6-4 0 16,6 1 2-16,-2-1 1 15,-1 1 1-15,-1 1-2 0,-1-1-5 16,-3 1-3-16,0 0-4 16,0 2 1-16,-3 1-1 15,-2 1 0-15,-2 0 1 16,-4-1 0-16,-2 1-1 15,1 1 0-15,-1 1 0 16,-2-1 0-16,0 1 0 16,-2-2 0-16,0 0 1 15,0 0 1-15,0 0 7 16,0 0 3-16,0 0 2 16,0 0 0-16,0 0-6 15,0 0-3-15,0 0-2 16,0 0-1-16,-1 0-2 15,0 0-3-15,0 0-24 16,1 0-23-16,-1 0-125 16,-1 0-134-16</inkml:trace>
  <inkml:trace contextRef="#ctx0" brushRef="#br0" timeOffset="-170147.9">23401 9948 340 0,'0'0'165'0,"0"-1"-69"0,0-1-18 0,0 1-26 0,-1 0 0 0,1 1 19 0,-1-1 7 0,1 0 14 15,-1 0 5 1,0 0-6-16,1 0-13 0,0 0-31 16,0 1-14-16,0-1-20 15,0 0-4-15,0 0-5 16,0 0 0-16,0 0-1 16,0 0 0-16,0 1 1 15,3-3 0-15,7-2-2 16,22-7-1-16,-20 12-1 15,1 0 0-15,0 0 0 16,0 1 0-16,2-2 0 16,-3 1 0-16,-1-1 1 15,-3 0 0-15,-3-1 0 16,2 1 0-16,-4-1-1 16,0 1 0-16,-2 1-5 15,-1 0-5-15,0 0-14 0,-1 0-9 16,1 0-17-1,-1 0-18-15,0 0-77 0,0 0-93 16</inkml:trace>
  <inkml:trace contextRef="#ctx0" brushRef="#br0" timeOffset="-167614.22">23327 12374 288 0,'0'-2'154'0,"0"-1"-47"0,0 3-32 0,0-1-47 0,0 0-14 0,0 0-8 0,0 0 5 0,0 1 17 15,0-1 12-15,0 0 25 16,0 0 10-16,0 0 1 15,0-2-6-15,1-2-23 16,-1 2-13-16,1-2-18 16,0 2-5-16,0 0 2 15,0-1 6-15,-1 2 11 16,1-1 6-16,-1 1 8 16,0 0 3-16,0 2 5 15,0-1 3-15,0 0 6 16,0 0-1-16,0 0-2 0,0 0-1 15,0 0-5 1,0 1-3-16,0-1-8 0,0 0-4 16,0 0-12-16,0 0-5 15,0 1-9-15,0 0-3 16,2 10-6-16,6 24 0 16,-6-18-1-16,-1 2 0 15,1-2 0-15,0 3 0 16,1 2 0-16,-1-2 0 15,2 3 0-15,0-2-1 0,-1-1 0 16,0-1 0-16,-2 0 1 16,1-2-1-16,-2-3 0 15,0-1 1-15,0-5-1 16,0 2-1-16,0-5-3 16,1-1-1-16,-1-2 0 15,0-1-1-15,0-1 2 16,-1 0-2-16,1 0-2 15,-1 0-1-15,0 1-7 16,0-1-6-16,-3-13-10 16,-4-24-4-16,2 17 2 15,-2 2 6-15,0-3 15 16,0-2 6-16,4 2 7 16,-1-2 0-16,0 0 0 15,0 2 0-15,-1-2 0 16,3 3-1-16,1 1 1 0,0 2-1 15,-2-1 1-15,2 1 0 16,-2 3 0-16,1-1 0 16,3 4-1-16,0 3-1 15,0-2 0-15,1 3-1 16,3 1 0-16,-1 1 0 16,-2 3 3-16,-1 0 1 15,-1 2 6-15,0 0 2 0,1 0 2 16,-1 0 0-16,1 0-5 15,0 1-3-15,0 0-2 16,0 0 2-16,-1 0 2 16,1 0 2-16,0 0 6 15,-1 0 2-15,0 0 6 16,0 2 2-16,-1 3 2 16,-1 1-1-16,-9 22-2 15,8-21-1-15,-2 1 0 16,-1 0 0-16,-1 2 2 15,1-1 1-15,-3 1 3 16,-3 3 1-16,-3-3 0 16,0 0 1-16,-6-3-2 15,1-1 1-15,0 0-3 16,2 1-2-16,4-2-8 16,2 1-4-16,3-4-9 15,3 3-2-15,3-3-3 0,1-2-6 16,1 3-8-16,2-3-5 15,0 0-21-15,0 0-14 16,0 0-37-16,0 0-23 16,0 0-116-16</inkml:trace>
  <inkml:trace contextRef="#ctx0" brushRef="#br0" timeOffset="-166899.02">23228 12694 341 0,'-1'-2'172'0,"0"1"-30"0,-4-2-26 0,-1-1-5 0,-3 2 7 0,1 0 16 0,2 0 0 0,6 2-3 15,-2 0-10-15,-1 0-34 16,2-1-13-16,1 0-18 15,-1 0-8-15,0 0-17 16,0 0-8-16,0 1-13 16,0-1-4-16,0 1-3 15,1 0-2-15,-1 0-1 16,0 0-1-16,0 0 0 16,1 0 1-16,0 0 2 15,0 0 0-15,4 1 0 16,12 1 0-16,28 2-2 15,-18-5 1-15,8-2 0 16,2-2-1-16,4-2 1 0,1 1 1 16,-15 0 0-1,-13 3 4 1,1 1 5-16,35-8 4 0,-7 2 6 0,-7 0-3 16,-22 4-4-16,2 2-5 15,-6 0-7-15,0-1-1 16,-3 3-17-16,-6-1-15 15,-2 0-41-15,1 1-30 16,1 0-138-16</inkml:trace>
  <inkml:trace contextRef="#ctx0" brushRef="#br0" timeOffset="-165130.53">23208 10614 331 0,'0'-1'170'0,"-1"-5"-51"0,1 1-33 0,-1 3-34 0,1-2-5 0,0 3 16 0,-1 1 11 16,0-1 23-16,0 0 5 16,0 0-11-16,0 0-9 15,0 0-17-15,0 0-7 0,1 1-6 16,-6-2-1-16,1-2-5 15,1 1-5-15,-24-17-4 16,24 20 0-16,-4-1-1 16,-1-1 1-16,-2 2 2 15,-2-5-1-15,-1 5-5 16,1 0-6-16,0 2-11 16,2 4-5-16,-1-1-8 15,1-1-1-15,-2-1-1 16,0-1 0-16,2 3 0 15,0 1-1-15,3 0-1 16,0 2 0-16,0-1-2 16,3 1 0-16,-2 1 1 15,2 3 1-15,1-1 0 16,1 2 0-16,2 1-1 16,1 1 1-16,0 0 0 0,0 1 0 15,0 1-1-15,2-2 1 16,3 2-1-16,-2-3 0 15,3 3 0-15,1 1-1 16,2 1-2-16,2-3-3 16,2-4-4-16,2 1-2 15,1-4 1-15,1 1 2 16,1-2 2-16,1-1-1 16,0-2-3-16,1-4-1 0,-2 3 2 15,1-4 3-15,-4 0 4 16,2 0 2-1,0-3 3-15,-5-1-1 0,3-2-2 16,0 0 0-16,-5-3 0 16,1 0-1-16,-1 0 4 15,-3-3 0-15,1 0 1 16,3-4 1-16,-2-2 0 16,2 0 1-16,-1-1-1 15,-1 1 0-15,-3 4 2 16,0-2 0-16,-3 3 12 15,0 0 10-15,-3-1 15 16,-2 2 7-16,-3 1 2 16,0 1-6-16,-2 0-6 15,-2 0-5-15,-1 0-6 0,-2 2-1 16,-1 0-7-16,1 2-2 16,-1 1-7-16,-2 0-4 15,1 1-6-15,0 2-2 16,0-1-14-16,0 4-12 15,-4-1-38-15,-1 2-25 16,-1 3-63-16,0 2-75 16</inkml:trace>
  <inkml:trace contextRef="#ctx0" brushRef="#br0" timeOffset="-163582.15">23217 11547 370 0,'1'0'236'0,"-1"-2"-10"16,-3-1-58-16,3 2-70 0,0 1-21 0,-1-1-19 0,1 0-4 0,-1 0 4 0,0 0 5 0,1 0 10 16,-1 0-2-16,0 0-3 15,0 1-5-15,0-1-8 16,0 0-4-16,0-1-11 16,1 1-3-16,-1 0-8 15,0 0-4-15,-4-3-5 16,-3-1-4-16,-23-10-6 15,23 17-3-15,1 2-2 16,-2-3-1-16,-1 3 3 16,-1 0 0-16,-1 0 0 15,0 2-1-15,0 2-5 16,-1 0 0-16,1 1-1 16,-1 0 0-16,0 0 0 15,1 0 0-15,-1 1 1 16,3 1-1-16,0-1 1 15,1-2-1-15,4-1 0 16,-1-3 0-16,1 2-3 0,3 0 1 16,2 1-1-16,0 5 0 15,3-1 1-15,0-2-1 16,-1 1 2-16,1-2-1 16,2 0 1-16,1 3 0 0,3-1-1 15,-1-2 0 1,5 2-2-16,0 0-1 0,3-1-2 15,-1 0-4-15,1 0-2 16,0-3-2-16,2-1 1 16,1 0 4-16,0-2 6 15,-4-1 2-15,1-2 2 16,-1 0 0-16,2 0 0 16,0-1-3-16,-6-2-7 15,2-1-2-15,-3-2-4 16,0-2 1-16,5 1 3 15,0 0 2-15,-3-3 4 16,2 1 3-16,-5-2 3 16,-3-1 3-16,3 3 2 15,-4-3-1-15,1 1 0 16,-1 0 0-16,-1 1-2 16,0 1 0-16,-1 0 1 15,0 0 1-15,0-4 9 16,-1 1 4-16,0-1 8 0,-2 0 3 15,0-1-2-15,-1-1 0 16,-1 3-4-16,-1 1-3 16,-1 1-3-16,-1 2 0 15,0-2 1-15,-1 2 3 16,-2 1 5-16,0-3 4 16,-2 3 0-16,-2-2-2 15,3 1-3-15,1 1-3 0,1 0-5 16,4 3-4-16,-4 0-6 15,-2 0-5-15,0 2-1 16,-2 2-3-16,-1 0 0 16,-1 1-4-16,-4 2-14 15,3 0-13-15,-10 0-44 16,4 3-32-16,-7 2-129 16</inkml:trace>
  <inkml:trace contextRef="#ctx0" brushRef="#br0" timeOffset="-146450.75">15463 9771 128 0,'0'-1'102'0,"0"0"10"0,0 0-21 0,0 0-44 0,0 1-8 0,0 0-3 0,0 0-4 0,0-1-6 0,0 0-7 15,0 1-11-15,0-1-4 16,0 0-2-16,0 0 0 15,0 0 1-15,0 0 2 16,6-2 11-16,-1 0 7 16,24-7 14-16,-22 8 2 15,3 2-9-15,-2-3-6 16,2 2-14-16,2 1-1 0,-1 0 9 16,2-2 2-16,4 1 1 15,-4-1-1-15,2 0-11 16,-2-2-5-16,1 3-2 15,0 1 0-15,0 1-1 16,3 4 0-16,-5-4 0 16,3-1 0-16,-2 0 0 15,0-2 0-15,0 1 0 16,0-1 0-16,-2 2 0 16,0-1 0-16,-1 1 0 15,2 2 0-15,-1-2 0 16,2 1 0-16,-4-3 0 15,2 1-1-15,-2 1 1 16,-1-1-1-16,1 1 0 16,-2 1 1-16,1-2-1 15,-2 1 1-15,1 1 0 0,1-2-1 16,-5 2-22-16,3-1-42 16</inkml:trace>
  <inkml:trace contextRef="#ctx0" brushRef="#br0" timeOffset="-145301.08">15925 9607 124 0,'0'0'49'0,"-2"1"-27"16,5 1-18-16,-3-2 2 0,-1 0 37 0,1 0 28 0,-1 0 42 0,0 0 17 0,1 0-2 15,-1 0-14-15,0 0-24 16,0 0-10-16,0 0-24 16,0 0-11-16,0 0-18 15,1 0-10-15,0 0-11 16,0 0-4-16,0 0-2 15,0 0-1-15,0 0 0 16,0 0 0-16,12 2 1 16,20 9 0-16,-23-7 0 15,1-1 0-15,-3-1 0 16,0 2 0-16,2-1 0 16,-4-1 1-16,5 2-1 15,0-1 1-15,-5-1 0 16,3 0-1-16,-1 1 1 15,-2-1-1-15,5 3 0 0,0 1 0 16,-4-3 0-16,-1 1 0 16,0 3 0-16,0-4 1 15,-2 2-1-15,1-1 1 16,-2-4 0-16,-1 3 1 16,-1-3-1-16,0-1 1 15,0 1 1-15,0 0 0 16,0 0 1-16,0 0-1 0,0 0-1 15,0 0 0-15,0 0 0 16,0 0 0-16,0 0 0 16,0 0 1-16,-1 0-1 15,0 0 0-15,1 0 0 16,-1 0-1-16,0 0 1 16,0 0-1-16,0 0 0 15,0 0 0-15,0 0-1 16,0 0 0-16,1 0 0 15,-1 0 0-15,0 0 0 16,0 0-1-16,0 0 0 16,0 0 0-16,0 0 0 15,1 0 0-15,-2 6 1 16,0 1 0-16,-6 26 1 16,4-23 3-16,0 1 3 15,-2 2 2-15,1 1 5 16,0-1 4-16,0 1 13 0,0-3 6 15,-1-4 8-15,1 0 0 16,-2-1-5-16,5 1-3 16,-2-1-7-16,1 0-4 15,2-1-7-15,-4-4-3 16,1 0-6-16,3-1-4 16,1 0-4-16,0 0-2 0,0 0-32 15,0 0-45 1</inkml:trace>
  <inkml:trace contextRef="#ctx0" brushRef="#br3" timeOffset="-118055.52">10501 10847 184 0,'0'0'126'0,"1"-3"3"0,1-1-60 0,-2 3-51 0,0 0-9 0,0 1 3 0,0-1 21 15,0 0 41 1,0 0 18-16,0 0 13 0,0 0-14 16,-1-3-36-16,0-1-15 15,0 2-22-15,1-2-6 16,0-1-4-16,-1 0 6 15,-6-22 15-15,5 23 7 16,-3 1 12-16,4 2 0 16,-1-1-7-16,-1 0-2 15,2 2-11-15,0 0-7 16,0 0-10-16,0 0-8 0,0 1-2 16,-4 0 1-16,1 0-1 15,-1 1 2-15,0 0-2 16,4-1 0-16,-5 4-1 15,0-1 0-15,-21 24-2 16,20-17 1-16,3 1-1 16,2 2 1-16,-1 0 0 15,1 2-1-15,0 0 0 16,-1-4-1-16,2 3-3 16,0-3-2-16,1 3-5 15,0 2-4-15,0-4-8 16,1-1-7-16,1-2-16 15,-1 0-4-15,1-3-5 16,1-2 4-16,0-3 16 16,2 0 0-16,-1-2 14 15,1-1 5-15,3-3 6 0,-3-5 10 16,5 0 2-16,0-2 0 16,-1-1 0-16,1 0 0 15,-1 0 0-15,-3 0 1 16,-1-1 6-16,1 2 5 15,-2 0 7-15,0 1 4 16,0 4-2-16,1-1-4 0,-2 7-10 16,-1-3-4-16,-2 5-3 15,0-1 0 1,0 0 1-16,0 0 0 0,0 0 0 16,1 7 0-16,1 1-1 15,7 20 0-15,-9-19-1 16,3 3 0-16,1-1 1 15,4 1-1-15,-5-1 1 16,0-1-1-16,0 2-1 16,-2 0 1-16,2-5 0 15,1-3 1-15,-1 0 2 16,-2-4 2-16,3-1 1 16,-3 1 2-16,-1-1 7 15,0 1 2-15,0-1 9 16,0 0 2-16,6-10 2 15,13-23 1-15,-13 22-4 16,-1 1-2-16,1-1-5 0,-3 0-4 16,3 2-8-16,2-1-2 15,0 4-4-15,1-2-1 16,-2 5 0-16,2-1 0 16,-1 4 0-16,0 3 0 15,-2 2 0-15,1 1-1 16,-1 3 0-16,-1-4 1 0,-1 5 0 15,0-1 0-15,-1-2 0 16,2 6 0-16,-3-6 0 16,1 1 0-16,-1 0 0 15,0-2-1 1,0 2 0-16,3 1 1 0,-3-3-1 16,-1 0 0-16,0-5 1 15,0 0 0-15,-1-1 1 16,0 0 0-16,0 0 2 15,0 0 0-15,2-3-2 16,4-7 1-16,13-26-2 16,-14 23 1-16,0 3 0 15,0-1 0-15,1 6-1 16,0 2-1-16,-1-1-2 16,0 4 0-16,0 1-1 15,0 1 1-15,2 2 0 16,-2 0-1-16,3 2 0 0,-1 4 0 15,0 0-16 1,1 4-4-16,-2-3-5 0,2 2-1 16,-1-3 12-16,8 1 5 15,1-2 4-15,-1-3 0 16,8-2 5 0,-7-3 1-16,5-3 2 0,0-3 1 15,-1-2 0-15,3-3 1 16,-1-2 0-16,-1-1 1 0,-2-2 7 15,-2 2 9-15,-4 0 24 16,-3-1 8-16,-5 1 16 16,-1-1 2-16,-4 3-6 15,0 1-1-15,-3 2-9 16,-2 2 1-16,-2 1-7 16,2 0-5-16,-2 2-14 15,-1 0-11-15,2 3-15 16,-3 1-2-16,2 3-4 15,-2 3-2-15,-1 4-3 16,0 2-6-16,0 3-5 16,2 1-2-16,1 3 3 15,0 0 4-15,2 5-5 16,0-1-10-16,2 2-39 16,1-2-10-16,2-5 8 15,5-1 14-15,0-9 45 16,0-5 13-16,3-4 6 0,0-6 1 15,3-6 1-15,2 0-4 16,0-7 0-16,-1-4 1 16,2-1-1-16,-3-6 3 15,1-1 4-15,-2-1 5 0,-3 3 16 16,-1 2 10-16,-4 5 12 16,1 2 0-16,-3 6-12 15,0-1-11 1,1 9-22-16,-1 5-9 0,-1 3-9 15,0 7-1-15,-3 4 1 16,0 4 3-16,2 7 5 16,-2 4 0-16,1 5 1 15,1 1 0-15,4 3-1 16,4 0 0-16,6-3-17 16,2 0-18-16,2-4-62 15,2-2-73-15</inkml:trace>
  <inkml:trace contextRef="#ctx0" brushRef="#br3" timeOffset="-117087.52">11486 10811 377 0,'-3'0'198'0,"0"-1"-9"0,0 1-142 0,3-1-16 0,-1 0-6 0,0 0-3 0,0 0-1 16,0 1 8-16,0 0 29 0,0 0 13 16,0 0 10-16,1-1-4 15,-1 1-29-15,0 0-17 16,0 0-21-16,1-1-5 16,0 1-2-16,0 0 1 15,10 0 0-15,27-1 1 16,-21-3-1-16,1-1-1 15,-1-1 0-15,0 3-2 0,-3-2 0 16,-1 3 0-16,-2-1-2 16,-1 0-5-16,2 3-32 15,-2 0-29-15,-2 3-111 16,-3 2-111-16</inkml:trace>
  <inkml:trace contextRef="#ctx0" brushRef="#br3" timeOffset="-116789.33">11534 10969 639 0,'-1'0'296'0,"0"-1"-117"15,0 1-84-15,0-1-53 16,0 0-9-16,1 1-15 16,0-1-3-16,0 0 0 0,1 0 7 15,8-3 12-15,21-11 2 16,-20 11-10-16,2-2-7 16,2 0-12-16,2 4-4 15,-1-3-2-15,4 4-1 16,-1 1-30-16,-4-2-57 15</inkml:trace>
  <inkml:trace contextRef="#ctx0" brushRef="#br3" timeOffset="-110472.81">923 10834 84 0,'-1'-1'38'0,"-1"-1"-14"0,0 2-23 0,1 0-6 0,1-1-12 0,-1 1 0 0,0-1 3 15,0 0 5-15,0 0 15 16,0 0 14-16,0 0 29 16,0 1 20-16,1-1 26 15,-1 0 2-15,0 0-12 16,0 1-14-16,0 0-24 16,0 0-11-16,0 0-14 15,1 0-4-15,-1 0-10 16,0 0-3-16,0 0-4 15,0 0 0-15,0 0 1 16,0 0 0-16,-2 3 2 0,-1 4 1 16,-12 21 10-16,14-24 6 15,1 3 6-15,-1 2-1 16,0 0-6-16,0 3-5 16,2 0-3-1,-3-3 0-15,1 4-3 0,0 2 0 16,1-2-4-16,1 2-2 15,0 4-2-15,0-2 0 16,0-1 0-16,0 1-1 16,1-4 1-16,1 1 0 0,1-3-1 15,1 2 0-15,2-2-1 16,-2-1 1-16,3 2-1 16,-1-3 1-16,2-3 0 15,3 2-1-15,-3-5 0 16,2 0 0-16,0-1 0 15,1-2 1-15,1-2 0 16,3-3 0-16,-1 1 1 16,1-3 0-16,1 2 0 15,-2 0 1-15,0-2-1 16,0 0 0-16,-7-1 1 16,-1-3 1-16,0 1 0 15,-6-1 2-15,2-1 3 16,2-1 2-16,-3 0 7 15,3 0 5-15,-7 0 13 0,0 1 4 16,-3-1 5-16,-1 1-2 16,3 1-10-16,0-2-5 15,-3 0-10-15,-1 1-3 16,0-1 0-16,-3 2 1 16,-2-1 8-16,0 1 3 15,-1-2 1-15,0 0 5 16,3 3-1-16,-2 0-3 15,1 4-6-15,2-1-8 0,1 3-9 16,2 2-3-16,1 1-4 16,0 1-4-16,3 2-41 15,-1 4-37-15,-2 7-177 16</inkml:trace>
  <inkml:trace contextRef="#ctx0" brushRef="#br3" timeOffset="-109139.681">943 12146 74 0,'-3'-2'73'0,"-1"-1"14"0,1-3 31 0,-1-1 14 0,-1-1 6 0,-1-1-8 16,0 1-34-16,2 3-20 0,-2-2-34 16,2 0-13-1,0 3-15-15,-1-2-4 0,2 4-4 16,0 1-2-16,-1-1 1 15,3 2 1-15,1-1 7 16,-1 1 3-16,0 0 4 16,0 0 0-16,0 0-3 15,0 0-3-15,-2 2-1 16,-2 5-1-16,-21 25-1 16,23-23-2-16,1 1-4 15,0-2-2-15,2 3-2 16,-1 3-1-16,0 1 0 15,3 0 0-15,0-1 0 16,1-2 0-16,2 1 0 16,-2 1 0-16,2 3 0 15,1 0 0-15,0-2 0 16,1 0 0-16,-2-2 0 0,2 0 0 16,-1 0 0-16,0-2 0 15,2-3 0 1,0 3 0-16,-1-5 0 0,1 1-1 15,0 0 1-15,1-3 0 16,-1 3-1-16,-1-4 0 16,2 0 0-16,0-1-1 15,0-2 1-15,1 0-1 0,-3-7 1 16,4 4 0-16,-2-1 1 16,1-2 1-16,-2 0 1 15,-2-6 1-15,-2-1 0 16,-1-4-1-16,2 1 1 15,-4 0-1-15,4-1-1 16,-1 1 0-16,2-1 1 16,-1 0-2-16,-2 1 2 15,-2 1 1-15,-3 1 5 16,0 0 6-16,-1 2 4 16,1-2 3-16,-1 1-5 15,2 2-3-15,-3-1-5 16,2 1 1-16,-1 3 8 15,-1-1 6-15,3 4 12 16,-6-3 4-16,5 2-4 16,-3 1-5-16,1-2-13 15,2 1-6-15,-2 1-7 0,2 0 0 16,0 4 0-16,-1-1 1 16,2 1 5-16,0 0 4 15,0 0 8 1,0 0 3-16,1 0 0 0,-5 1-3 15,-3-1-7-15,-23 2-20 16,18 5-108-16</inkml:trace>
  <inkml:trace contextRef="#ctx0" brushRef="#br3" timeOffset="-89091.64">5355 8250 118 0,'0'0'46'0,"-1"0"-31"0,-1 0-10 0,1 0-3 0,0 0 4 0,1 0 30 15,-1 0 20-15,0 0 31 16,0 0 5-16,0 0-20 15,0 0-18-15,0 0-31 16,1 0-9-16,-1 0-12 16,0 0-1-16,0 0 3 15,0 0 4-15,1 0 10 16,0-1 5-16,0 0 10 16,12-3 1-16,24-13-1 0,-21 8-5 15,0-3-11 1,-4-1-7-16,6 2-7 0,-3 1-1 15,0 0 0-15,7 1 0 16,-9-1-1-16,3 2 0 16,-2 2 0-16,-4 0-1 15,2 2-5-15,-2 3-40 16</inkml:trace>
  <inkml:trace contextRef="#ctx0" brushRef="#br3" timeOffset="-88159.69">5639 7991 473 0,'-1'-2'231'0,"1"-4"-66"0,0 3-123 0,1 2-22 0,2-2-19 0,-3 3-1 0,0-1 1 0,0 0 0 0,0 0 19 16,0 0 14-16,0 0 21 16,2-1 8-16,4-2-13 15,2 2-13-15,23-23-21 16,-21 20-7-16,2 1-4 15,-1-2-1-15,3 1-2 16,1 3-1-16,-3-2 0 16,1 2-1-16,-4 0 1 15,0 2 0-15,-2 0-1 16,0 2 0-16,-1 2 0 16,-1 0 0-16,3 5 1 15,-5-1 1-15,-3 1 1 16,-2 1 0-16,-5 1 2 15,3 1-1-15,1 0 0 16,-1 0-1-16,-1-3 0 16,-1 0-1-16,0-2 0 15,1-2-1-15,4-3-1 0,-3-1-1 16,6 1 0-16,-3-3 0 16,1 0 0-16,0 0 1 15,0 1 0-15,7-3 0 16,0 0 0-16,30-9-1 15,-24 9 0-15,3 1 0 16,-3 0 0-16,0-1 0 16,1 5 0-16,-4-1 0 0,1 5 1 15,-2 0 0-15,-4-1 0 16,0 3 0-16,-5 1 0 16,0 1 1-16,-4 2 1 15,-2-2 1-15,-3 3 0 16,-2 1 0-16,0 0-1 15,-1 3 0-15,-3-1 0 16,3 1 1-16,-5-2 0 16,-1-2-1-16,3-2 0 15,-2-3 0-15,0-4 0 16,5-1-1-16,-2-5-5 16,1-3-10-16,5 2-32 15,-1-4-21-15,6 4-43 16,3-2-15-16,5 3-56 15</inkml:trace>
  <inkml:trace contextRef="#ctx0" brushRef="#br3" timeOffset="-87492.22">6038 7950 480 0,'1'-1'187'0,"0"-1"-123"0,1-1-47 0,-2 2-16 0,0 0 0 0,0 0 2 0,0 0 3 0,0 0 31 16,-1 1 18-16,0 0 32 15,1 0 6-15,-1 0-24 16,0 0-17-16,0 0-32 16,-7 4-9-16,-20 15-9 15,23-12-1-15,3 1-1 16,1 4-1-16,-1-1-1 16,0-2 2-16,2 3-1 15,-1-3 0-15,2 1 0 0,2 1-1 16,1-2 0-16,2 2 1 15,0-3 0-15,1 1 0 16,0-1 0 0,1-1 1-16,2-3 0 0,3 1 0 15,0-2 0-15,1-2 1 16,2-1 1-16,-3-3 1 16,1-2-1-16,0-2 0 15,-1-1 0-15,2-1 0 16,-3 0-1-16,1-1 1 15,-3 0 1-15,-4 1 0 0,2-1 9 16,-3 0 5-16,-1 1 7 16,3-1 3-16,-7-2-2 15,1 6-1-15,-1-3 9 16,-3 3 5-16,1-3 8 16,-3 0 3-16,0 3-8 15,-4-3-6-15,-3 4-15 16,5 3-6-16,-3-1-10 15,3 3-2-15,-5 0-3 16,-2 0-1-16,-1 4-26 16,-5 2-32-16,-1 9-128 15</inkml:trace>
  <inkml:trace contextRef="#ctx0" brushRef="#br3" timeOffset="-77761.13">12260 10723 69 0,'0'-2'32'0,"0"2"-4"0,1-2-33 0,-1 1-1 0,0 0 3 15,0 0 18-15,0 1 54 16,0-2 20-16,0 1 22 16,0 0-10-16,-1 0-35 15,1 0-14-15,0 1-18 0,0-1-4 16,0 0-3-16,0 0 3 15,0 0 9-15,-1 0 6 16,0 0 10-16,0 1-2 16,1-1 1-16,0 0-3 15,-1 0-8-15,1 0-2 16,-1 0-7-16,0 0-2 16,1 0-4-16,0 1 0 15,-1-1-2-15,0 0 1 0,0 0 0 16,0 0-2-16,1 0-6 15,-1 1-3-15,0 0-5 16,0 0-1-16,0 0-3 16,0 0-1-16,0 0-3 15,0 0-1-15,1 0-1 16,-1 0 0-16,0 0 0 16,0 0-1-16,-2 4 0 15,-1 0 1-15,1-1-1 16,3-3 0-16,-3 2 0 15,2-1 0-15,-3 3 0 16,1 0 0-16,0 2-1 16,-14 20 0-16,17-21 1 15,-1 2 0-15,0-1 0 0,1-1 0 16,-2 0 0-16,1 0 0 16,-1-1 0-16,2 3 0 15,0 0 0-15,-2-1 0 16,1 3 0-16,0-4 0 15,-1 1 0-15,2 2 1 16,0-1 0-16,0 2-1 16,0-2-1-16,0-1 0 15,3-2 0-15,-2 1 1 16,1-1-1-16,1 3 1 16,0 0-1-16,1-1 0 0,-1 0 1 15,3-3-1 1,-1 3 0-16,-1-1 1 0,3-1 0 15,-2 1 0-15,2 0 0 16,-3-2 0-16,3 2-1 16,0-3 1-16,0 1 0 15,3 1 0-15,-3-4 0 16,0 2 0-16,2-1 1 16,1-1-1-16,-3 0 0 15,1-3 1-15,2-1-1 16,0 4 0-16,1-5 1 15,1 4 0-15,-2-2 0 16,-1-6 0-16,3 6-1 16,1-2 1-16,-3 1 0 15,0 1 0-15,-1-2-1 0,-3-2 1 16,2-1 1-16,-2 0 1 16,-1-1 1-16,0 2 1 15,-2 0 0-15,1-3 1 16,1 3 1-16,-3-3 2 15,2 5 3-15,-4-2 4 16,0-2 11-16,0 2 5 16,-1-3 4-16,-1 0-1 15,-1 2-9-15,2-2-4 0,-3 2-5 16,-2-3-1-16,2 3 0 16,-1-2 1-16,-1 1-1 15,2 2-2-15,-2 1-3 16,0-1-3-16,-1 1-3 15,-3-3 0-15,3 3-2 16,-2 0 1-16,1 1-1 16,7 2 0-16,-6-1 0 15,2-1-1-15,-2 3-1 16,1-3 0-16,1 3-1 16,-1-2 1-16,3 2 0 15,-2-1 0-15,2 3 1 16,-1 0 0-16,-2 0 3 15,2 0 1-15,0 0 2 16,2 1 1-16,1-2-4 16,0 1 0-16,0 0-3 15,1 0-1-15,-1 0 0 0,0 0 0 16,-2 0-1-16,-4 0 1 16,1 0-1-16,-20 8 0 15,18-5 0-15,1 0 0 16,-1 1 0-16,1-1 0 15,2 1 0-15,-1 1 0 0,0-1 0 16,-2 1 0 0,-1 0 0-16,2 0 0 0,0 2 0 15,0 1 0-15,1-1 0 16,-1-2 0-16,1 2 0 16,1-3-1-16,1 0-1 15,1 1-1-15,1 0-1 16,0 2-1-16,0 2-3 15,2-1-10-15,0 6-62 16,-1 0-62-16</inkml:trace>
  <inkml:trace contextRef="#ctx0" brushRef="#br3" timeOffset="-71610.21">10372 11668 300 0,'1'-3'171'0,"1"-2"-18"0,0 0-100 0,-1-1-19 0,1 1-19 0,-1-2 7 0,-1 3 32 16,0-1 17-16,0-1 17 15,0 2-7-15,0-2-30 16,0 1-17-16,-1 0-20 15,1-2-5-15,-1 2-6 16,0-6-1-16,-1 5-2 0,-2 0 2 16,1-1 0-16,1 3 6 15,0 0 15-15,0-1 5 16,-2 1 3-16,2 0-4 16,-2-1-14-16,0 4-6 0,1 0-4 15,1 1-2 1,1 0-1-16,0 0 1 0,0 0 0 15,0 0 2-15,1 0 0 16,-1 0-1-16,0 1 1 16,-3 7-1-16,-20 20 0 15,21-20 0-15,0-1-2 16,0 1 1-16,1-2-1 16,0 4 0-16,0 2-1 15,2 2 1-15,-2 2-1 16,0-1 1-16,1 1 0 15,-1-3 0-15,-1 2-1 16,2 0-1-16,0-1-6 16,1-3-4-16,4-2-10 15,-2-2-10-15,4-2-9 16,-1 1-4-16,-1-4-7 16,0-1 3-16,-1-2 2 0,1-3 8 15,2-6 19-15,1 3 8 16,3-8 13-16,-2 1 2 15,0-1 0-15,1-1 0 16,-3 0 3-16,0 5 3 16,0 2 7-16,-2 0 7 15,1 1 11-15,-3-2 3 0,0 2-8 16,1 3-7 0,1 2-17-16,-2 3-5 0,3 1-2 15,-5-1-1 1,0 0 3-16,0 0 0 0,0 0 1 15,2 3 0-15,1 5-1 16,22 24-2-16,-21-20-4 16,-1 2-2-16,-2 2-2 15,1-1 1-15,-2-1 4 16,0-2 2-16,0-4 3 16,1 2 0-16,1-4 0 15,1 0 0-15,-3-4-1 16,0-2-2-16,0 0-3 15,0-1 0-15,0 0 3 16,0 0 2-16,2-8 4 16,11-25 2-16,-6 19 0 15,-3-1 0-15,4-1-3 16,0 3-2-16,1 2 0 0,-2 0 1 16,1 4 3-16,-2-2 1 15,-1 5 4-15,2 2 2 16,-5-1-1-16,3 4-1 15,-1 0-4-15,1 2-1 16,-2 5-1-16,1 2 0 16,-1 3-1-16,-1 1 0 15,5 4-1-15,-4-4 0 16,0-1 0-16,0 3 0 0,-3-3-1 16,2 0 0-16,0 0-5 15,-1-5-3-15,1 0-7 16,1 0-4-16,3-3 1 15,2-3 3-15,0-1 7 16,4-5 4-16,1-2 4 16,2-1-3-16,4-4-16 15,0-1-4-15,0-1 0 16,-1 1 2-16,-1-2 20 16,-1 0 8-16,1 0 15 15,-4-3 8-15,-1 3 15 16,-4-1 4-16,-3 3 5 15,2 5 1-15,-5 0 1 16,-2 2 5-16,-1 1-7 16,-6 0-7-16,-3 1-17 0,2 2-14 15,-3 2-11 1,2 1-4-16,0 4-3 16,5-2-1-1,-1 0 0-15,-15 8-1 0,4 7 0 0,0 1-1 16,6-3-2-16,2 3-2 15,0-1-11-15,1-2-7 16,3 3-19-16,1 0-10 16,3-1-7-16,2-1 0 15,1-7 6-15,2-2 6 0,2-5 26 16,3-6 10-16,3-4 16 16,2-3 6-16,2-10-7 15,-1 0 0-15,4-6-6 16,-4-4 1-16,1 0 3 15,-1-1 2-15,-4 4 15 16,0 2 12-16,-5 3 23 16,-4 0 9-16,-2 6-4 15,-1 1-9-15,0 8-22 16,0 4-10-16,1 3-14 16,-1 3-5-16,0-3-1 15,0 0 0-15,-2 18 4 16,-4 25 2-16,6-17 0 15,-4 0 0-15,7 2-2 16,-1-1-3-16,0-4-15 16,7 1-16-16,-4-8-52 0,6 2-38 15,0-5-86-15</inkml:trace>
  <inkml:trace contextRef="#ctx0" brushRef="#br3" timeOffset="-71026.75">11004 11304 616 0,'3'-1'257'0,"2"-6"-144"0,0 0-55 0,1-1-35 0,0-1-8 0,-1 2-10 0,-1-1 3 16,0 5 16-16,-2-1 9 15,1 1 11 1,-1 3-2-16,-2-2-9 0,0 2-9 16,0 0-10-16,0 0-5 15,0 0-7-15,0 0-2 16,0 0 3-16,0 0 0 15,0 4 1-15,1 7 3 0,-1 27 4 16,-2-21 5-16,-4 2 11 16,0-2 3-16,1 0-4 15,1 0-3-15,-1-2-10 16,1-1-4-16,1-2-3 16,-2-4-1-16,2-1-1 15,0-2 0-15,2-1-2 16,1-2-2-16,0-2-34 15,0 0-44-15</inkml:trace>
  <inkml:trace contextRef="#ctx0" brushRef="#br3" timeOffset="-70476.58">11256 11593 931 0,'-1'0'332'0,"-1"-1"-282"0,2-1-60 0,0 2-69 0,0-1-37 0,0 1-8 0,0 0 12 0,0 0 88 16,0 0 55-16,0 0 58 15,0 0 9-15,0 0-19 16,0 0-20-16,4 0-35 16,6 0-8-16,25-3-6 15,-20-2-1-15,3-1-4 16,-1-1-1-16,-1 0 0 0,-1 2 0 15,-2 0-2-15,-2 1-1 16,1 3-1-16,-2-2-2 16,-1 3-40-16,-3 2-44 15,-4 2-188-15</inkml:trace>
  <inkml:trace contextRef="#ctx0" brushRef="#br3" timeOffset="-70128.27">11281 11763 744 0,'0'-1'350'15,"-3"1"-71"-15,3-3-276 16,0 2-31-16,0 1-24 16,0-1 3-16,0 0 17 15,7-4 28-15,25-14 58 0,-19 16 24 16,2 1 26-16,2 0-8 16,2-2-35-16,2 0-20 15,0 0-28-15,-1 0-7 16,-2 1-4-16,0 1 0 15,-2-1-2-15,-3 1 0 16,-1 2-31-16,-3 1-41 16</inkml:trace>
  <inkml:trace contextRef="#ctx0" brushRef="#br1" timeOffset="-43431">7053 12349 97 0,'-2'-3'59'0,"0"-3"8"0,-1 3 1 0,0-2 7 0,2 0 5 0,-2 2-2 0,0 0-9 0,2 2-25 15,0 1-14-15,0-1-22 16,0 0-4-16,0 0-3 16,0 0 1-16,1 0 27 15,-1 0 19-15,0 1 47 16,0-1 17-16,-1-2 3 15,1 2-11-15,1-1-34 16,-2 0-14-16,1 1-27 16,0-1-10-16,0 1-13 15,0 0-4-15,1 0-2 16,-1 0 1-16,0 0-1 0,0 0 1 16,0 1 1-16,0 0 0 15,-2 5 0-15,-4 14 0 16,-3 23 0-16,7-22-1 15,0 1-1-15,2 1 1 16,0-3-1-16,0 1 0 16,1-2-1-16,0-1-4 15,-2 1-6-15,2-1-5 16,0-3-24-16,0-1-23 16,4-3-109-16,-1 0-154 15</inkml:trace>
  <inkml:trace contextRef="#ctx0" brushRef="#br1" timeOffset="-42531.55">7209 12318 455 0,'1'-4'176'0,"4"3"-102"0,-4-5-71 0,4 0 0 0,-4 3 6 0,0-1 17 0,1 2 49 0,-3 1 26 16,0 0 30-16,0 0-6 15,1 0-37-15,-1 1-25 0,0 0-38 16,0 0-11-16,0 0-13 16,0 0-2-16,-2 6-1 15,-2 4 0-15,-7 22 1 16,11-20 0-16,-4-1 1 15,0 1 2-15,0 1-1 16,1-1 1-16,4 1-1 16,-2 0 0-16,1 0 0 15,-1-1-1-15,0-2 0 16,1 0 0-16,1-1 0 16,-2-3-1-16,3 2 1 15,1 1-1-15,1-1 0 16,1 1 0-16,2-1-2 15,-1-1 1-15,2-1-1 16,1-1 1-16,-1-2 0 16,3 0-1-16,-2-3 2 15,5 0 0-15,0 0 1 16,-3-4 0-16,2 0 1 0,-2-3 0 16,-3-2 1-16,4 2 0 15,-3-3 0-15,2 2 1 16,-1-5 1-16,-3 2 1 15,0-1 4-15,0 1 2 0,-4 2 0 16,3-1 0 0,-4-1-3-16,2 3 3 0,-2-4 10 15,-1 3 4-15,-2 0 6 16,-1 1-1-16,0 3-5 16,1-1 0-16,-2 0-1 15,0-1-1-15,-1 0-9 16,-2 0-3-16,2-1-2 15,1 1 4-15,0-1 12 16,-2 1 2-16,2 0 3 16,-2 1-3-16,-2-1-5 15,4 2-3-15,-3 0-2 16,0-2-1-16,3 2-5 16,-3 1-1-16,2-1-4 15,2 4-2-15,-7 1-15 16,4 0-24-16,-6 9-72 15,-7 5-114-15</inkml:trace>
  <inkml:trace contextRef="#ctx0" brushRef="#br1" timeOffset="-36598.33">12350 11296 161 0,'1'0'72'0,"0"-1"-37"0,-1 0-26 0,0 0-13 0,0 0 0 0,-1 0 20 0,1 1 15 0,0 0 21 15,0 0 4-15,0 0-7 16,0 0-6-16,0 0-16 15,-1-1-4-15,1 0-6 16,0 0-1-16,0 0 10 16,0 0 12-16,0 1 21 15,0 0 8-15,0 0 4 16,0-1-8-16,0 1-21 16,0-1-10-16,0 0-19 15,0 0-5-15,0 1-2 16,0 0 0-16,0 0 1 15,0 0 2-15,0 0-2 16,0 0-1-16,0 0-2 16,0 0-2-16,0 0 0 15,0 5-2-15,2 7 0 16,4 20 0-16,-5-18 0 16,-1 2 1-16,-4 1 0 0,4 1 0 15,-2 2 1-15,2 2 0 16,-1-2-1-16,-2 0 0 15,0 0-1-15,-1-5 1 16,3 1-1-16,-1-1 1 16,-2-2-1-16,4 2 0 0,-2-3-3 15,0 0-3-15,-1-3-4 16,1-3 1-16,1-3 3 16,1 0 4-16,0-2 5 15,0-1 1-15,0 0-1 16,0-1 0-16,-1 1 0 15,0-1-2-15,0-5 3 16,0-10-2-16,3-25-1 16,1 20 0-16,0-1 0 15,5 0 0-15,-3-2 10 16,0 0 6-16,0 1 8 16,-5 0 2-16,1 3-7 15,-2-3-7-15,0 6-8 16,2 1-2-16,0 7 5 15,3 0 9-15,-2 5 16 16,2 1 7-16,-4-1 8 16,1 3-6-16,-1 0-12 15,-1 0-7-15,0 0-9 0,0 1-2 16,0-1 0-16,0 0 0 16,0 0-2-16,1 0 0 15,-1 0-1-15,-6-2-1 16,0-1-2-16,-22-10-2 15,22 14-2-15,3 3-1 16,0 1-1-16,-2-1 0 16,-2 3-1-16,0-2 0 15,-3 3 1-15,-3 0 0 16,2 2 0-16,-2-2 0 0,-1-1 1 16,3 2 0-16,-2-1 0 15,2 3 0-15,0 0-1 16,3 0 1-16,1-1-1 15,-1-2 0-15,3-2-1 16,1 1-1-16,2-2-5 16,1 0-11-16,2 1-32 15,0 0-27-15,2 1-90 16,0 2-95-16</inkml:trace>
  <inkml:trace contextRef="#ctx0" brushRef="#br1" timeOffset="-34799.01">12333 11651 263 0,'-1'0'78'0,"0"-2"-73"0,2 2-32 0,-1-1 15 16,0 0 66-16,-1 0 37 0,0 0 32 0,0 0-1 0,0 0-28 16,0 1-21-16,0-1-17 15,1 0-3-15,-1 0-9 16,-4-1-3-16,-1 0-10 16,-3 1-5-16,-22 1-12 15,19 3-6-15,-1 2-3 16,0 0 0-16,-2-2 2 15,1 2 2-15,-1-3 10 16,2 1 4-16,1-1 7 16,-1 0 3-16,0 1-4 15,1-1-3-15,2 1-5 16,-1-2-5-16,3 1-5 16,1 0 0-16,3-2 3 0,0 3 2 15,2-4 0-15,1 0-3 16,0 1-6-16,0 0-4 15,0 0-4-15,0 0-1 16,0 0-1-16,1 0 1 16,0 0 2-16,0 0 6 0,0 0 6 15,13 4 0 1,26 5 0-16,-15-10-5 0,1-2-4 16,2 2-1-16,3-2 0 15,-2 2-1-15,2-1 1 16,-6 0 0-16,-4 0 1 15,1-2 1-15,-6-2 1 16,1-2 1-16,2 2 0 16,-6 0 0-16,1 2 1 15,-2 1 0-15,-3 2-1 16,-1-1-1-16,-4 2-3 16,3 0-1-16,-5 1-3 15,2 2-17-15,-3 4-109 16</inkml:trace>
  <inkml:trace contextRef="#ctx0" brushRef="#br1" timeOffset="-30449.4">7453 12394 163 0,'-1'1'107'0,"-1"-1"-7"0,0 0-36 0,1-1-42 0,0 0-5 0,1 0 4 16,-1 1 2-16,0 0-3 16,1 0-2-16,0 0-8 15,-1-1-5-15,1 0-3 16,0 1 0-16,0-1 12 16,0 0 10-16,0 0 24 15,0 0 11-15,0 0 5 16,0 1-4-16,0 0-20 15,0 0-12-15,0-1-19 16,0 1-6-16,0-1-3 0,0 0 0 16,0 0 1-1,6-3 1-15,2-1 3 0,22-15 0 16,-21 14 0-16,0-1-1 16,2 1-2-1,2 2-2-15,1-1 1 0,-2 1-1 16,-1-1 1-16,-2-1 0 15,0 2 1-15,-4-2-1 16,3 1 0-16,0 0 0 16,-4 2-1-16,7 3 0 0,-7-1 0 15,-2-2-3-15,0 3-13 16,-2 0-18-16,0 0-66 16,0 0-75-16</inkml:trace>
  <inkml:trace contextRef="#ctx0" brushRef="#br1" timeOffset="-29600.21">7628 12189 668 0,'-1'0'247'0,"0"0"-191"0,-1 0-39 0,1 0-13 0,1 0-3 0,0-1 0 0,0 0 1 0,0 0 20 16,0 1 17-16,0-1 24 16,0 0 5-16,0 0-15 15,0 0-17-15,0 0-25 16,-1 0-6-16,1 1-5 15,0 0 0-15,0 0 0 16,0 0 0-16,0 0 0 16,0 0 0-16,0 0 0 15,2 0 0-15,4 2-1 16,-2 0 1-16,5 0 0 16,19 9 0-16,-21-10 0 15,2-1 0-15,-1 0 0 16,0 0 1-16,3 0 0 0,-4 0 0 15,-1 0 1-15,-1-1-1 16,-1 0 0 0,0 0 0-16,0 1 1 0,-2 0-1 15,-2 0 1-15,0 0 0 16,0 0 6-16,0 0 3 16,0 0 3-16,0 0 1 15,0 0-4-15,0 0-2 0,0 0-4 16,0 0-2-16,0 0-1 15,0 0 0-15,0 0 0 16,0 0-1-16,0 3 1 16,4 10-2-16,5 23 0 15,-9-19 0-15,1 3 0 16,1 0 1-16,-1-3-1 16,0-2 1-16,0-4 1 15,-1 0-1-15,2-4 1 16,0-3 0-16,-1-1-1 15,-1-3 0-15,0 0-1 16,0 0 0-16,0 0-2 16,0 0 0-16,0 0-11 15,0 0-17-15,0 0-91 16,4 0-97-16</inkml:trace>
  <inkml:trace contextRef="#ctx0" brushRef="#br1" timeOffset="-27717.27">7989 12007 573 0,'0'0'230'0,"0"0"-144"0,-2 1-57 0,2-1-32 0,0 0-4 0,0 0 0 15,0 0 1-15,0 0 7 16,-1 0 19-16,0 0 33 16,0 0 13-16,0 0 11 15,0 0-12-15,1 0-32 16,0 0-14-16,0 0-16 15,0 2-3-15,1 1-1 16,0 2-2-16,1 2 0 16,8 24 1-16,-4-16 1 15,0 0 0-15,0 2 1 0,3 1 0 16,-5-2 0-16,4 0 0 16,-2-1 0-16,-2-2 0 15,2-2 0-15,-3-2 0 16,-1-2 1-16,2 0-1 15,-2-4 1-15,1 2 0 0,-3-2 0 16,0-3 2 0,-1 0 1-16,0-1 1 0,1 1 1 15,0-1 1-15,0 1-3 16,-1-1 0-16,0 0-2 16,0 0 1-16,0-2-1 15,-3-7 0-15,-7-23 0 16,9 22-1-16,-5-2 1 15,-1-2 0-15,2 3 0 16,-1-1-1-16,3 1 0 16,5 2 0-16,-6-2 2 15,3 2-1-15,-1 3 0 16,-1 0 0-16,4 2-1 16,-2 0 0-16,1 1-1 15,-3-3 1-15,1 4-1 16,0-5 1-16,2 5 1 15,0 1 0-15,1-1 1 16,0 3 0-16,0 0 1 16,0 0 0-16,0 0 5 0,0 0 4 15,0-1 9-15,0 0 4 16,-1 0 2-16,0 0-3 16,0 0-6-16,1 0-5 15,0 1-4-15,0 0-3 16,0 0-1-16,-1 0 1 15,0-1 2-15,0 1 3 0,1-1 4 16,-1 0 2-16,0 0 2 16,0 0-2-16,0 1-3 15,0 0-3-15,0 0-4 16,0-1-2-16,1 1-2 16,-1 0 0-16,-3 0 0 15,0 0-1-15,1 0-1 16,2 0-1-16,-1 0-1 15,-2 0 0-15,1 0-2 16,1 0 1-16,-1 6 1 16,-1 0 0-16,-22 19 0 15,21-21 3-15,2-2 1 16,0 4 1-16,1 0 0 16,0-3-1-16,-1 2-2 15,2 0-1-15,-2-2 0 0,0 2 0 16,2-2-1-1,-1 0 0-15,2-1-1 0,0-2-1 16,0 0-2-16,0 0-2 16,0 0-15-16,0 0-16 15,0 0-53-15,1 2-49 16</inkml:trace>
  <inkml:trace contextRef="#ctx0" brushRef="#br1" timeOffset="-27017.47">8011 12288 578 0,'1'0'262'0,"0"0"-73"0,-1-1-177 0,-1 0-23 0,0 0-29 0,0 0-3 0,0 0 6 0,0 0 13 15,1 1 48-15,0 0 18 16,0 0 24-16,0 0 6 0,-1 0-12 15,0 0-8-15,0 0-10 16,0 0-5-16,0 0-7 16,0 0-4-16,0 0-15 15,1 0-5-15,-1 0-5 16,0 0-1-16,0 0 0 16,0 0-3-16,0 0-3 15,0 0-1-15,1 0 1 16,0 0 2-16,0 0 4 15,13 0 0-15,25-12 0 16,-21 1 0-16,3-5 1 16,1 3 0-16,-3 0 0 15,0-1 0-15,-3 3 0 16,-1-2 0-16,-2 6 1 0,0 0-2 16,-3 5 1-1,-2-1-1-15,1 3-1 0,-3 1 0 16,-1 0-3-16,-1 5-8 15,-2-1-71-15,-1 3-85 16</inkml:trace>
  <inkml:trace contextRef="#ctx0" brushRef="#br0" timeOffset="-23331.09">6352 8046 197 0,'-2'0'73'0</inkml:trace>
  <inkml:trace contextRef="#ctx0" brushRef="#br0" timeOffset="-23199.51">6347 8010 143 0,'0'-1'73'0,"0"0"-21"16,0 1-51-16</inkml:trace>
  <inkml:trace contextRef="#ctx0" brushRef="#br0" timeOffset="-22799.9">6347 8008 126 0,'0'0'95'16,"0"0"8"-16,0 0-37 16,0 0-14-16,0 0-17 15,-1-1-4-15,0 0-7 16,0 0 2-16,1 1 5 16,0-1 1-16,0 0-6 15,0 0-9-15,0 1-11 0,0 0-4 16,0 0-2-16,0 0 0 15,0 0 0-15,0 0 0 16,0 0 0-16,0 0 0 16,3 1 0-16,2 1 1 15,3 2 0-15,22 15 1 16,-23-13-1-16,3 2 0 16,-4-1 0-16,2-1 0 15,1 0-1-15,-2-2 2 0,5 2 1 16,1 0 0-16,-3-1 0 15,0 2-1-15,1 1-1 16,-2-1 0-16,0 0 0 16,-1-1 0-16,-1 0 1 15,-2-2-1-15,-3-1 1 16,3 1 0-16,-3-4 0 16,1 2 0-16,-3-2-3 15,0 0-2-15,0 0-57 16,2 0-92-16</inkml:trace>
  <inkml:trace contextRef="#ctx0" brushRef="#br0" timeOffset="-21915.97">6488 8209 97 0,'-1'2'52'0,"1"-2"-10"0,0 0-20 0,-1-1 7 0,1 1 24 0,0 0 11 0,0 0 48 16,0 0 7-16,0 0-16 15,0 0-13-15,0 0-49 16,0-1-18-16,0 0-16 15,0 0-1-15,0 0 0 16,0 1 1-16,0-1 3 0,0 0 3 16,0 0 9-1,0 0 6-15,0 0 11 0,0 1 4 16,0 0-4-16,-1 0-7 16,0 0-12-16,0 0-7 15,0 0-6-15,0 0-2 16,1 0-1-16,-1 0 6 15,0 0 12-15,0-1 4 16,-1 0 3-16,1 1-5 16,-1-1-13-16,0 1-5 15,0 0-4-15,-3 0-2 0,2 0 1 16,1 0-1-16,-2 0 2 16,4 0 3-16,-3 0 14 15,1 0 6-15,1 0 5 16,1 0-1-16,-1 0-14 15,0 0-7-15,0 0-7 16,0 0-2-16,0 0-3 16,0 0 1-16,1 0 1 15,-1 0 0-15,1 0 1 16,0 0 0-16,0 0 1 16,7 2-2-16,26 9 0 15,-19-7 0-15,-3-1 0 16,1 2 1-16,-2-1 1 15,0-1 0-15,-1-2 1 16,-2 1 0-16,2 0-1 16,-1-1 0-16,0-1 0 0,-2 0 0 15,-2 0 0-15,-1-2-5 16,-1 2-31 0,-2 0-28-16,0 0-80 0,0 0-35 15,0 0-56-15,0 0-26 16</inkml:trace>
  <inkml:trace contextRef="#ctx0" brushRef="#br0" timeOffset="-21416.82">6608 8049 648 0,'1'0'231'0,"-1"-1"-207"0,3 2-48 0,-3-1-42 0,-1-1-5 0,0 1 16 0,0 0 19 0,1 0 67 16,0 0 28-16,0 0 34 0,-1 0 3 15,0 0-28-15,0 0-22 16,1 0-34-16,0 0-8 16,0 0-4-16,0 0-1 15,0 0 0-15,0 0 0 16,0 0 0-16,0 0 0 16,2 6 0-16,-1 1 1 15,10 23 0-15,-9-17 0 16,-1-1 0-16,-1 0 0 15,1 2 0-15,-1 2 0 0,-2 0 1 16,-2-1 1-16,1-3 0 16,1-1 1-16,-1-3 5 15,2 3 2-15,-3-5 1 16,1-2 0-16,-1 0-4 16,4-1-3-16,0 0-3 15,-2-3 0-15,2 0-4 16,0-1-26-16,0 0-139 15</inkml:trace>
  <inkml:trace contextRef="#ctx0" brushRef="#br0" timeOffset="-20418.51">6764 8213 419 0,'1'-1'151'0,"1"-5"-133"0,-1 4-85 0,-1 1-24 0,0 0-16 0,0 0 33 0,-1 1 110 15,0 0 52-15,0 0 77 16,0 0 11-16,0 0-42 16,0 0-24-16,-3 0-56 15,-2 0-23-15,1 1-24 16,-23 11-3-16,23-9-4 0,1 2 1 15,-2-1-1-15,0 0 0 16,1 3 0-16,2 0 0 16,0 0 1-16,1 0 1 15,0-1 0-15,0 1 0 16,1 2-1-16,-2 0 0 0,3-1 0 16,0 3 1-1,-1-3-1-15,2 3 0 0,0-2 0 16,0-2 1-16,0 0-2 15,0-2 1-15,1 1 0 16,0-1-1-16,3 2 0 16,0 0 0-16,1 1 1 15,-2-5-1-15,4 2 0 16,-1-3 1-16,0-2 0 16,2 5 1-16,-2-4 0 15,1-1 0-15,1 0 1 16,-2-4 0-16,1 1 0 15,2 1 0-15,-2-3 0 16,0 0 0-16,2-2 1 16,-3-1 0-16,4-2 2 15,-1 2-1-15,-3-2 1 0,3 2 0 16,-8 1-2-16,0-4 0 16,2 6-1-16,-4-1 0 15,4 0 21-15,-1 2 9 16,-1-2 13-16,2 2 4 15,-5-2-13-15,0 0-6 16,-5-2-6-16,3 0 3 16,3 4 3-16,-2-1 4 0,2 0 6 15,-5-1 1 1,0 0 1-16,1 0-2 0,-4-1-11 16,-1 1-8-16,-1 0-16 15,-2 4-15-15,-5 4-69 16,-3 5-53-16</inkml:trace>
  <inkml:trace contextRef="#ctx0" brushRef="#br2" timeOffset="4095.98">10533 12218 565 0,'-1'-3'257'0,"1"-3"-120"0,0 0-39 0,-1 0-51 0,-1 0-18 0,-2 0-21 0,0-1-5 16,5 3 0-16,-2-1 0 0,-1 2 2 16,1 1 5-16,-7 1-2 15,6 3-2-15,-3 2-4 16,1 3-2-16,0 3-1 15,-1 0 1-15,1 1 1 16,-2-1 0-16,3 1-1 16,-2-2 1-16,1 1-1 15,0 0 0-15,4 1 0 16,0-1 0-16,0 4 0 16,5 2 0-16,-1-1 0 15,-1 2 0-15,4-2-1 16,-1-3 0-16,0 4 0 15,2-5 0-15,3-1 1 16,0 2 0-16,2-10 0 16,1 4 1-16,-1-3 0 15,0-3 1-15,1-1 1 16,2-3 0-16,-2-3 0 16,0-4-1-16,0 1 1 0,0-2 0 15,0 0 0 1,-1 0 0-16,-1-3 1 0,-1 0 2 15,-3-2-1-15,0 0 1 16,-2 2-1-16,-1 0 0 16,-3 4 4-16,-1-1 3 15,-1 3 9-15,-2 0 8 0,-2 0 12 16,-1 0 1-16,-2 1-1 16,-1-3-5-16,1 4-13 15,0 0-4-15,-2-1-6 16,0 2-3-16,-1 0 0 15,-1-1-2-15,4 0-3 16,0 2 1-16,-2 0-5 16,1 0 1-16,-1 4-1 15,2 0 0-15,-2-1-1 16,2 2-1-16,2 3-15 16,-4-3-3-16,3 6-10 15,0 1-9-15,-1 1-3 16,1 3-9-16,4 2-32 15,3 5-35-15,4 2-181 16</inkml:trace>
  <inkml:trace contextRef="#ctx0" brushRef="#br2" timeOffset="5085.13">10940 12217 1079 0,'1'0'422'0,"-2"0"-245"0,1 1-196 0,-1-1-36 0,0 0-38 0,0 0-7 0,0 0 24 15,0 0 30-15,0 0 47 16,1 0 11-16,-3 12 2 16,0 30-2-16,6-18-11 15,1 6-1-15,0 3-13 16,-3-2-12-16,3 0-21 16,-2-4-3-16,1-2 9 15,0-3 11-15,-3-3 2 16,-2-6-20-16,-1-3-30 15,0-3-5-15,3-4 23 16,0-1 33-16,-5-6 57 0,3-1 29 16,-7-7 44-16,3 0 13 15,2-5-10-15,-5-4-20 16,5-3-38-16,-3-4-16 16,3-3-11-16,1-1 1 15,2-2-2-15,0-1-1 16,-1 0-7-16,2 2-3 15,1 0-6-15,-1 0-2 16,6 6-2-16,-3 1-1 16,4 5 0-16,2 1-1 0,-3 4 1 15,2 1 0-15,1 0 1 16,-1 6-1-16,3-1-2 16,1 3 0-16,1 1-4 15,5 6-1-15,-1 1-5 16,2 4-5-16,0 6-1 15,-2-1 2-15,0 3 7 16,-2 1 4-16,-1-1 5 16,0 1-1-16,0 1 1 15,-1 0-1-15,-3 1-1 16,-3-2-1-16,-6-2 1 16,0-1 2-16,-1-3 1 15,-2 2 0-15,2-1 0 16,-3 1 0-16,-3 0 0 0,-2 1 0 15,-2 1 2 1,-1-2-1-16,0 2 2 0,2 1 1 16,-1 0-2-16,-2 1 0 15,1 3-2 1,0-4 0-16,4 5-1 0,0-3 0 16,3-2 0-16,-1 1-1 15,2-2-5-15,3 2-2 16,2-1-2-16,-1-1 0 15,5-1 2-15,-2-1 3 16,4 0 1-16,0-1-1 0,4-1-1 16,1-1-1-16,4 0 0 15,2 2 1-15,0-3 3 16,1-1 1-16,-3 0 1 16,-1-4 0-16,2 1-4 15,-4 1-7-15,2-1-36 16,-3 0-37-16,-2 0-123 15</inkml:trace>
  <inkml:trace contextRef="#ctx0" brushRef="#br2" timeOffset="5562.33">11414 12332 805 0,'0'-3'323'0,"1"-1"-198"0,-1-1-84 0,0 5-38 0,0-1-3 0,0 0 0 0,0 0 0 0,0 0 4 15,0 0 6-15,0 0 2 16,0 1 0-16,6-2-4 16,3 0-4-16,23-1-4 15,-21 3-2-15,0 2-2 16,1-1-3-16,0-1-21 16,-1 1-18-16,1 1-71 15,-3-1-43-15</inkml:trace>
  <inkml:trace contextRef="#ctx0" brushRef="#br2" timeOffset="5862.07">11528 12449 639 0,'0'0'265'0,"-1"0"-146"16,1 1-77-16,-1-2-35 15,1 0 1-15,0 1 16 16,0-1 19-16,0 0 34 16,0 0 9-16,0 0-11 15,0 0-19-15,0 0-37 16,0 0-12-16,9-5-11 15,22-16-10-15,-15 18-37 16,-4-4-35-16,5-1-162 16</inkml:trace>
  <inkml:trace contextRef="#ctx0" brushRef="#br2" timeOffset="7479.28">12166 12149 463 0,'0'-2'204'0,"-1"2"-74"0,1-3-116 0,0 2-9 0,0 0-5 0,0 0 13 0,0 1 39 15,0-1 20-15,0 0 26 16,-1 0-7-16,0 0-25 16,0 0-13-16,0 0-13 15,0 1-1-15,1-1 5 16,-2-3 2-16,-3-5 5 16,-14-21 3-16,13 18-8 15,0 2-6-15,-1 0-13 16,-1 0-8-16,3 5-6 15,-4-4-1-15,2 6 1 16,2 3 0-16,-5-3-2 0,3 3-1 16,-2 2-6-16,-1-2 0 15,3 2-2-15,0 0-1 16,-1-1 1-16,2 3-2 16,0 0 0-16,-2 1-2 15,1 5-2-15,0 0 0 16,0 5 0-16,5 1 2 15,3 3-1-15,-3 0 0 16,3 0-4-16,-1-3-6 0,1-3-19 16,6 0-9-16,-3-7-13 15,2 0 1-15,0-4 11 16,1-2-3 0,5-4 14-16,-3-6 5 0,3 1 6 15,0-3 12-15,-1 3 4 16,4 3 1-16,-7 3 2 15,0 0-1-15,1 4 1 16,-1 2-2-16,-1 6 2 16,4 5 0-16,-3 4 1 15,-1 2 0-15,-1 4 0 16,-2 2 0-16,-2 2 0 16,-2 2 1-16,-2-2 0 15,-3 0 0-15,-3-4 1 16,0-2 0-16,-1-1 11 0,0-2 6 15,-1-3 13-15,-3 0 8 16,0-7 7-16,-4 1 2 16,1-3 1-16,-1-4-1 15,0-1-9-15,5-3-5 16,-1-6-11-16,-1-2-6 16,3-2-11-16,-6-3-5 15,6-1-16-15,1-3-12 16,5-6-38-16,4 2-26 0,4-4-101 15,5 2-138-15</inkml:trace>
  <inkml:trace contextRef="#ctx0" brushRef="#br2" timeOffset="7879.26">12339 12088 926 0,'0'-5'356'0,"-4"-4"-215"0,2 3-213 0,0-4-35 0,2 7 1 0,0 0 22 0,2 1 94 0,-2 1 47 15,0 0 28-15,-1 1 0 16,0 0-39-16,0 0-16 16,0 0-13-16,0 0-2 15,-3 6-3-15,-5 8-1 16,-11 27-5-16,15-21-1 16,-2 4-1-16,-1 1 1 15,2 5-1-15,1 3-1 16,2-1-3-16,3 2-1 0,4-3-12 15,2-1-14-15,5-6-58 16,4-1-51-16,1-6-199 16</inkml:trace>
  <inkml:trace contextRef="#ctx0" brushRef="#br2" timeOffset="12062.88">12623 12162 297 0,'-2'-3'126'0,"-3"-4"-56"0,3 3-66 0,-3-3-5 0,3 2 13 0,1 2 23 0,-1-2 48 0,2 5 16 16,0 0 6-16,-1-1-17 16,0 0-41-16,0 0-14 0,1 0-23 15,-1 0-6-15,0 0-6 16,0 1-3-16,0-1 0 15,0 1 1-15,0 0 2 16,1 0 1-16,-1 0 1 16,-5 2 0-16,2 1 0 15,-1 0 0-15,-22 27 0 16,23-21 0-16,-1 2-3 16,1 2 1-16,1 1-2 15,-2-1 0-15,4 2-1 16,0 1 1-16,1 0 1 15,2 0 1-15,1-4 0 16,0 0 0-16,0-2-18 16,-1-4-15-16,2-2-32 15,-1-3-3-15,2-1 15 16,1 1 17-16,0-3 33 0,3 0 5 16,0-4 2-1,-1-1 2-15,0-3 3 0,-2 0 0 16,-1-1 6-16,1-1 4 15,0-1 2-15,-1 1 5 16,0 2 6-16,-5-2 2 16,-1 4 2-16,-4 0 0 15,-1 0-11-15,3 2-8 16,0 1-25-16,2 3-25 16,-6 0-65-16,3 2-60 15</inkml:trace>
  <inkml:trace contextRef="#ctx0" brushRef="#br2" timeOffset="12444.869">12666 12084 558 0,'3'2'340'0,"-2"-3"-6"0,2 1-217 0,-3 0-119 0,0 0-9 0,0 0-1 0,11 5 2 16,21 16 2-16,-25-10 6 15,1 2 2 1,-1 3 0-16,3 1 1 0,-1 0 0 15,-1-2-1-15,-2 3 0 16,-3 1-6-16,-2 0-8 16,0 6-31-16,-1-2-11 15,-6 2-10-15,-3 0-9 16,-3-2 9-16,-1 2 5 0,-1-5-1 16,-2-1 0-1,3-1-37-15,-2-3-50 0</inkml:trace>
  <inkml:trace contextRef="#ctx0" brushRef="#br2" timeOffset="13128.79">12443 12141 429 0,'-2'0'212'0,"1"-1"-52"0,-1-1-123 0,2 1-23 0,0 0-13 0,0 1 0 0,-1 0 7 0,1 0 8 16,-1-1 18-16,0 1 11 15,1-1 14-15,-1 0-4 16,0 0-14-16,0 0-13 16,1 1-20-16,-1 0-5 15,0 0-3-15,0 6-2 16,1 13 1-16,-2 24 0 15,-1-17 1-15,-1 1 0 16,-1 3-1-16,4 1 0 16,-2-2-28-16,1-2-53 0</inkml:trace>
  <inkml:trace contextRef="#ctx0" brushRef="#br2" timeOffset="14011.52">12876 12256 734 0,'-1'-1'277'0,"2"0"-202"0,0-3-55 0,-1 4-20 0,0-1-1 0,0 0 7 0,0 0 18 0,0 0 31 15,0 0 9-15,0 0 0 16,0 0-17-16,0 0-30 15,5-3-12-15,2 2-13 16,21-25-9-16,-21 24-26 16,2 1-24-16,-1-1-77 15,2 3-59-15</inkml:trace>
  <inkml:trace contextRef="#ctx0" brushRef="#br2" timeOffset="14267.71">12869 12377 1003 0,'0'-5'408'0,"-1"1"-229"0,1-3-152 16,2-2-27-16,4 1-26 15,0-3-3-15,1 1 5 16,1 3 8-16,0 2-7 16,1 2-18-16,-1 0-75 15,2-1-69-15</inkml:trace>
  <inkml:trace contextRef="#ctx0" brushRef="#br2" timeOffset="14627.44">13154 12068 1045 0,'0'1'365'16,"1"1"-363"-16,0-1-79 0,-1-1-78 15,0 0 0-15,0 0 52 16,3 8 43-16,11 25 98 16,-13-20 12-16,1 2 3 15,0 0-14-15,0 1-25 16,-2-2-10-16,1 1-8 15,-1 1-11-15,0 0-25 16,0 1-15-16,-3-2-17 16,2-1-14-16,0-5-109 15</inkml:trace>
  <inkml:trace contextRef="#ctx0" brushRef="#br2" timeOffset="14977.7">13166 12209 489 0,'-2'-13'255'0,"-1"-15"-62"16,-3 1-33-16,1-2-45 0,2 2-20 16,2 6-32-1,0 0-10-15,0 7-24 0,1 4-9 16,0 2-17-16,0 4-2 16,-1 0-1-16,1 4 0 15,0 0 0-15,-1-1 0 16,1 1 1-16,-1 0 1 15,0 0 3-15,0 0 3 16,0 0 1-16,1 0 0 0,-9 6-3 16,-22 25-2-16,22-21-3 15,0 2-1-15,-1 4 0 16,2 3-1-16,0 1 0 16,0 1-1-16,3-2 0 15,-1-2-11-15,2-4-43 16,2 1-43-16,0-2-145 15</inkml:trace>
  <inkml:trace contextRef="#ctx0" brushRef="#br2" timeOffset="15427.31">13054 12400 758 0,'1'-1'284'0,"5"-2"-215"0,-4-7-74 0,6 3-60 0,-3-2-3 0,-1 3 11 0,3 4 20 0,-4-2 83 16,5 0 23-16,-2 0 35 15,3 0 4-15,3 0-28 16,-3-4-15-16,4-1-32 16,4 0-14-16,3 0-14 15,1 4-3-15,1 0-1 16,-1 0 0-16,1 1 0 15,-1-2 0-15,2 2-1 16,-1 1 0-16,-5-2 0 16,-2 3-1-16,-1 0 0 15,-1 0-1-15,-4 0-19 16,-1 2-14-16,-5 0-55 16,-4-1-57-16</inkml:trace>
  <inkml:trace contextRef="#ctx0" brushRef="#br3" timeOffset="35457.6">18904 7957 518 0,'-1'0'209'0,"0"-3"-129"0,0-2-18 0,1 4-12 0,-1 0-2 0,1 0 17 16,-1 0 11-16,0 0 15 15,0 1-1-15,-2-9-17 16,-4-20-9-16,4 22-13 15,0 0-4-15,3 1-7 0,-6 0-3 16,4 0-1-16,2 2-2 16,-5 0 1-16,4 4-2 15,-3 0-7-15,-4-4-3 16,4 4-7-16,-2 0-2 16,1 2-6-16,1 2-1 15,-3 0-3-15,-1-4-3 16,1 2-1-16,2 2 1 15,0 3-1-15,1 1 0 0,2 2-2 16,2 1 1 0,-4 0-1-16,1 3 1 15,-1 1 0-15,-3-1 1 0,2 4 0 16,1-2 0-16,0 3 0 16,0-2-1-16,2-1 1 15,0 1-1-15,0-3 0 16,1 1 0-16,1-2-1 15,-1-3 0-15,1-1-1 16,2 1-1-16,0-5-1 16,-1-1-4-16,2 0-3 15,-2-4-2-15,-1 0 2 16,0-1 2-16,0 0 4 16,11-5 2-16,24-21 3 15,-21 11 0-15,-2 0 1 16,-2-2 0-16,-1 1 1 15,-2 3 0-15,0 0 0 0,-2 2 1 16,0 1-2-16,-1 3 0 16,-4 3 0-16,2 0 0 15,-2 3-1-15,2 1-1 16,-2 0-2-16,0 0-1 16,0 0 1-16,0 1-1 15,0 0 2-15,0 0 0 0,0 0 0 16,0 0 0-16,2 3 0 15,1 3 0-15,2 4 1 16,13 22 0-16,-14-21 1 16,-2 1 0-16,-1 0 0 15,2-2 1-15,0-1-1 16,2 0 0-16,0-4-5 16,-5 0-3-16,0-1-2 15,1-1 1-15,-1-3 5 16,0 0 2-16,0-1 2 15,0 0 1-15,0 0 0 16,0 0 0-16,0 0 0 16,2-5 0-16,3-4 0 15,14-23 0-15,-11 20 0 16,-2 0 1-16,1 0-1 16,1 1 1-16,-1 3 0 15,-1-3-1-15,-1 7 0 16,-4-3 0-16,2 5 0 0,0 1 0 15,-1-1 0-15,-1 3-1 16,-1 0 1-16,0 0-1 16,0 0 0-16,0 0 0 15,0 0 1-15,0 0 0 16,0 0 0-16,0 1 0 16,5 6 0-16,12 22 0 0,-12-20 0 15,-1-2 0-15,1 2 0 16,0-1 0-16,-2 0 0 15,3-1 0-15,-1 1 0 16,-1 0 1-16,0 0-1 16,-1-2 1-16,-1 1-1 15,0-1 1-15,0 0-1 16,-2-1 0-16,1-2-1 16,0 2 0-16,0-4-10 15,-1-1-3-15,0 0-6 16,0 0-3-16,0-1 6 15,7-3 2-15,5-4 5 16,22-18 2-16,-17 11 6 16,-3 0 1-16,3 1 1 15,-2-2 0-15,1 1 0 16,-5 1 0-16,0-2 0 16,2 3 1-16,-6-1 1 0,5 0 1 15,-5 3 3-15,-1 0 2 16,-3 1 2-16,-2 3 3 15,-1 2 4-15,-1-1 3 16,-1 4 1-16,0-1-1 16,-4 1-4-16,5 3-3 15,-4 1-5-15,-1-2-1 16,2 3-3-16,-4-1-2 0,2 1-1 16,2 3 0-16,-2 1-1 15,-1 0 1-15,1 2-1 16,-1-1 0-16,0 3-2 15,1 1 1-15,-1 0 0 16,1 2 0-16,2 1 1 16,2 3-1-16,0-2 0 15,1 0 0-15,0-2-1 16,-1-3 0-16,5-1-3 16,2-1 0-16,-1-2-3 15,0-3 0-15,2-3 0 16,-1 0 1-16,1-2 2 15,5-1 0-15,1-2 1 16,-3-6 2-16,2-3 1 16,0-3 1-16,-4-1 0 15,3-1 1-15,0-3 1 0,-4 0-1 16,4-2 2-16,-2 0 0 16,-2-3 4-16,1-5 3 15,-3-1 8 1,-2-2 1-16,0 0 0 0,0 2 0 15,-2 4-3-15,-1 5 0 16,-1 7 0-16,-1 2 0 16,1 6-2-16,-1 3 0 0,1 2-7 15,0 4-3 1,1 0-5-16,1-1-4 0,-1 0 0 16,0 0 0-16,-3 17 3 15,-3 25 0-15,6-16 1 16,2 2-1-16,0 3 1 15,-1 4 1-15,4-2 0 16,-4 0 0-16,5-4 0 16,0-4 0-16,0-3-1 15,3-2 0-15,1-4 0 16,1 0-6-16,-2-4-18 16,-1-1-11-16,2-3-36 15,1-1-24-15,3-2-113 16,0-2-146-16</inkml:trace>
  <inkml:trace contextRef="#ctx0" brushRef="#br3" timeOffset="38640.14">20571 7835 293 0,'-2'-2'147'0,"0"-3"-45"0,-1-1-23 0,0 1-11 0,-3 0-1 0,0-1 20 0,0 2 5 0,-1-2 14 16,0 1 0-16,1 1-20 15,-3-1-15-15,0 1-33 16,3 3-10-16,-3 0-12 15,2 0 2-15,-2 1 8 16,-1 1 1-16,0 2-3 16,0 3-7-16,-1 2-13 15,3 2-2-15,0 0-1 0,0 1-1 16,0 2-1-16,2 2 0 16,1 3 0-16,1-2-1 15,1 3 1-15,1-1-1 16,-1-2-1-16,-1-1-5 15,4 0-15-15,2-4-7 16,2-1-13-16,3-1 3 16,-4-3 11-16,3-2 7 15,-1-3 13-15,0 0 3 0,2-4 0 16,-1-4-1-16,2-3-1 16,2-1 1-16,1-5 3 15,0 2 3-15,1 0 2 16,-2-2 2-16,0 2 0 15,-4-4 0-15,0 4-1 16,0 1-1-16,-3 3 0 16,1 3-1-16,-2 1 0 15,2 3 0-15,-2 1-1 16,-2-1 0-16,0 3 1 16,0 0-1-16,0 0 0 15,0 2 0-15,0 9 1 16,5 25-1-16,-5-21 1 15,2-1-1-15,1 2 0 16,-2-3 0-16,2 0 1 16,0-4 0-16,-1-1-1 0,1 0 1 15,0-3-1-15,1 2 0 16,-1-4 0-16,-1-2 0 16,1-3 0-16,-3 2 0 15,0-1 1-15,0-1 0 16,1-8 0-16,30-22 0 15,-24 20 1-15,1 2 2 16,-3-4 4-16,-1 0 1 16,2 1 0-16,2 2-1 0,-5 1-5 15,2 3-1-15,-2 3-1 16,0 0 0-16,3 5 1 16,-3-1 0-16,3 6 1 15,-3 3-1-15,4 3 0 16,0 1 0-16,-2 0 0 15,0-3-1-15,-1-1 0 16,2 3 0-16,3-2 1 16,-3-2-1-16,-2-1 0 15,1-5 0-15,-2-2 0 16,3 0 0-16,-1-2 2 16,0 0 1-16,-2-3 11 15,0-3 8-15,-1-3 12 16,2 0 6-16,0-3-2 15,-4-1-2-15,3 3-4 16,-3-2-3-16,0 4-6 16,1 3-6-16,-1 3-10 15,0 1-7-15,1 3-5 0,-1 0-3 16,0 0 1-16,0 0 2 16,0 0 2-16,5 9-1 15,26 23-8-15,-18-24-3 16,0-1-4-16,-1-4 1 15,5-1 3-15,-1-2 3 0,4 0 5 16,0-3 1 0,2-4 5-16,-1-1 1 0,0-4 0 15,0 3 2-15,-2-3 1 16,-2-2 0-16,-3 0 2 16,-3-5 2-16,-2 2 7 15,-1 2 4-15,-6 0 12 16,3 4 7-16,-5-2 11 15,-2-1 4-15,-2 3-2 16,-3-1-6-16,-5 5-18 16,-1 1-8-16,1 4-12 15,0 3-4-15,2 3-3 16,1 3-2-16,-5 2 0 16,1 1-1-16,0 4 1 15,0 1 0-15,4 6 1 0,2 2 0 16,2-2 0-16,3 2-1 15,1-6-1-15,0 0-4 16,3-2-7-16,1-4-5 16,3-2-8-16,2-4 0 15,0-6 5-15,3-2 4 16,3-7 7-16,0-3 2 16,3-5 1-16,1-3-1 15,-2-3 3-15,1-3 1 16,2-1 5-16,-5-2 1 0,-2 0 4 15,0 3 1-15,-6-1 2 16,-3 2 3 0,-3 4 8-16,-1 3 4 0,-4 6 8 15,2 2-3-15,0 5-7 16,0 1-8-16,0 4-13 16,4 3-3-16,-3 5-5 15,-1 3 1-15,4 6 3 16,-1 4 2-16,6 0 1 15,-2 3 1-15,4 2-9 16,0-1-8-16,0-1-24 16,1-2-20-16,-2-3-41 15,-2 0-55-15</inkml:trace>
  <inkml:trace contextRef="#ctx0" brushRef="#br3" timeOffset="39307.71">21452 7281 442 0,'0'-3'200'16,"3"-2"-91"-16,0-1-8 0,-3 2-16 0,3 0-8 0,-3-1 6 0,0 3 0 0,0-3 16 0,-3 2 7 15,1 0-7-15,1 2-12 16,1 1-35-16,-1 0-19 15,0 0-25-15,0 0-5 16,0 1-3-16,-5 12 1 16,-9 27 0-16,8-18 0 15,0 4 0-15,-4 1 0 0,-2 0 0 16,6 2 1 0,-4-3 1-16,1-2-1 0,1-7 1 15,0-1 0-15,1-4 13 16,1-2 5-16,2-2 3 15,0 0 2-15,-1-6-10 16,3 1-2-16,1-3-1 16,2 0 1-16,-1-1-1 15,1 0-2-15,0 0-5 16,-1 1-5-16,1-1-40 16,0 0-56-16</inkml:trace>
  <inkml:trace contextRef="#ctx0" brushRef="#br3" timeOffset="42511.17">18966 9650 369 0,'-2'-3'166'0,"2"2"-68"0,0 1-16 0,0-1-14 0,0 0 1 0,0 0 9 15,0 1 3-15,0-1 13 16,-1 0 0-16,0 0-17 16,0 0-11-16,1 0-22 15,0 0-10-15,0 1-7 16,0-1 4-16,0 0 10 0,0 0 5 16,-1 0 3-16,0 0-2 15,0 0-8-15,0 0-2 16,1 1-3-16,-1 0-2 15,0 0-3-15,0 0-4 16,-5 1-5-16,-2 10-4 16,-17 22-4-16,20-22-3 15,1 0 0-15,1 0 2 16,-1 1 1-16,-1 2-1 0,3-2-4 16,-5 0-2-1,1-2-2-15,1-1-2 0,-1 2 0 16,6-1 0-16,-1 1-1 15,-2 0 0-15,2-3 0 16,1 4 0-16,0-4-2 16,4 1 1-16,-2-1-1 15,3 0 1-15,0 3 0 16,-2-3-1-16,2 2 1 16,2-1 0-16,-1-2 0 15,0-1 1-15,-3-1-1 16,1 0 0-16,2-2 0 15,2 0-1-15,1-1 1 16,0 0 1-16,1 0-1 16,-2-2 1-16,3 0-1 0,-2-1 1 15,2-2-1-15,1-1 1 16,-1 0 0-16,1-1-1 16,0-1 1-16,1 0 0 15,0-1 1-15,-1 0 0 16,0-1 0-16,-1 0 0 15,1-1-1-15,1-1 0 0,0 0 1 16,-1 0-1-16,-1-2 1 16,0 1 0-16,-2 0 0 15,1 0 0-15,-3-2 0 16,0 2 0-16,-1-1 1 16,2 0-1-16,-2-1 1 15,2 0-1-15,-5 1 1 16,-1-1 1-16,0 1 0 15,-2-1 0-15,2 2 1 16,-2-1 0-16,1 4 0 16,0-1 0-16,-1 3 2 15,-2-1 1-15,-3 0 3 16,0 1 1-16,-1 0 0 16,1 1-1-16,1-1-3 15,-2 1-1-15,1 0-1 16,-2 2 0-16,1-1 0 0,-2 0-1 15,0 1 1-15,1-1 0 16,-1 3 0-16,0-1-1 16,0 0-1-16,-3 0 0 15,3 1-2-15,0 1 1 16,0 0-1-16,2 0 0 16,-1 0 1-16,-1-2-1 15,1 1 0-15,-1 1 0 16,2 0 0-16,-1 0-1 15,1 1 1-15,0 1-1 16,-1 0 0-16,1 1 0 0,0-1 1 16,0 1 0-16,0 0 0 15,2 1 0-15,-2-2 0 16,2 2 0-16,-2-1 0 16,0-1 0-16,0 3-1 15,1 0 0-15,1 1 0 16,-2-2 0-16,1 1 0 15,0 0-1-15,1 0 1 16,-3 0-19-16,1 2-37 16,-3 2-34-16,3 4-102 15,0 1-96-15</inkml:trace>
  <inkml:trace contextRef="#ctx0" brushRef="#br3" timeOffset="44540.24">20641 9557 682 0,'0'0'275'0,"-3"-2"-176"0,1 2-37 0,1 0-20 0,0-1-12 0,0 1 8 15,0-1 7-15,0 0 12 16,1 0 7-16,-6-1 1 15,6 1-5-15,-2 0-10 16,0 1-8-16,1-1-17 16,-1 0-8-16,1 0-10 15,-2 1-3-15,2 0-2 16,0 0 0-16,0 0 1 0,0 1 0 16,-1 10 0-16,-21 24 0 15,20-21-2-15,0 4 0 16,2 4 0-16,-1 1-1 15,2 3 1-15,0 0-1 16,0-1 1-16,0-4-1 0,2 0 1 16,-2-2-1-1,0-2 1-15,1 0 0 0,-2-2-1 16,0-2 1-16,1-1 0 16,-1-1 0-16,1-3 0 15,2-2-1-15,-2-4 1 16,2 2 0-16,-2-4 1 15,0 0 0-15,0 0 1 16,-1 0 3-16,0-1 3 16,0 0 2-16,0 0-1 15,0 0-2-15,1 0-4 16,-1-6-1-16,1-5 0 16,1-22 1-16,0 17 4 15,-1 2 1-15,0-4 1 16,0 0 0-16,0 0-4 15,0 0-2-15,3-1-2 16,-1-1 0-16,1 1 0 0,-2 0-1 16,-1 2 0-16,-1 1 1 15,1 1-1-15,0 2 1 16,0 2-1-16,-1 0 1 16,-1 1 1-16,0 1 0 15,-1 0 0-15,2 2 0 16,0 2 1-16,0 2 0 15,0 0 0-15,-2 0 0 0,1 1 1 16,1-2 0-16,-1 1 0 16,1 1 1-16,0 3 1 15,0-1-1-15,1 0 0 16,-1 0-1-16,0 0-2 16,0 0 0-16,0 0 2 15,0 0 2-15,0 1 4 16,0-1 1-16,1 0-1 15,-1 0-3-15,0 0-2 16,0 0-1-16,0 0 3 16,0 1 1-16,0-1 1 15,1 0-2-15,-3 0-3 16,0 1-1-16,-2 1-2 16,-1 1 1-16,1-1-2 15,-22 16 0-15,22-14 0 16,0 3 0-16,0-1 1 0,-3 0 0 15,0 1 3 1,1 1 0-16,-2 2 1 0,2-1 0 16,-2 1-1-16,0-3-1 15,1 1-2-15,0 0 0 16,0 1 0-16,3 1 1 16,-2-2 2-16,2 0 0 15,-4-3 0-15,2 0-1 0,5 1-2 16,-4-1-1-16,2 1 0 15,1-1-1-15,-4 0 0 16,4 0 0-16,3 0-3 16,-3-2-3-16,1 1-19 15,1-3-23-15,0 0-55 16,0 0-29-16,1 7-131 16</inkml:trace>
  <inkml:trace contextRef="#ctx0" brushRef="#br3" timeOffset="45339.53">20456 9992 219 0,'0'0'125'0,"-1"0"21"0,-2-2-49 0,2 1 22 0,0 0 7 0,0 1-6 0,0-1-9 0,0 0-23 16,0 0-6-16,-2-1-7 15,-3-1 3-15,-1-1 1 16,-21-11-1-16,21 11-11 15,5 2-14-15,-3-2-18 16,4 3-8-16,-4-2-7 16,0-1 0-16,1 4-2 15,-4-2-2-15,6 1-5 16,-5 0-2-16,7 1-2 16,0 0-1-16,0 0 1 0,0-1 0 15,0 1-2-15,0 0-1 16,0 0-4-16,0 0-1 15,1-1-1-15,4 1 1 16,5-1 0-16,22 1 0 16,-19 0 0-16,2-1 0 15,3 0 0-15,-1 0 0 16,2 1 0-16,1 0 0 16,1 3 1-16,1-2 0 15,1-1 1-15,1 1-1 16,0 0 0-16,0-1 1 0,-3 0-1 15,-3 0 0-15,-3 1 0 16,2 0 1-16,-3 0-1 16,0 0 0-16,-4 1 1 15,-1 0-1-15,0 0 1 16,-2-1 0-16,1 0-1 16,-2 1 0-16,-2-2-7 15,-1-1-8-15,-1-1-13 16,-2 2-15-16,0-1-50 15,-1 0-71-15</inkml:trace>
  <inkml:trace contextRef="#ctx0" brushRef="#br3" timeOffset="47174">22138 7650 423 0,'0'0'178'15,"-6"0"-100"-15,3 0-52 0,3 1-15 0,-6 0-9 0,3 0 3 0,-2 1 25 0,0-1 14 0,1 1 27 16,-4 0 6-16,4 1-21 15,2-1-13-15,-3 3-26 16,0 0-10-16,-2 0-5 16,2 2-1-16,1 1-1 15,0-2 0-15,1 5-1 16,-1-3 1-16,3 3-1 16,1 2 1-16,0-1 0 15,2 3 0-15,0-2 0 16,1-3-1-16,-1 1 1 15,5-1 0-15,-2-2 0 16,4 3 0-16,0-2 0 16,-5-1 0-16,3 0 0 15,-1-3-1-15,4 0-1 16,2-1 0-16,-2-3 0 16,1 0 2-16,-1-3 0 15,-2 0 1-15,2-6 2 16,-1 1 0-16,-1-1 0 0,-2-3 0 15,2 3-1 1,0-5 0-16,-2 0 1 0,2 1-1 16,-1-3 0-16,-1 3-1 15,1 0 1-15,-1 2 0 16,-3 1 1-16,1-2 1 16,-2 3 4-16,-1 0 7 0,-1 2 20 15,0 1 10-15,-1-2 17 16,-1 1 0-16,0 1-9 15,-2 0-4-15,1 2-8 16,-2 0-5-16,0-1-4 16,0 0-4-16,-2 2-6 15,0-3-2-15,-6 3-4 16,3-3-2-16,-2 1 0 16,3 2-1-16,4 1-3 15,-4 2-1-15,0 0-5 16,1 0 0-16,-3 1-4 15,-4-1 0-15,-2 1 0 16,-2 1 0-16,-2-1 0 16,3 0-1-16,2 2-17 15,0 0-20-15,2 5-57 16,3 1-35-16,0 0-78 0,1 2-74 16</inkml:trace>
  <inkml:trace contextRef="#ctx0" brushRef="#br3" timeOffset="48348.28">22389 7539 763 0,'-1'0'299'16,"-2"3"-190"-16,2-1-83 0,0-2-17 0,0 0-6 0,1 0-2 0,0 0 1 0,0 2-2 16,0 7 0-16,7 21 1 15,-4-17 0-15,1 1-1 0,1 5 0 16,1 0 0-16,1 0 0 16,3 3-1-16,1-1-1 15,-1 2-5-15,-1-1-8 16,0-3-15-16,0 1-5 15,-4-5 1-15,0 0 8 16,-3-4 17-16,0-4 6 16,-1-3 5-16,-1-1 4 15,2-2 21-15,-2-1 11 0,0-1 17 16,-1 0 7-16,0 0-5 16,0 0-1-16,-3-12-1 15,-28-25-2-15,19 19-1 16,0-1-1-16,0-5-2 15,-1-1-3-15,-1-3-6 16,2 1-1-16,0-3-10 16,3 6-3-16,2 4-10 15,3-1-5-15,4 8-8 16,-1-1-1-16,3-2-2 16,3 8 0-16,-1-3 0 15,2 0-2-15,2 6-1 16,-1-2 0-16,4 1 0 15,0 1-1-15,2 0 1 16,1 2 0-16,2 2-1 16,2 0 1-16,2 1 0 15,2 2 0-15,-4 1 0 0,2 1 0 16,-3 2-1-16,0 0-1 16,-3 3-4-16,0-1-1 15,0 2-1-15,-1-2-2 16,-1 2-1-16,-2 2-1 15,-5-2-1-15,-1 0 3 16,-2-2 5-16,1 1 4 0,-3 1 3 16,-2 0-1-16,-1 3 1 15,-4-2 0-15,1 2 0 16,-1 2 1-16,-4-4 1 16,2 2 1-16,0 0 2 15,-1-1 1-15,4 2-1 16,-6-3 0-16,2 1-2 15,2-1-1-15,-4 0-1 16,4 2 0-16,4-3 1 16,-2 2-1-16,2-4 0 15,1 2-1-15,1-1 0 16,3-1-1-16,3 0-1 16,3 1 0-16,1 0-1 15,2 1 0-15,3 2 0 16,-3-4 1-16,1 0 0 15,4-1 0-15,-1-2 1 16,4 3-1-16,3 0-4 16,1-1-3-16,1-2-7 0,-1 1-3 15,3-5-2-15,0 1 2 16,-1-1 5-16,1-1 1 16,-1 1-4-16,-3-4-3 15,1 2 0-15,-3 0-6 16,-3 1-35-16,0-3-40 15,-3-1-117-15,2 2-72 16</inkml:trace>
  <inkml:trace contextRef="#ctx0" brushRef="#br3" timeOffset="49390.15">22403 7853 267 0,'0'-1'168'0,"1"-3"2"0,1 2-98 0,-2 1-40 0,0 0-18 0,0 0-9 0,0 0 9 0,0 1 13 15,0-1 14-15,0 0 36 16,0 0 6-16,0 0 4 16,0 0-11-16,0 0-32 15,0 0-13-15,0 1-4 16,0-1 5-16,0 1 11 16,0 0 3-16,3 1-5 15,1 0-6-15,1 2-14 16,0 0-5-16,19 20-8 15,-18-14-2-15,0-1-3 16,-2 0 1-16,3 1 7 16,-5 2 1-16,3-3 2 15,1 2-1-15,-1 1-8 16,4 0-2-16,-4-1-1 16,-4-1 0-16,-1 2 0 15,0-2 1-15,0-1 0 0,5 2 0 16,-1-7-1-16,-3 0 2 15,0-1-2-15,-1-2 0 16,0 0 0-16,0 0-1 16,0 0-13-16,0 0-31 15,0 0-294-15</inkml:trace>
  <inkml:trace contextRef="#ctx0" brushRef="#br3" timeOffset="51773.32">13265 11971 156 0,'-1'0'51'0,"-1"0"-51"0,2-2-2 0,-1 2 4 0,0-1 9 0,0 0 41 16,1 0 26-16,-1 0 43 15,0 0 8-15,-1-3 2 0,-1-5-8 16,-9-20-23-16,8 20-7 15,2 1-31-15,0 1-12 16,0 1-18-16,1 1-6 16,0 2-6-16,0 0-1 15,1 2-4-15,0 0-3 0,0 1-9 16,0 0-3-16,0 0-2 16,6 3-1-16,12 0 1 15,21 36 0-15,-19-17 1 16,1 1 1-16,0-1 0 15,-4-5 1-15,-4-3 0 16,-1-5 1-16,-4-7 2 16,0-1 4-16,1-7 24 15,-3-4 14-15,2-12 11 16,3-5-3-16,3-11-24 16,3-7-13-16,1-2-13 15,-1-1-1-15,-1 4 0 16,-1 0-1-16,-3 8 1 15,1 2-1-15,-3 4 0 16,0 5-1-16,0 4 0 16,-2 3-1-16,-1 7-13 15,2 3-26-15,0 4-175 16</inkml:trace>
  <inkml:trace contextRef="#ctx0" brushRef="#br3" timeOffset="56038.18">15857 10220 238 0,'6'-5'97'0,"4"-5"-46"0,0 0-46 0,2 2 0 0,-1 0 13 0,-3 1 8 0,1 4 15 15,-2-1 3-15,-1 2-9 16,1 0-8-16,0-5-14 16,-2 3-4-16,3-1-3 15,3 3 0-15,-5 0-1 16,4 2 0-16,0 0-2 15,2 1-1-15,5-1 0 16,-1 0-1-16,3 2-3 16,1 2-2-16,1 0-1 15,0-1-1-15,3 1-2 16,0-2 0-16,3 4 0 16,2-1 0-16,-4 1 6 0,3 1 1 15,-1 1 1-15,-6-3 0 16,5 1 0-16,-4 0 0 15,4-1 1-15,3 3-1 16,-1-6 1-16,2 1 0 16,0-2 0-16,0-1-1 0,1 0 0 15,0 1 0-15,0-1 1 16,0 1 0-16,-5-1 3 16,0 0 1-16,-2 0 1 15,-2-1-1-15,6-1-1 16,-1-1-2-16,0 1-1 15,3 2 0-15,-4 0-1 16,1 0 1-16,1 2-1 16,3-2 0-16,-1-2 0 15,0-2 1-15,-1-1-1 16,-1-1 0-16,4 1-1 16,0 1 0-16,-1 0 1 15,2-1 0-15,1 1 0 16,-1-1 0-16,1-1 0 15,1 0 0-15,1 2 0 16,-2-2 0-16,0-1 0 0,-3 0 2 16,1 1 1-16,2 1 0 15,3 0 0-15,1 1 0 16,-1-1-3-16,0 2 0 16,-3 2 0-16,-1 1 1 15,-2-2-1-15,1 0 1 16,-2 0 1-16,-2-2 0 15,2 3 12-15,-2 0 2 0,1 1 1 16,0 0-1-16,1 0-13 16,2 3-1-16,-3 0-1 15,-4 0 0-15,-2 0 0 16,0 3 0-16,-2-5-1 16,2 2 2-16,0 0-1 15,-1-2 0-15,1 4 1 16,0-1-1-16,-2-3-1 15,1 3 1-15,0 0-1 16,1 1 0-16,-3 4 1 16,1-1 0-16,-3-1-1 15,2 1 1-15,0-3 0 16,0-2 0-16,4-1 1 16,-5-3 0-16,3 0-1 15,1 1 1-15,1-4 0 16,3 3 0-16,0-2 1 15,1 3-1-15,2 0 0 16,0-2-1-16,-2 2 0 0,0-3 0 16,-1 0 0-16,4 2 0 15,0 0-1-15,3-2 1 16,0-2 0-16,-3 1 0 16,3-1 0-16,-2 1 0 15,3 1 0-15,-2-2 0 0,4 0-1 16,-2 2 0-16,1 0 0 15,1 3 0-15,-4 0 0 16,-1 0 0-16,1 0 0 16,4 1 0-16,-3 1 1 15,3 0 0-15,0-2 2 16,-3-2 1-16,4 3 0 16,-2-4 11-16,3 3 13 15,-3 0 0-15,0-1 16 16,2 4 0-16,-5 0-6 15,3 0 16-15,-4 0 8 16,0-2-4-16,-2 1 2 16,-2 0-12-16,3 0-22 15,-4-2-6-15,4 0-7 16,-2 2-5-16,0 1 3 16,1 2 1-16,-2-1 0 15,-1-1-1-15,-3 5-7 16,1-4-1-16,-1 0-1 0,3 2 0 15,-2-6 0-15,1 3-1 16,0-3 9-16,-3 0 2 16,6 0 2-16,-2-1-1 15,1 1-7-15,-2-1-3 16,1 1-2-16,0 1 1 16,1 1-1-16,0-1 0 15,-2-1 0-15,3 0 0 0,-4-4 0 16,2 1 0-16,2-1-1 15,0-1 1-15,1 1 1 16,-1-1-1-16,2-1 0 16,-3-2 1-16,2 4-1 15,1 2-1-15,-3-2 0 16,2 4 0-16,0-2 0 16,-1-3 0-16,3 4 1 15,2-5 0-15,-3-1 0 16,1 1 0-16,0-1 0 15,-1 4 1-15,-1 1 4 16,0-3 0-16,-4 3 0 16,1 0 0-16,1 3-2 15,2-1 0-15,2 0 0 16,0 0 0-16,0-3-1 16,1 2-1-16,-1-3 0 15,-1 1-1-15,1 2 0 16,-5-1-1-16,-1 1 1 0,3 1-1 15,-4 0 1-15,4 0-1 16,0 0 1-16,-3-3-1 16,4-1 0-16,-1 0 0 15,1 1 0-15,2 1 0 16,-1-1 0-16,-1 0 0 16,-1 0 0-16,-2-1 0 15,-3 4 0-15,-1-2 0 0,5 1 0 16,-1-1 0-16,9 1 0 15,-3 1 0-15,-1 0 0 16,2-2 0-16,-4 1 1 16,2 3-1-16,-3-2 1 15,-1 1-1-15,3 0 0 16,-2-1 0-16,4 0 1 16,-1 3-1-16,0-3 0 15,2 1 1-15,-1-1-1 16,5-2 1-16,-2-1-1 15,-2 0 0-15,-1 0 0 16,0-1 0-16,4 1 0 16,-1 1 0-16,4-1 1 15,-1 2-1-15,0 1 0 0,1 0 0 16,-2 0 0-16,1-2 0 16,-3-3 0-16,2 0 0 15,4 1 0-15,-1-2 0 16,5 2 0-16,2 0 0 15,-2 0 0-15,0 0-1 16,-1-1 0-16,-1 1 0 16,0-1 0-16,2 0 1 15,2 2 0-15,-2-1 0 16,1 1 0-16,-3-1 1 0,0-2 0 16,1 0-1-16,-1 1 2 15,1 2 1-15,-2 0 7 16,-1 1 3-16,-5 2 2 15,-2-4-2-15,-3 2-6 16,-6-2-4-16,-4 1-6 16,-3 2-7-16,-4-2-25 15,1 1-23-15,-3-2-73 16,-1 0-66-16</inkml:trace>
  <inkml:trace contextRef="#ctx0" brushRef="#br3" timeOffset="57404.56">23904 9316 487 0,'0'0'183'0,"1"0"-133"0,-4-2-37 0,3 2-3 0,0 0 9 0,-1 0 41 0,0 0 21 0,0 0 24 15,0 0 9-15,0 0-11 16,0 0-11-16,1 0-17 15,-1 0-13-15,0 0-28 16,0 0-11-16,0 0-20 16,0 0-4-16,-1 3-4 15,2 4 1-15,1 4 2 16,17 22 2-16,-4-24-1 16,-3-2 0-16,2 1 0 15,-1-2 0-15,-3-1 0 16,4 2 1-16,-2-6 0 0,1 0 0 15,-2-4 3-15,0-2 3 16,1-5 2-16,0-8 2 16,5-10-3-16,3-8-2 15,7-6-3-15,3-4-2 16,1 1 0-16,1-1 1 16,-4 2-1-16,-2 1 1 15,-1 1 0-15,-5 0 0 0,-1 5-1 16,0 3-5-16,-2 10-7 15,0 6-8-15,-9 7-11 16,-1 5-4-16,-4 3-1 16,-2 3 3-16,2 1 7 15,-2-1-5-15,0 0-40 16,0 0-50-16</inkml:trace>
  <inkml:trace contextRef="#ctx0" brushRef="#br3" timeOffset="63988.3">15401 11438 124 0,'0'0'86'0,"-2"-1"8"0,2 0-22 0,0 1-30 0,-1-1-12 0,0 0-11 16,1 0 3-16,0 0 22 0,-1 1 10 16,0-1 14-16,0 0 1 15,0 0-11-15,1 0-7 16,-1 0-17-16,1 0-9 15,0 1-16-15,0-1-5 16,0-2-4-16,0 1-1 16,0 1 0-16,0-1 0 15,1 1 0-15,5-4 0 0,26-12 1 16,-20 19 0 0,3 2-1-16,2 1 1 15,2 1 0-15,2 1 0 0,1 0 0 16,1 1 0-16,0-1 0 15,-2 0 0-15,-1-1 0 16,-1-1 0-16,-1 1 1 16,-1-1-1-16,-2-3 1 15,-3 3 1-15,-1-4 0 16,-2 1 1-16,-1 2 2 16,0 0 0-16,-1-1 0 15,0 0-1-15,-2-3-2 16,-2 0-1-16,1-1-1 15,0 0-1-15,-1-1-23 16,-3 2-33-16,0-1-172 16</inkml:trace>
  <inkml:trace contextRef="#ctx0" brushRef="#br3" timeOffset="64722.09">15821 11357 740 0,'-1'-2'317'0,"0"2"-155"0,0-1-87 0,1 1-52 0,0 0-3 0,-1 0-11 0,1 0 4 0,0 0 21 15,0 0 9-15,0 0 14 16,0-1-6-16,-1 0-21 16,1 0-13-16,0 0-17 15,0 1-2-15,0 0-2 0,0 0 0 16,11 5 3-16,26 14-1 16,-19-11-1-16,-1 0-4 15,2-1-8-15,-1 0-1 16,-1-2-1-16,-3-1 4 15,-1 1 7-15,-3-2 3 16,-1 2 3-16,3 0 0 16,-4-3 2-16,-2 1-1 0,-3-1 0 15,-1-1 0-15,-2 0 0 16,0-1-1-16,0 0 1 16,0 0 0-16,-1 0 0 15,-2 7 0-15,-4 6 0 16,-17 24-1-16,16-15 0 15,0 0 1-15,-3-2 1 16,-3 1 0-16,-4-1 0 16,1 1 0-16,1-4-1 15,2 2 0-15,0-3 0 16,4-2 0-16,-1-3 0 16,3-4 1-16,2-2-2 15,0-2 0-15,5 2 1 16,0 1-17-16,1-2-87 15,0 2-87-15</inkml:trace>
  <inkml:trace contextRef="#ctx0" brushRef="#br3" timeOffset="77085.55">1018 10805 5 0,'0'-3'1'0,"-5"0"0"0,1 0 8 0,1 0 31 0,-2-1 9 0,0 1 10 0,0 0-5 0,0 0-23 16,0 1-1-16,0-2 0 16,2 1 0-16,0 0-4 15,2-3-8-15,0 3-11 16,0 0-1-16,-1 1 20 16,1 1 17-16,0 0 22 15,0 0 7-15,0 0-7 16,1 1-10-16,-1 0-10 15,0 0-1-15,0 0-9 16,0 0-5-16,0 0-12 16,0 0-5-16,1 0-6 15,-1 0 1-15,1 10 1 0,2 24 2 16,2-17 1-16,-2 1-1 16,4 5-1-1,0 4-2-15,1 1-4 0,-1-1 0 16,0 2-2-16,-1-1 0 15,-2 3 1-15,3-1-1 16,-5-2 0-16,2-2-1 16,-1-2 1-16,-1-1-1 15,2-3 0-15,-1-1 1 16,-2-8 1-16,0 0 0 0,-2-7 1 16,-1-1 2-16,2-3 18 15,1 0 2-15,-1-1 2 16,0 0-3-16,0 0-17 15,-8-21-4-15,-2-30-3 16,10 17-1-16,1-3 0 16,-1-1 0-16,0 1 0 15,1 3 0-15,0 2 2 16,0 3 0-16,-2 2 5 16,-1 0 6-16,1 7 7 15,-1 1 3-15,0 9-1 16,3 4-3-16,-3 4 0 15,3 3-1-15,-2 2-4 16,1-2-3-16,1 0-9 16,-5 13-2-16,-6 34-1 15,8-18 0-15,-2 1 1 0,1 2 0 16,-1 3 0-16,0 0 0 16,4 1 0-16,1 2 0 15,0-1 0-15,0-5 0 16,0-3 0-16,0-5 0 15,-1-6 2-15,-1-4-1 0,0-9 2 16,1-1 2 0,-1-4 4-16,-1-5 0 15,1-4-1-15,1-7-3 0,-2-16-3 16,3 0-1-16,0-9 0 16,0-1 1-16,0 2 2 15,1 3 2-15,0 3 4 16,0 4 2-16,1 6 2 15,-2 4-1-15,1 7-4 16,1 5-2-16,0 4-4 16,-2 3-2-16,1 1-3 15,-1 0 0-15,0 0-1 16,0 7 1-16,0 16 2 16,0 29 0-16,1-20 1 15,2 2-1-15,2-1 0 16,0 4 0-16,0-4 0 15,-2-3 0-15,-1-8 1 16,-1-3 0-16,0-9 0 16,-1-3 0-16,0-3 1 15,1-4 2-15,-2-4 0 16,1 3-1-16,0-4-1 0,0-17-2 16,2-28 1-16,2 17 0 15,0-2-1-15,0 1 1 16,1 2 0-16,-2 5-1 15,1 7 1-15,-1 4-1 0,-1 4 1 16,-1 2-1-16,-1 5 0 16,0 2 0-16,1 3-2 15,-1 0-1-15,0 0-1 16,0 0-1-16,2 11 2 16,9 32 1-16,-6-20 2 15,-3 1 0-15,1 0-1 16,-2 0 1-16,3-4 0 15,-4-5 0-15,1-5 1 16,-1-5 1-16,-2-4 4 16,0-2 1-16,1 0-1 15,1 0-2-15,-1 1-4 16,-4-17 0-16,-7-27 0 16,8 22 0-16,1-4 0 15,0 0 2-15,-1 1 1 16,-2 0 0-16,-1-1 5 15,1 1 0-15,-1-1 6 16,1 0 3-16,0 7-2 0,0 0 1 16,1 6-5-16,-1 3-1 15,2 4 0-15,-1 1 3 16,-1 4 1-16,2 0 1 16,-4 1-5-16,3 2-4 15,-2 2-5-15,-1 2-1 0,1 3 0 16,-4 1 0-16,0 3 0 15,0 1 0-15,-2 2 1 16,0-1-1-16,-3 1 1 16,2 1 0-16,-5-2-1 15,3-1 1-15,4 0-1 16,-2 1 0-16,7-2 0 16,-1-2 0-16,1-1 0 15,1-3 0-15,-1-1 0 16,2-1-1-16,2-2-1 15,3 2 0-15,-2-3-2 16,3 1-2-16,-1-3 1 16,0 0 0-16,0 0 1 15,0-1 1-15,9-2 1 16,24-10 0-16,-14 4 1 16,1-5 1-16,3 0 0 15,-1-3 0-15,-4-3 0 16,4 4 0-16,-2-2 0 15,-2 3-1-15,-1 3 1 0,-3 1 0 16,-3 3 0-16,0 2 0 16,-4 0 0-16,-1 0 1 15,-1 3 0-15,-2-1-1 16,-1 3 0-16,0 0 0 16,-2 1-2-16,0 0 0 15,0 0 0-15,0 0 0 0,0 0 0 16,2 9 1-16,5 27 0 15,-7-21 0-15,1 5 0 16,1 3 0-16,1 0 1 16,-1 4 0-16,2-2 0 15,-1 3 0-15,1 3 0 16,0 0-1-16,-1-1 1 16,-1-1 0-16,-1-3 1 15,1-1-1-15,-1 0 0 16,3-3 0-16,-1-1 0 15,2-3 0-15,-2-1 0 16,2 0 0-16,-1-5 0 16,-3 0 0-16,2-4 0 15,0-1 1-15,-3-1 0 16,1-2-1-16,0-1 0 0,0-1 0 16,-1-2 0-16,0-1 0 15,0 1 0-15,0 0 0 16,0 0 0-16,0 0 1 15,0-1-1-15,0 0 0 16,0 0 2-16,0 0-1 16,0 0 2-16,0 0-1 15,0 1 1-15,0-1-1 16,-1 0 1-16,0 0 1 16,0 0 1-16,-4-1 2 0,-7-3 6 15,-19-21 4-15,20 23 5 16,-1-1 3-16,-2 6 1 15,-2-2-1-15,0 1-2 16,-1 0-2-16,1 1-4 16,-1 2-3-16,-1-1-3 15,-1 2-1-15,2-2-3 16,2 2-2-16,5 1-3 16,1-3-2-16,3 3-2 15,1-2-1-15,3 1-1 16,0 0-1-16,2-2-1 15,-3-1 0-15,4 1 1 16,-1-3 0-16,0 0 1 16,6 0 1-16,13 1 2 0,26 0-1 15,-17-8 1 1,-1-3 0-16,3 1 0 0,1 0 0 16,1 1 0-16,0 4 1 15,-6-6 0 1,-3 2 0-16,-3-1 0 0,-6-1 0 15,-3 6 0-15,-2-6 1 16,-5 3-1-16,0 3 1 16,-1 0 0-16,1 5 1 15,-4-2 1-15,0 0 0 0,0 0 1 16,-1 0-2-16,0 0 0 16,0 1-1-16,0 0-1 15,-3 2 1-15,-13 4 1 16,-22 9 0-16,14-9 2 15,-1 2 1-15,-4-1 1 16,1 4 1-16,-1-6-1 16,4 1-1-16,2-6-1 15,1 1-2-15,6 1-1 16,2-2-1-16,7 5-1 16,2-3-2-16,2 1-4 15,0 0 0-15,4-1-2 16,4 2 1-16,3-1 2 15,4 1 0-15,3-1 3 16,1-2-1-16,6-1 2 0,3-1 1 16,7-5-1-16,4 1 2 15,2-2-1-15,5-1 1 16,-7 1-1-16,0-2 1 16,-5-2-1-16,-6 4 0 15,-1-4 0-15,-5 3 1 16,0 0 0-16,-2-1 0 15,-4 4 0-15,-2-1 1 16,-6 2-1-16,1 4 0 16,-4 0 1-16,-1 0 0 0,-1 0 1 15,0 0 0-15,0 0 0 16,0 0 0-16,0 0-2 16,-12 3 0-16,-24 27-37 15,21-21-32-15,-2 1-129 16</inkml:trace>
  <inkml:trace contextRef="#ctx0" brushRef="#br3" timeOffset="84717.37">13296 10353 359 0,'1'0'155'0,"1"1"-82"0,2 1-49 0,-4-2-7 0,0 0-14 0,0 0-2 0,0 0 8 0,0-1 18 0,0 0 28 16,0 0 9-16,0 0 2 15,0 1-18-15,3 0-27 16,-2 0-9-16,2 0-10 16,1 0-1-16,1 2-1 15,-1 0 0-15,2 1 1 16,21 24 0-16,-22-16 13 15,1 3 7-15,-1 2 8 16,-1 4 1-16,0 2-10 0,1 0-7 16,-3 4-8-16,1-5-1 15,0 3 0-15,-1 3 1 16,3 3 5-16,-5-1 7 16,2 1 12-16,-2 1 2 0,-1 2-3 15,3 5-6-15,-2 1-14 16,1 3-3-16,0-1-3 15,-1 1-1-15,0 1 1 16,1 0 0-16,-1 5 0 16,0-1 2-16,-2 4 0 15,-2-4 1-15,4 0-1 16,0-4 3-16,3 1 0 16,-1 4 1-16,-2-1-1 15,-1 5-2-15,-1-3-2 16,2 0 0-16,0-1-2 15,6 0 0-15,-4-1 0 16,-2 1-1-16,2 4 0 16,0-1 0-16,0 0 0 15,2-3 0-15,1-4 1 16,-3-3 0-16,2 1 1 0,-1 0-1 16,1-1-1-16,1 1 0 15,1-1 0 1,6 3-1-16,-3-3 1 0,-3-2 0 15,-2-2 0-15,-1-1 1 16,3 3 0-16,1 2-1 16,3 2 1-16,1 0 1 15,-2-4 0-15,0-2 0 0,-1-4 0 16,-1 3-1-16,-1-3-1 16,0 1 0-16,1 0 0 15,-2-4-10-15,-1-1-15 16,2-3-26-16,-4-5-224 15</inkml:trace>
  <inkml:trace contextRef="#ctx0" brushRef="#br3" timeOffset="85703.72">13261 10397 371 0,'-1'-7'163'0,"0"-6"-84"0,-1-3-39 0,1 1-35 0,0 0-5 0,0 0 0 0,1 3 0 0,0 2 29 15,0-1 24-15,0 5 34 16,1-1 10-16,-1 3-18 0,-2 0-21 15,2 0-31-15,0 0-11 16,-1 3-12-16,1 1-4 16,0 0-4-16,0 0 0 15,0 0 1-15,0 0 2 16,0 10 1-16,3 27-1 16,-2-17-1-16,1 6-18 15,-1 4-72-15,2 4-53 16</inkml:trace>
  <inkml:trace contextRef="#ctx0" brushRef="#br3" timeOffset="86302.18">13317 10263 875 0,'0'0'311'0,"-1"0"-265"0,1 0-50 0,0 0-33 0,0 0-3 0,0 0 3 15,0 0 8-15,2 15 25 16,1 25 4-16,-3-14-17 16,0 3-55-16</inkml:trace>
  <inkml:trace contextRef="#ctx0" brushRef="#br3" timeOffset="87900.959">14415 10250 477 0,'0'0'279'0,"0"-2"-14"0,0-1-122 0,0 2-80 0,0 1-9 0,0-1-20 0,0 0-5 0,-1 0 3 0,0 0 6 16,0 0 6-16,0 0-1 16,1 1-19-16,0 0-10 15,-1 0-13-15,0 0-2 16,1 0-3-16,-1 4 1 15,0 11 1-15,-1 27 0 16,3-12-1-16,2 8-1 0,-1 10-16 16,2 3-7-16,2 8-8 15,1 0-1-15,-2 3 12 16,0 3 6-16,0 1 10 16,0-2 2-16,1-3 5 15,3 0 1-15,-2-4 0 16,-4 0 0-16,3 2 0 15,-6-5 0-15,2-4 3 16,4-2 0-16,-1-5 2 16,0 3-1-16,-3 3-1 15,2 2-1-15,-4 4-2 16,0-2 1-16,3 0 0 16,1 2 1-16,0-5 12 15,1 3 3-15,-3-2 1 16,-2-1 0-16,-1-1-11 15,0-4-4-15,2-1-3 0,-1-2 0 16,4 0 0-16,-4-1 1 16,0-3 0-16,-2-1 1 15,2 1-1-15,1 0 0 16,0 0 0-16,6-3 0 16,-8-5 1-16,1 3 1 15,2-2 4-15,-2 1 1 16,1 1 2-16,-3-4 0 0,0-2-2 15,-1-3-2-15,3-1-3 16,-1 0-3-16,0-1-4 16,2 1-12-16,0-5-47 15,1 0-54-15</inkml:trace>
  <inkml:trace contextRef="#ctx0" brushRef="#br3" timeOffset="88986.26">10385 11187 869 0,'3'-3'298'0,"5"-6"-269"0,0-2-34 0,9-2-5 0,4-1-1 0,5-2-7 0,3 5-1 0,2 1 4 15,-2 1 3-15,5 5 9 16,5-1 2-16,7 4 0 16,7 1 0-16,11 0 0 15,1 1 0-15,10 1 0 16,2-2 0-16,5 0 0 16,2-3-9-16,10 3-30 15,3 0-30-15,0 4-83 16,6 3-16-16,-3 2 24 15,3 1 30-15,-7-2 84 16,4-3 34-16,-4-6 33 16,0-2 10-16,2-4 15 15,2 1-3-15,1 1-17 16,-2-2-8-16,3 3-15 0,-4-2-7 16,2-1-22-1,-5 1-5-15,1-1 0 0,-1 2 4 16,-3 0 24-16,3 4 3 15,-5 1 0-15,-1 0-3 16,-6 2-19-16,0-1-3 16,-7-3 0-16,0-1 1 15,-5-3 9-15,-4 2 1 0,-2 1 0 16,-5 3-1-16,-6 1 1 16,-1 1 0-16,-6 4 0 15,-2-1 0-15,-5 4-1 16,-5 0 0-16,-4 0 0 15,-3-1-1-15,-4 2-8 16,-6-2-25-16</inkml:trace>
  <inkml:trace contextRef="#ctx0" brushRef="#br3" timeOffset="89866.72">10400 11840 1264 0,'3'0'427'0,"9"-2"-397"0,8-2-50 0,13-3-17 16,5-4 4-16,8-1-11 0,0 0-3 0,6 3 13 0,4 3 7 15,8 6 22-15,4 0 4 16,8 0 1-16,8 0 0 16,11-1 0-16,6 1 2 15,12 0-25-15,5 0-19 16,4 0-41-16,0-6-14 0,5-2 18 15,-1-3 13 1,1-1 9-16,2 0 5 0,-2 1 4 16,0 1 5-16,-1 3 34 15,0-2 8-15,3 6 3 16,-2-2 1-16,-3 2 11 16,2-1 8-16,-6-3 5 15,2-2-2-15,-1-2-12 16,-5-4-13-16,0 1-13 15,-4 1 0-15,-9 5 3 16,0 3 7-16,-10 5 18 16,-1 0 12-16,-9 5 15 15,-6 1 2-15,-6 1-11 16,-6 2-10-16,-8 3-17 16,-1-2-3-16,-6 0-1 15,-5 0 0-15,-9-3-1 16,-5 5 1-16,-10-3-1 15,0 2-1-15,-6 1 0 16,-3-4-7-16,-2 1-36 0,-7-2-40 16</inkml:trace>
  <inkml:trace contextRef="#ctx0" brushRef="#br3" timeOffset="90667.76">10175 13161 1051 0,'1'1'411'0,"3"-2"-293"0,9-2-104 0,12-8-57 0,7 0 10 0,19-7 29 0,2-1 4 16,18 3 0-16,2-4 0 15,14 5 1-15,8 2 0 16,7-2 0-16,9 0 1 0,13-6-1 15,2 0 0 1,13-5 0-16,6 0 0 0,2-3-1 16,5 0 0-16,0 2-1 15,-4 1-1-15,-3 0 2 16,-2 2 0-16,0 0 1 16,-2-1 0-16,-2 2 0 15,-3 2-1-15,-2 3 0 16,0 0 0-16,-4 3 1 15,-1-3-1-15,-4-1 1 16,-5 0 1-16,-8-1 0 16,-4 2 0-16,-10 5 0 15,-4 2-1-15,-5 8 0 16,-5 3 1-16,-1 2-1 0,-4 3 0 16,-6 0 1-16,-1 2-2 15,-8-3 1-15,-4 0 0 16,-5 0-1-16,-5-4 0 15,-8 2-1-15,-7-3 0 16,-9 2 1-16,-7 3 0 16,-4 0 1-16,-2 4 0 15,-5-2-2-15,-1 1-5 16,-6-1-45-16,2-1-46 0</inkml:trace>
  <inkml:trace contextRef="#ctx0" brushRef="#br3" timeOffset="120047.75">5750 7966 187 0,'1'-3'97'15,"-1"-5"-30"-15,0-3-19 0,0 1-18 0,-2 0-4 0,2 0 6 0,1 4 7 16,-1-4 8-16,1 3-6 16,-1 0-5-16,-4-3 3 15,3 6 4-15,1 1 8 16,-3 0 1-16,3 3-4 16,0 0-11-16,0-1-7 0,0 1-19 15,-1 0-6 1,1 0-5-16,0 0-2 0,0 5 2 15,4 12 0-15,6 23 0 16,-7-21 0-16,5 3 0 16,3 1 0-16,-1 2 1 15,1 0-1-15,-2 1 0 16,-6 0 0-16,8 0 0 16,-3 4 0-16,4-4 0 15,1-2 0-15,-8-6 0 16,0-6 1-16,-3-2 0 15,-1-3 0-15,0-2 2 16,3-2 1-16,-5-4 9 16,-1-5 5-16,1 1 6 15,0-6 0-15,0-5-1 16,-3-3 2-16,-4-8 6 0,0-2 3 16,-2-3-2-16,2 1-5 15,1 2-7-15,1 1-1 16,-3 1 0-16,3 1-1 15,-4 2-5-15,0 1-4 16,5 7-6-16,-1 4 0 16,2 6-2-16,3 3-2 15,1 4-5-15,-1 2-2 16,1-3 0-16,0 0 2 16,1 16 4-16,7 27 1 0,-3-16 0 15,5 1 1-15,-1 4-2 16,3 1 1-16,0 0-2 15,-7 0-1-15,2-1 1 16,0-1-1-16,-2-5 3 16,-3-7 1-16,1-6 0 15,-1-5 0-15,-2-7 3 16,2 2 1-16,-4-5 2 16,1 1 0-16,0 0 0 15,0-7-1-15,-10-40-1 16,2 19 3-16,3-6 2 15,1-2 0-15,4-1-2 16,-5-2-2-16,5 5-2 16,-5 2-2-16,0 5 1 15,5 5 0-15,-1 4-1 16,4 6 0-16,-2 5-1 0,2 3-3 16,-3 2-2-16,0 7-2 15,6 8 1-15,-1 1 2 16,4 13 3-16,0-3 1 15,-2 5 0-15,2 1 0 16,1-1 0-16,1 0 0 16,-4-4 1-16,0-4-1 15,-2-1 0-15,-1-1-1 0,5-3 0 16,-3-1-3-16,1 1-63 16,-1 0-91-16</inkml:trace>
  <inkml:trace contextRef="#ctx0" brushRef="#br1" timeOffset="154042.63">6808 13029 573 0,'-4'-2'217'0,"-1"-2"-162"0,-1 1-28 0,0-1-17 0,1 0-11 0,-1 2-6 15,0-2 3-15,-2 1 20 16,1 3 16-16,-2-1 19 16,0 1 4-16,-1-1 10 15,-1 0-2-15,2 1-5 16,0 1-6-16,4 1-23 15,0-2-10-15,2 0-12 0,2 0-2 16,0 0-2-16,0 0-1 16,0 0-1-16,0 0-1 15,1 0 0-15,0 0-1 16,0 0 0-16,0 0 0 16,0 0 1-16,0 0 0 15,0 0 1-15,1 0 1 16,9 0 3-16,23 0 0 0,-22-6 0 15,1-2 0 1,2 1-2-16,-1-3-1 16,4 2-1-16,2 0-1 0,0 0 0 15,-2 3-11-15,0 0-59 16,-1 1-51-16,-4 3-128 16</inkml:trace>
  <inkml:trace contextRef="#ctx0" brushRef="#br1" timeOffset="154549.51">7145 12773 826 0,'0'0'345'0,"0"-1"-188"0,0-1-103 0,0 2-54 0,0 0 0 0,0 0-2 0,0 0 1 0,0 0 1 16,0 0 1-16,0 0 3 15,0 6 1-15,1 11 0 16,2 21 0-16,-1-20-3 15,0 2-1-15,3 0-1 16,-2 2 0-16,2 1-3 16,0-1-9-16,-3-1-22 15,5-2-9-15,-1-2-20 16,1-1-9-16,-1-3-43 16,-2 0-40-16</inkml:trace>
  <inkml:trace contextRef="#ctx0" brushRef="#br1" timeOffset="155109.47">7366 12877 661 0,'-2'0'288'16,"-2"-1"-108"-16,1 1-149 16,2 0-9-16,1 0-18 15,-1 0-6-15,0 0-5 16,0 0 0-16,0 0 10 16,-1 0 6-16,-5 1 5 15,0 2 2-15,-19 15-4 16,20-12-4-16,3 2-7 15,3 0-1-15,0 3-3 16,5 2-1-16,-1-1-8 16,1 2-6-16,2 0-16 15,0-1-9-15,3 0-10 16,1 0 3-16,-1-3 17 0,-2-2 11 16,-2-7 26-16,0 0 14 15,0-5 11 1,1-3 1-16,0-3-4 0,1-5-8 15,-2-3-8-15,0-3-1 16,-2 1 2-16,-2-1 3 16,-2 1 14-16,-2 2 14 15,-2 0 24-15,-2 2 6 0,-1 5 0 16,-1-2-7-16,0 5-18 16,1 2-9-16,-1-1-30 15,1 2-12-15,1 5-38 16,-1 1-29-16,3 6-53 15,1 5-24-15,0-1-91 16</inkml:trace>
  <inkml:trace contextRef="#ctx0" brushRef="#br1" timeOffset="155542.2">7608 12863 1043 0,'-1'-2'370'0,"4"-1"-307"0,0-1-79 0,6-3-73 0,6 4-15 0,-2-4-10 0,4 4 14 16,-4 0 63-16,-3-1 35 16,1 2 52-16,-3 1 16 0,3 0 14 15,0 1-5-15,0-2-23 16,3-5-13-16,2 2-20 16,1-4-7-16,5 2-6 15,0 1-3-15,-2-5-2 16,1 1 0-16,0-1-1 15,-3 1 1-15,-1 2 0 16,-3 1-1-16,-4 2 0 16,0 0-2-16,2 4-16 15,-6 0-18-15,-3-1-66 16,2 3-57-16</inkml:trace>
  <inkml:trace contextRef="#ctx0" brushRef="#br1" timeOffset="156025.9">8028 12595 516 0,'0'1'308'15,"0"-1"-13"-15,1 0-103 16,-1 0-86-16,0-1-25 15,0 1-41-15,0 0-8 0,0 0-10 16,0 0-1-16,-1 0-7 16,0 0-4-16,1 0-9 15,-1 0-1-15,0 0 0 16,0 2-1-16,0 6-2 16,0-2-1-16,5 22-2 15,-1-21 0-15,5-2 0 16,0-1 1-16,0-1 1 15,4 0 0-15,-3-2 1 16,1-1 2-16,-2-1 1 16,3 1 0-16,-2 0 0 15,2 2 0-15,-2 0-1 16,-1-1 0-16,0 5-2 16,0-3-1-16,-2 3-2 15,-1 1 0-15,-1 0 1 0,-4 4 1 16,3 1 3-16,-3-1 0 15,-3 1 0 1,2 0-6-16,-2-3-16 0,-1-2-19 16,1 3-48-16,-1-3-28 15,2 4-69-15,2 1-54 16</inkml:trace>
  <inkml:trace contextRef="#ctx0" brushRef="#br1" timeOffset="156882.46">8413 12548 386 0,'-2'1'180'0,"1"0"-62"0,0 2-78 0,1-3-37 0,-1 0-2 0,0 0 1 0,0 0 5 0,0 0 38 0,0 0 21 16,1 0 32-16,-4 3 6 16,0 4-27-16,-13 20-20 15,11-22-32-15,2 1-11 16,-4 0-9-16,1 1-3 16,7 1-2-16,-2 0 0 0,3 1 0 15,1 1 0-15,-2-1 0 16,0 0 1-16,1 0-1 15,2-1 0 1,-1 1 0-16,3-5-1 0,-2 2 0 16,0-3-1-16,3 3 0 15,4 3-1-15,-1-5-1 16,0-1 0-16,2-2-2 16,-6-1 0-16,4 0 2 15,0 0 2-15,-1-7 3 16,2 1 1-16,0 0 0 15,0-1 0-15,0-1-2 16,-1-2-1-16,1 1-7 16,0-2-1-16,-3 3-3 15,1-1 0-15,-5 1 6 16,-1 1 3-16,0-1 6 16,0-1 3-16,0 3 7 0,0-1 0 15,-1 1-1-15,-1 0-2 16,0-2-5-16,-2 0-1 15,0 2-1-15,-1 1 2 16,1 3 10-16,-2-3 9 16,2 3 19-16,0 0 7 15,-2-2 11-15,-1 0 1 16,2 1-4-16,-4-3-5 0,2 1-13 16,0 2-6-16,-1 0-7 15,3 2-2-15,-2-3 2 16,0 2-1-16,1 0-1 15,-2-2-5-15,0 4-10 16,-1-1-11-16,-2 5-49 16,-3 3-39-16,-4 8-208 15</inkml:trace>
  <inkml:trace contextRef="#ctx0" brushRef="#br1" timeOffset="163440.81">18958 11415 125 0,'0'-2'88'0,"0"-2"1"0,-1 1-18 0,1 3-2 0,-1-1 9 0,0 0 4 16,0 0-2-16,1 0-6 15,0 0-13-15,-1-3-4 16,0 0-3-16,0-2-3 16,1 1-3-16,-1 3 0 15,0-4-1-15,0 3 0 0,0 0-3 16,0 0-6-16,0 2-12 15,1 0-5-15,-1 0-8 16,0 1-2-16,0-1 2 16,0 0 5-16,0 1 7 15,-2 0 0-15,-1 1-5 16,2 2-6-16,-4 7-7 16,-17 22-2-16,18-20 6 15,2 1 4-15,-1-2 1 16,1 0-1-16,-2 1-8 15,2 1-5-15,-2 0-1 16,4 1 0-16,-2 0-1 16,3 0 0-16,2-1 0 15,0 0 0-15,1-1 0 16,-1-4-1-16,2 3 1 0,0-2-1 16,3 1 0-16,1 1 1 15,2-3-1-15,-1-2 1 16,1-4 1-16,0 0-1 15,4 0 2-15,1 2-1 16,3 0 0-16,-3-1 0 16,1-2 0-16,-1 0 2 15,-1-1 0-15,1-3 1 16,-1 0 1-16,-1-3 2 0,-1-1 3 16,0-1-1-16,3 0-1 15,0-2-1-15,0-4-1 16,1 3-2-16,-2-4 0 15,0 1-1-15,-4 4-2 16,-3-3 1-16,0 2 0 16,-2 1 1-16,1-3 5 15,1 5 4-15,-3-4 6 16,-2-1 2-16,2 4-1 16,-5-5-1-16,2 4-3 15,-2 0-1-15,-2 0 0 16,3 0 3-16,-3 2 1 15,0-4 0-15,-4 4-5 16,-3-2-4-16,-2 0-1 16,4 5 2-16,0-2 2 15,0 2 0-15,-3-1-1 16,-2-1-4-16,-1 1-4 0,-1 0-2 16,0 5-1-16,1-1 0 15,-3 1 0-15,2 2 0 16,-2 0 0-16,1-1 3 15,1 0-2-15,1 0 1 16,-1 2-2-16,0-2-1 16,-1 1-3-16,2 3-1 0,0 1-4 15,1 0-3-15,3 3-19 16,0-2-14-16,4 4-32 16,0 4-36-16,1 4-128 15</inkml:trace>
  <inkml:trace contextRef="#ctx0" brushRef="#br1" timeOffset="164874.57">20586 11360 803 0,'0'-3'291'0,"-1"-1"-249"0,-2 0-34 0,3 4-29 0,0-1-3 0,0 0 18 0,0 0 16 0,-1 0 44 16,0-2 15-16,1 1 8 15,-1-1-5-15,0 2-17 16,0 1-8-16,0-1-5 15,0 0 0-15,-3-2-4 16,-2 1-2-16,-3 0-4 16,-21-1 0-16,23 7-3 15,0-1-4-15,1 4-9 16,1 0-6-16,-2 1-7 16,0 1-1-16,1-1 0 15,-2 3-1-15,-1 2 1 16,2 2 0-16,0 2-2 15,-2-2 1-15,6 2-1 16,-2 1 0-16,3-3 0 16,3 2 1-16,0-4-1 0,1-1 1 15,2 2-1-15,0-2 1 16,1-1-1-16,2 0 0 16,2-1 0-16,0 0 0 15,0 2 0-15,1-2-1 16,-1-2 1-16,0-3 0 15,3 1-2-15,0 1 0 0,3-1 0 16,2 0 0-16,-1-3 1 16,-1-4 1-16,3 0 0 15,3-1-1-15,-5-4 0 16,4 2 1-16,-2 1-1 16,2-1 1-16,1-1 0 15,-1-3-1-15,-2-2 1 16,-3-1 0-16,0 0 2 15,1 3 3-15,-4-3 0 16,1-1 0-16,-3 0-1 16,-2-2-1-16,-1 3 1 15,-1-1 3-15,-3 1 9 16,1 0 5-16,-3-1 11 16,-1 0 5-16,-1 0 1 0,0 1-3 15,-2-2-6 1,-1 2-4-16,-1-2-7 0,-1-1-4 15,-2 1-6-15,0-1-4 16,-4 1-2-16,1 1 0 16,-1 2-1-16,-5 0 1 15,4 5 1-15,-2-1 1 16,-2-2 0-16,6 4-1 16,-3-3 0-16,-2 2-1 15,-1 3-1-15,-3 0-1 0,-2 2 0 16,1-1-2-16,1 3-3 15,-1 2-5-15,-4 4-30 16,0 1-21-16,-6 3-62 16,-2 3-38-16</inkml:trace>
  <inkml:trace contextRef="#ctx0" brushRef="#br1" timeOffset="189472.77">23672 11511 221 0,'0'-1'122'0,"1"-1"-21"0,-2-1-38 0,1 2-32 0,0 0 6 0,0 0 13 16,0 1 6-16,0-1 6 15,0 0-5-15,0 0-10 16,0 0 2-16,0 0 4 16,0 0 3-16,0 1 1 15,0-1-2-15,0 0-6 16,0 0-4-16,0 0 4 15,0 0 2-15,0 0-3 16,0 0-2-16,0 1-13 0,0 0-8 16,0 0-12-16,0 0-6 15,0 0-7-15,0 0-1 16,0 0-2-16,0 0 1 16,1 2 0-16,1 9 0 15,26 22 0-15,-25-21 1 16,2 0 0-16,1-2 1 15,-1 0 0-15,-1-3 1 0,-1-1 0 16,1 0-1-16,-1-2 1 16,1 1-1-16,0-1 0 15,1 0 0-15,-1 1 0 16,1 1 0-16,-1-2-1 16,1 1 0-16,-1-4 1 15,-1 1 0-15,1-1 0 16,-1 2 2-16,-2-4 1 15,-1 1 0-15,0 0 0 16,0-1-1-16,0 0 1 16,0 0-1-16,9-2 1 15,27-15 0-15,-16 0 0 16,3-1-1-16,5-3 0 16,3-3-2-16,8-4-1 15,4 0-3-15,3-4-3 16,3 0-3-16,-2 4 0 0,0 1 1 15,-6 3 5 1,-4 5 3-16,-4 2 1 0,-8-1 1 16,1 6 0-16,-4-2 1 15,-3 6 0-15,-1 1 2 16,-7 4 3-16,0 3-1 16,-8 1 0-16,1 1-3 0,-3 0-3 15,-1-1 0-15,0 0-1 16,0 0 1-16,0 0-35 15,0 0-53-15</inkml:trace>
  <inkml:trace contextRef="#ctx0" brushRef="#br1" timeOffset="196571.389">15600 12266 428 0,'-1'0'188'0,"-3"-3"-86"0,0-1-8 0,-1 1-12 0,2-2-8 0,-2 3-7 0,2-1-1 15,-2 2-2-15,-6-1-4 16,4 2-15-16,1 0-6 16,-1 0-13-16,3 2-4 0,-1 0-5 15,-3 0-3-15,4 2-1 16,0-2-2-16,1 0-6 16,2 2-1-16,-1-2-3 15,-1-1-1-15,2-1 0 16,1 0-3-16,0 0-1 15,0 0-1-15,1 2 1 16,2 3 0-16,3 2 1 16,27 21 1-16,-14-23 2 15,3 0 0-15,-3-3 0 16,3-1 2-16,-6-3-1 16,2-1 0-16,5-1 0 15,-1 1 0-15,0-3 0 16,-1 2 0-16,-2-1 0 15,-1-1 0-15,-1 2-1 16,1 1 0-16,-2 0 0 16,-1 2 0-16,-2 1 1 0,-2 0-1 15,-1 1 0-15,-1 1 0 16,-3 1 2-16,-1-2-20 16,0 3-63-16,1-2-44 15,0-1-113-15,-2 1-56 16</inkml:trace>
  <inkml:trace contextRef="#ctx0" brushRef="#br1" timeOffset="197286.73">15910 12111 632 0,'-4'0'292'0,"-3"1"-93"0,6 2-153 0,1 0-19 0,0-2-17 0,0-1-6 0,0 0-5 15,0 0 15-15,0 0 25 16,0 0 9-16,0 0 14 0,0 0-15 16,0 0-24-16,0 0-9 15,0 0-13-15,0 0-1 16,4 10-1-16,31 23 0 16,-19-19 0-16,1 1 1 15,2-1-1-15,2 1 1 16,-1-4 0-16,2 0-1 15,0-1 0-15,-2-2-1 16,0-1 1-16,-3 1 0 0,-1-1 0 16,-4-4 1-16,0 1 1 15,-3-1 0-15,-2-2 1 16,-1 0 1-16,-3-3 1 16,-3 0 2-16,2 0 2 15,-2 2 1-15,0 0 2 16,0 0 1-16,0 0-1 15,0 0-3-15,0 0-4 16,0 0-2-16,0 0-2 16,-1 0 0-16,-1 4 1 15,-3 7 1-15,-15 28 6 16,9-21 9-16,-1-1 18 16,-1-2 6-16,1-2 3 15,-1 2-6-15,1 0-16 16,1 1-5-16,0-1-9 0,0-7-3 15,4 0-3 1,1 0-1-16,2-2-1 0,0 1-1 16,2-4-15-16,2 1-21 15,0-1-78-15,1 0-87 16</inkml:trace>
  <inkml:trace contextRef="#ctx0" brushRef="#br1" timeOffset="199870.59">878 11997 331 0,'-3'0'169'0,"-2"-1"-36"0,0 0-61 0,0 0-26 0,1-2-2 0,0 0-3 0,1-1 0 16,0 1-4-16,-1 2 3 15,0-1 0-15,-3 0-8 0,3 2-14 16,1-3-6-16,0 1-12 16,1 0 0-16,0-1 0 15,1 2 0-15,0 0 1 16,1 0 0-16,-1 0-1 16,0 1 0-16,0-1-5 15,0 0-1-15,0 1 1 16,0 0 2-16,1 6 3 15,1 8 1-15,5 19 0 16,-3-22 0-16,-1 1 0 16,2-2-1-16,-1 2 0 15,2 1-1-15,3 4 1 16,2 0 0-16,0 4 0 16,2 0 0-16,2 5 0 15,2 3 0-15,1 6 0 16,3 0 0-16,0 7 0 15,-1-4 0-15,0-3 1 0,-4-3-1 16,1-7 0-16,-5-2 0 16,0-3 1-16,-1-1-1 15,-3-6 0-15,0-1 0 16,-6-9 1-16,-1 0 3 16,0-6 6-16,0 2 0 15,-1-1-1-15,-5-18-3 0,-12-33-5 16,6 14-1-16,0-5 1 15,-1-7 0-15,-1-4 2 16,-2-3 4-16,0 5 12 16,0 3 7-16,0 4 18 15,2 5 5-15,0 5 2 16,1 4-3-16,3 8-6 16,3 4-4-16,2 9-6 15,1 2-3-15,3 5-12 16,0 4-9-16,2 7-10 15,1 3-3-15,1 13-1 16,2 2 2-16,2 11 4 16,3 2-1-16,2 3 1 15,0 4 0-15,5 2 0 16,-1 1 0-16,3 3-2 16,-1-1-11-16,1-2-18 15,0-4-4-15,-4-5 0 0,-4-7 10 16,-4-9 20-1,-3-3 4-15,-2-11 2 0,1 0 2 16,-3-7 4-16,-2-5 4 16,-5-7 1-16,-2-8 0 15,-5-12-3-15,-1-7-4 16,-3-13-2-16,-1-4 0 16,-1-7 0-16,0 0 2 15,1 2 1-15,3 6 1 0,1 8 4 16,2 2 4-16,2 9 6 15,2 2 2-15,-1 1-2 16,1 7-3-16,2 6-3 16,0 3 2-16,2 6 9 15,-1 2 4-15,-1 4 3 16,0 0 0-16,0 3-13 16,0 2-6-16,4 7-11 15,-8 3-3-15,4 7 0 16,-3 1-1-16,0 4 0 15,4 4 1-15,-4 0 0 16,2 2 0-16,2-1 0 16,-1-4 0-16,4 0 0 15,0-3 0-15,0 0 1 16,0 1-1-16,-3-4 1 0,2-3-1 16,1-5 0-16,2-2 0 15,1-1-2 1,0-3-2-16,1-1-3 0,0-2-5 15,4-2-21-15,-5-1-17 16,0 0-59-16,1-1-68 16</inkml:trace>
  <inkml:trace contextRef="#ctx0" brushRef="#br1" timeOffset="200203.16">947 11880 416 0,'-1'-1'299'0,"-3"0"35"0,2 0-123 0,1 1-102 0,0 0-28 0,0 0-40 0,0 0-16 0,1 0-24 16,-5 10-1-16,-6 30 0 15,10-19-1-15,1 0 0 16,3 9 0-16,3 4 0 15,3 4 0-15,6 9 0 16,1 2 0-16,2 2 1 16,2 1-1-16,0-4-1 15,3-1-2-15,-6-9-9 16,-5-6-3-16,-1-1-6 16,-4-5-5-16,-2-5-14 15,-1-2-21-15,1-4-88 0,0-4-80 16</inkml:trace>
  <inkml:trace contextRef="#ctx0" brushRef="#br1" timeOffset="200720.03">1158 12633 498 0,'-3'0'267'0,"-6"0"-63"16,1-1-37-16,-5-1-65 16,1 0-24-16,-3 2-31 15,-2-1-5-15,-8 1-7 16,-2 3-4-16,-2 0-8 16,0 2-4-16,2 3-9 15,2-2-2-15,1 3-5 16,1-2 1-16,4 2-2 15,0 1-1-15,3-1 0 16,4 3-1-16,2-4-2 16,3-2-1-16,3 2-4 15,2-3-1-15,3 0-3 0,7-2-1 16,6-1 3 0,2-2 1-16,8-4 6 0,3-4 2 15,9-9 0-15,4-5 1 16,4-5 0-16,1-1 0 15,-7-1 0-15,1 1 0 16,-8 2 0-16,-4 1 0 16,-2 4-1-16,-7-1 1 0,-4 7 1 15,-2 4 0-15,-3 3 3 16,-2 4 0-16,-3 2 1 16,-1 0 2-16,-2 1 14 15,-1 0 2-15,-1 1-1 16,0 0-2-16,0 0-50 15,0 0-51-15</inkml:trace>
  <inkml:trace contextRef="#ctx0" brushRef="#br3" timeOffset="-194615.12">19101 12024 269 0,'2'-2'174'0,"0"-3"6"0,3 1-69 0,-3 2-51 0,1 2-21 0,-2 1 16 16,-1-1 14-16,-1 0 4 15,0 0-1-15,0 0-43 16,0 0-17-16,0 0-8 15,1 1-2-15,-2 4-1 16,1-3 0-16,0 6 4 16,-2 22 5-16,3-18 5 15,0 2 2-15,2 6-3 16,0 2-4-16,0 2-5 16,1-1-1-16,-1 0 1 15,1 2 1-15,-1 1 0 16,-1 0 0-16,-1 2-2 15,0-1 0-15,-1-3 0 0,-2 0 0 16,2-7 0-16,-4-1 1 16,1-4 0-16,0-3-1 15,-1-5-1-15,1-4 1 16,1 0-1-16,0-1 0 16,2 1-1-16,0 0-2 15,0-1-3-15,1 0-5 16,-1-3-13-16,1-17-10 15,1-27-24-15,4 19-11 0,-1-3-1 16,1 0 9-16,0-1 27 16,-2 1 16-16,-1 1 15 15,1 0 4-15,0 5 2 16,-1 0 2-16,3 4-2 16,-1 3-1-16,0 5-2 15,0 3-2-15,-2 4 4 16,-2-1 10-16,-2 2 21 15,0 2 7-15,0 3-1 16,0 0-9-16,1 0-20 16,0 0-2-16,0 0 8 15,0 0 5-15,0 0 12 16,1 1 2-16,-1-1-1 16,0 0-3-16,0 0-11 15,0 0-6-15,0 0-7 0,-2 0 2 16,-6 2 13-1,-21 10 8-15,20-2 16 0,-1 0 4 16,0 0 1-16,-2-1-1 16,0 2-6-16,-1-2-4 15,-2 3-10-15,-2 3-6 16,0 0-7-16,-2 1 0 16,4 0 1-16,-1 0-1 15,3-1-5-15,3-3-5 0,-1-3-7 16,2-4-3-16,4 0-6 15,2-1-11-15,1-2-32 16,0 0-28-16,3-1-79 16,0 0-74-16</inkml:trace>
  <inkml:trace contextRef="#ctx0" brushRef="#br3" timeOffset="-193825.39">18936 12478 514 0,'0'2'269'0,"0"-1"-56"0,-1-1-104 0,0-1-64 0,0 1-14 0,0-1-2 0,1 0 17 0,-1 0 16 15,0 0 3-15,0 0-17 16,0 0-18-16,0 0-24 0,0 1-6 16,0-1-5-16,1 1 1 15,0 0 2-15,0 0 1 16,0 0 1-16,2 1 2 15,12 4 3-15,25 7 0 16,-17-12-1-16,2-1 0 16,4-2-1-16,4 1-1 15,5-3 1-15,-1 0-1 16,0 1 0-16,-5-2-2 0,-6 3 2 16,0 2-1-16,-7 1 1 15,2 0 0-15,-6 1 1 16,-5-2 0-16,-4-1 9 15,0 2 9-15,-5-1 11 16,2 3 5-16,-2-2-1 16,-1 0-8-16,0 0-11 15,1 0-7-15,-1-1-11 16,1 1-8-16,-1 0-46 16,0 0-63-16</inkml:trace>
  <inkml:trace contextRef="#ctx0" brushRef="#br3" timeOffset="-161419.62">20669 12076 343 0,'-1'0'169'0,"-1"-3"-52"16,1 1-84-16,1 2-14 16,-1-1-14-16,0 0 11 15,1 0 27-15,-1 0 11 16,0 0 11-16,0 0-5 15,0 1-16-15,0-1-1 16,0 1 9-16,1-1 8 16,-1 0 22-16,0 0 5 0,0 0 0 15,0 0-5-15,0 0-20 16,0 1-9-16,0-1-16 16,1 0-8-16,-1 0-13 15,1 0 1-15,0 1 4 16,0 0-1-16,-1 0-1 15,0 0-4-15,0 0-9 16,0 0 1-16,0 0 3 16,0 0 0-16,-4 2 2 15,-2 0-2-15,1 4-4 16,-22 24-1-16,22-21-3 16,-1 1-2-16,1-1 0 15,-1 1 0-15,1 0 1 16,1-1 0-16,-1 1 0 15,2 0 0-15,1-2-1 16,0 1 0-16,2 0 0 0,-2 0 0 16,0 1-1-16,1-1 1 15,-1 2 0-15,2 0 0 16,0-1 0-16,0 2-1 16,1-3 0-16,0 1 0 15,0 0 0-15,4 1 0 16,-2 0 0-16,0-5 1 15,3 4-1-15,-2-1 0 0,3 2 1 16,0-1-1-16,1 0 0 16,-1-4 0-16,1 0 0 15,2 1 0-15,2-1 1 16,0 2-1-16,0-3 0 16,0 0 1-16,-2-1 0 15,2 1 0-15,-3 0 0 16,3 2 0-16,-3-1 0 15,2-1 0-15,2-2 0 16,-3-1 0-16,3 0-1 16,1-1 1-16,-1-1 0 15,1 0 0-15,1 0 0 16,-1-2 1-16,2-1 0 16,-2-1 1-16,1-3-1 15,1-1 1-15,-2 2-1 0,-1-1 0 16,-1-1 0-16,-2-1 1 15,1-2-1-15,-1 0 2 16,0-1-1-16,0 0 0 16,0-1 2-16,1 1-1 15,-2-2 0-15,-2 0-1 16,-2-2 1-16,0 1 0 16,-2 1 1-16,1 0 1 15,-1 1 6-15,-2-1 3 16,-1 0 4-16,0 0 0 0,-2 1-6 15,1-1-2-15,0-1-3 16,0 2 0-16,0 3-2 16,-2-3 1-16,1 3 2 15,0 1 2-15,-2-2 1 16,-1 1 1-16,0 1-1 16,0 2-3-16,0-3-1 15,1 3 0-15,0-2 0 16,-3 0 1-16,3 4 5 15,-1-2 0-15,0 3 3 16,0 0 1-16,-2 0 1 16,1 2-1-16,-1-1-4 15,1-1-2-15,0 2-5 16,-1 1-2-16,-3-3-2 16,2 4 0-16,-1 1 1 0,0-1-1 15,-1 1 0-15,0 1-1 16,-1-2-1-16,-2 2 1 15,4 3-1-15,0-2 1 16,1 3-1-16,4-2 0 16,-4-2 0-16,7 3-1 15,-2-1 0-15,-2-2-1 16,4 0-2-16,-4 1-1 0,2-2-22 16,3 5-22-16,0 0-75 15,3-2-58-15</inkml:trace>
  <inkml:trace contextRef="#ctx0" brushRef="#br3" timeOffset="-156968.03">6941 13572 69 0,'-1'2'31'0,"1"-1"-14"0,0 1-15 0,0-2-5 15,0-1 0-15,0 0 3 0,0 0 2 16,0 1 20-16,0 0 16 0,0 0 24 16,0 0 5-16,0 0-14 15,0 0-16-15,0 0-22 16,0 0-7-16,0 0-3 15,0 0-1-15,0 0 6 16,0 0 4-16,0 0 17 16,0 0 8-16,0 0 9 15,0 0 2-15,0-1-7 16,6 0-3-16,-2 1-5 16,6-1-1-16,21-6-4 15,-24-1-4-15,4-2-7 16,-2-1-4-16,0 0-7 15,1 0-2-15,0 0-3 16,1 4-1-16,-1-2-1 16,-3 3-1-16,2-1-1 15,0 0-1-15,0 1-33 16,2-1-44-16</inkml:trace>
  <inkml:trace contextRef="#ctx0" brushRef="#br3" timeOffset="-156001.81">7325 13240 733 0,'0'0'282'0,"0"-1"-195"0,-2-2-67 0,2 3-23 0,0 0-2 0,0 0-3 0,0 0-1 0,0 0 2 0,0 0 1 16,0 0 6-16,0 0 0 16,2 6 1-16,0 2 0 15,0 23 1-15,-9-21-1 16,-1-2 1-16,-5-1 1 15,2-1 0-15,-1-1-1 16,2-5 0-16,-1 1-2 16,3-4-1-16,-1-5-2 15,4-1-2-15,5-2 1 0,-2 2 3 16,6-1 0-16,-4-1 1 16,3 3 0-16,2-1 0 15,-3 0 0-15,8 3 0 16,-3-3 0-16,7 6 0 15,0 0 0-15,2 4-1 16,1 2 0-16,-2 2 0 16,0-1-1-16,1 4 1 15,1 1-1-15,-2 4-1 16,2 6-5-16,-4 3-14 16,-2 0-6-16,-3 4-6 15,-3-4 6-15,-2 1 15 16,-3 0 9-16,-2-3 7 15,-2-5 2-15,-1-1 1 16,1-3 0-16,-2-6-1 16,0-1 1-16,-3-7-2 15,-1 0 0-15,2-1-3 0,-1-4-1 16,2-2 0-16,-1-3 0 16,3-5 0-16,3 1 0 15,-1-1-1-15,3 4-1 16,4 3-1-16,2 0-1 15,1 6 0-15,3 0 0 0,1 2 1 16,0 3 1-16,2 0 0 16,-1 0 1-16,0 3 1 15,0-1 0-15,-1 3 0 16,-1 1 0-16,1 3 0 16,-2 0-1-16,0-1-9 15,-1-1-12-15,-1 1-32 16,-3-1-17-16,-1-1-36 15,2 0-20-15,-4-4-35 16,3-2 1-16</inkml:trace>
  <inkml:trace contextRef="#ctx0" brushRef="#br3" timeOffset="-155571.22">7585 13319 66 0,'0'-7'74'0,"4"-5"17"16,0 3 21-16,3 1 7 0,-2 3 3 0,-2 1-6 0,-1 2-27 0,-7 0-11 0,2 0-25 0,0 0-10 16,2 4-16-16,1-2-8 15,0 0-13-15,0 0-2 16,1 10-4-16,1 20 0 16,-1-19 0-16,5 2-3 15,2-3-1-15,1 2-3 16,-3-1-3-16,-2-2 1 0,1 0 1 15,1-2 1-15,0-2 1 16,4-2-3-16,0-1-3 16,-4-2 2-16,2-2 3 15,-3-3 6-15,-1-6 4 16,4 0 3-16,-1-1 3 16,-2-2 2-16,1 0 6 15,-5-1 2-15,2 2 10 16,-1 0 4-16,-3 1 4 15,0 0 4-15,-3 4-2 16,0 0-3-16,-1 4-9 16,-3-1-6-16,-1 2-18 15,1 2-9-15,1 1-36 16,2 3-23-16,-2 3-78 16,1 1-68-16</inkml:trace>
  <inkml:trace contextRef="#ctx0" brushRef="#br3" timeOffset="-155120.46">7930 13229 699 0,'0'0'267'0,"-5"-1"-163"0,6 3-108 0,-1-3-17 0,0 0-25 0,0 0 0 0,0 1 4 0,2-1 16 0,-2 0 31 16,1 0 21-16,2-1 16 15,-2 1 6-15,4 0 2 16,-1-1-17-16,1 0-17 16,5-1-6-16,23-9-8 15,-22 10 0-15,1-3-1 16,-5 0 0-16,5-2 0 16,1 0 0-16,2 2 0 0,1-2 0 15,-2-1 0-15,-3 2-1 16,0-1-1-16,2 1 0 15,-2 2-2-15,0 4-2 16,-3-1-47-16,-4 1-36 16</inkml:trace>
  <inkml:trace contextRef="#ctx0" brushRef="#br3" timeOffset="-154587.03">8166 12991 753 0,'-1'0'334'16,"0"0"-108"-16,1 0-204 15,-1 0-22-15,1 0-6 16,0-1-7-16,0 0 0 16,0 1 2-16,0 0 6 15,0 0 4-15,0 0 1 0,0 0 2 16,0 0 0-16,3 0 0 16,0 0-1-16,1 0 0 15,1 1-1-15,2-1 0 16,24 3 0-16,-21-3 0 15,2-1-1-15,1 1 1 16,-2-1 0-16,2 1-1 16,-4-1 1-16,2 1 0 15,-3 1 0-15,-1 0 0 16,2 4 0-16,-1-2 0 0,-3 0 0 16,-3 2 1-16,2 1 0 15,-1 1-1-15,2 1 1 16,-1 3-1-16,-4 0 0 15,-1 0 0-15,1 1 1 16,0-1-1-16,0 2 0 16,-2 0-8-16,-1 1-24 15,0 0-17-15,0-1-52 16,-2-2-33-16</inkml:trace>
  <inkml:trace contextRef="#ctx0" brushRef="#br3" timeOffset="-153854.75">8602 12952 558 0,'-1'0'219'0,"-4"0"-123"0,2 0-91 0,2 0-3 0,0 0-12 0,0 0-6 0,0 0-2 0,1 0 2 0,-1 0 13 16,0 0 11-16,-2 3 11 16,-2 5 2-16,-17 21-2 15,20-18-6-15,0-3-12 16,2 2-2-16,0 0-6 16,2 1-3-16,0-2-4 15,0 1 0-15,3-3 4 16,0-1 3-16,2 1 4 15,0-1 1-15,0-2 0 16,1 1 0-16,1-5 1 0,-1 1 1 16,2-2 0-16,2-1 1 15,-1-2 1-15,1-3 1 16,-2-1 2-16,0-3-1 16,-1-1 1-16,0 1-1 15,-2-3 2-15,-2 0 11 16,2 1 17-16,-7-2 9 15,0 1 16-15,-2-1-1 16,-3 2 2-16,3 3 1 16,-3 3-1-16,-1 0 0 0,1 2-3 15,-3-1 0-15,-4-1 7 16,-1 1 3-16,-4 0-2 16,2 2-7-16,-1 2-21 15,2 2-9-15,-1-1-17 16,2 1-4-16,0 0-7 15,-2 4 0-15,4 1-9 16,1 2-7-16,2-1-31 16,1 1-25-16,-1 1-86 15,0-2-93-15</inkml:trace>
  <inkml:trace contextRef="#ctx0" brushRef="#br3" timeOffset="-147603.97">5193 7720 213 0,'-2'0'109'0,"0"0"-26"0,-2 0-41 0,3 0-1 0,1 0 24 0,-1-1 14 0,0 0 16 15,0 1 1-15,0 0-20 16,0 0-13-16,0 0-29 15,1 0-13-15,0 0-19 0,0 0-2 16,0 0-2 0,0 0 2-16,1 0 0 0,10 0 0 15,26 0 0-15,-22 0 0 16,3 0 0-16,1-2 0 16,-1-1 1-16,2-2-1 15,-2 3 0-15,1 0 0 16,-1-1-2-16,-2-1 0 15,-1-1-15-15,0-2-10 0,-5 1-31 16,2 2-20-16,-7-1-56 16,0 3-34-16</inkml:trace>
  <inkml:trace contextRef="#ctx0" brushRef="#br3" timeOffset="-147170.54">5425 7556 129 0,'-2'-2'67'0,"0"2"-16"0,2 0-32 0,0 0-19 0,0 0-1 0,0 0 2 0,0 0 15 16,0 0 42-16,0 0 14 15,0 0 9-15,0 0-12 16,0 0-40-16,0 0-12 16,0 0-10-16,-1 2-2 15,0 8-1-15,-6 21-1 0,3-18-1 16,0-1 0-16,-1 2 0 15,1 1-1-15,-2 3 0 16,1-2 0-16,-2 4 0 16,2 0 0-16,0 1-1 15,1 3 0-15,0-3 0 16,0-1 0-16,1-3-1 16,-1-4-2-16,1 0-41 15,2-1-40-15</inkml:trace>
  <inkml:trace contextRef="#ctx0" brushRef="#br3" timeOffset="-146688.55">5604 7501 460 0,'-2'0'230'0,"-1"0"-72"0,2 3-94 0,1-3-64 0,0 0-5 0,0 0 1 0,0 0 1 0,0 0 3 15,0 1 2-15,0 2 5 16,-1 1 2-16,-1 1 1 15,0 3-1-15,-7 27-3 16,7-22-3-16,0 5-2 16,1-4-1-16,-1 3 0 15,0 1 0-15,2 1-2 16,0 2-11-16,0 1-28 16,2 2-20-16,0 1-60 0,-1-1-51 15</inkml:trace>
  <inkml:trace contextRef="#ctx0" brushRef="#br3" timeOffset="-146071.55">5704 7619 254 0,'-2'-3'133'16,"1"1"-20"-16,1 0-90 15,-1 2-17-15,1-1-9 16,-1 0 0-16,1 0 1 16,0 1 2-16,0 0 2 15,0 0 3-15,0 0-1 16,-1 0 0-16,0 0-2 15,0 0-1-15,0 0 0 16,1 9-1-16,5 25 0 16,-3-25 0-16,2 2 0 15,2 4 1-15,-1-3-1 16,2 3 0-16,0-3 0 0,2-1 0 16,0-2 0-16,-2-2-1 15,2-1 1-15,-5-4 0 16,1-2 1-16,1-1 1 15,-2-3-1-15,2-1 1 16,0-4 0-16,2 0-1 16,-1-4 1-16,-1-1 2 0,1-1 25 15,-5 0 15-15,1-1 24 16,-2 3 8-16,2 2-13 16,-1 0-11-16,-2 3-15 15,0 0-4-15,-4 1-2 16,-1 1-1-16,-2 0-4 15,2 2-4-15,-1 2-11 16,-2-1-4-16,0 5-7 16,-1 1-3-16,-2 3-11 15,3 3-18-15,-3 1-59 16,0-2-43-16</inkml:trace>
  <inkml:trace contextRef="#ctx0" brushRef="#br3" timeOffset="-145321.5">5979 7590 157 0,'0'0'116'0,"-2"-4"20"0,1 2-10 0,1 1-27 0,-1 0-14 0,0 0-34 0,0 0-16 0,0 1-23 0,0-2-8 16,0-3-4-16,1 4-1 15,0 0-3-15,0 0 0 16,0 0 0-16,0 0-1 15,0 0 3-15,9 0 0 16,22 7 2-16,-20 2-1 0,2 4 1 16,0-3 0-16,3 1 0 15,-1-1 0-15,4 0 0 16,1 0 0-16,-1-2 0 16,1 1 0-16,-3-2 0 15,-2 0 0-15,5 1 0 16,-2-1 1-16,1-1-1 15,-1 1 1-15,-5 0-1 16,1 0 1-16,-2-3-1 16,-2 1 1-16,-3-2-1 15,-3-2 1-15,1 2-1 16,-1-2 0-16,-2 0-33 16,2 2-50-16</inkml:trace>
  <inkml:trace contextRef="#ctx0" brushRef="#br3" timeOffset="-144871">6131 7784 468 0,'0'0'176'0,"2"-1"-112"0,2 1-67 0,-4 0-2 0,0 0 4 0,0 0 1 0,1 0 0 16,5 1 15-16,-1-1 32 15,1 1 9-15,22 4 12 16,-16-5-14-16,-1 1-28 16,1-1-10-16,6 0-9 15,-3 1-3-15,4-1-1 16,1 4-1-16,-3-3 0 0,0 1-1 16,-1-1 0-16,-2-1 0 15,1 0-1-15,-2-1-4 16,0 2-36-16,-1 2-22 15,-3-1-62-15,1 3-37 16,-3-3-17-16,-4-2-6 16</inkml:trace>
  <inkml:trace contextRef="#ctx0" brushRef="#br3" timeOffset="-144568.49">6451 7686 327 0,'-1'-4'182'0,"0"-5"-35"0,1 4-88 16,0-1-23-16,-1 3-11 15,1 0 7-15,0 2 19 16,-1 1 9-16,1-1 1 16,-1 1-5-16,0 0-17 15,0 0-10-15,0 0-12 16,1 0-5-16,-1 0-5 15,0 0-3-15,0 0-6 16,0 0-1-16,-2 6 0 16,-1 5-1-16,-5 26 3 15,9-18 0-15,1-4 0 16,1 4 0-16,2 4-36 16,0-1-34-16,2 6-106 0,2-2-102 15</inkml:trace>
  <inkml:trace contextRef="#ctx0" brushRef="#br3" timeOffset="-143821.46">6791 7618 769 0,'-1'0'259'0,"-1"1"-272"0,-3 2-36 0,4-3-47 0,0 0-4 0,1 0 24 0,-5 9 25 0,-12 19 83 15,12-20 26-15,1-1 11 16,1 1-1-16,3 3-37 16,0 3-18-16,2 2-12 15,2 4-1-15,0 2 0 0,1 2-2 16,1 0-23-16,-2-3-12 16,0-3-9-16,0-2 0 15,-3-7 23-15,1 1 12 16,0-1 11-16,-3-9 0 15,2 3 5-15,0-2 3 16,-1-2 0-16,0 1 0 16,0-1-4-16,0-8-1 0,0-29 7 15,1 16 6-15,1-2 11 16,-1-1 6-16,-1 0-2 16,0 2-3-16,-2-1-11 15,0 2-4-15,0 3-8 16,0 2 0-16,1 2-3 15,-3-1-1-15,1 5 3 16,-3 2 1-16,1 3 2 16,3 5 1-16,-2 0-4 15,0 0-3-15,3 1-2 16,0 0-2-16,0 0 1 16,0 0 2-16,-4 3 0 15,-1 3 0-15,-23 24 1 16,21-21-1-16,0 0 0 15,0 0 1-15,1 1 0 16,-2 1 0-16,1 0 0 0,0 1 0 16,1 0-1-16,2 0 0 15,-2-2-1-15,2 0-1 16,4-2-43-16,-2 1-42 16</inkml:trace>
  <inkml:trace contextRef="#ctx0" brushRef="#br3" timeOffset="-143122.51">6699 7983 415 0,'-1'0'191'0,"0"0"-35"0,1 2-182 0,0-2-16 0,-1 0-25 0,1 0 1 0,0 0 29 15,0 0 25-15,0 0 71 16,0 0 20-16,0 0 22 15,0 0-6-15,0 0-42 0,0 0-17 16,5 0-23-16,12 0-3 16,27-3-1-16,-21-1 0 15,5-1-1-15,3-1-2 16,-4 2-4-16,-1 0 0 16,0 1 0-16,-7-3-1 15,1 4 0-15,0-1 1 16,-4 3 1-16,0-1 5 0,-3-1 14 15,-3 1 2 1,-3 0 3-16,-2 0-5 0,-4 1-10 16,-2-2-1-16,0 1 4 15,0 0-1-15,0 1-3 16,0 0-2-16,-3 1-4 16,-8 3 0-16,-25 10 3 15,20-11 1-15,0-3 0 16,-5 2-1-16,0 2-3 15,-1-4-1-15,-5 2-1 16,3-4 0-16,0-2 1 16,2 2-1-16,5-1-1 15,1 2-2-15,3 0-1 16,2 2-1-16,3 1-2 16,0-2-1-16,6 2-5 15,0-2-5-15,2 0-7 0,1 0-1 16,0 0 5-16,0 0 4 15,0 0 8-15,8-1 1 16,31-3-52-16,-21 4-56 16</inkml:trace>
  <inkml:trace contextRef="#ctx0" brushRef="#br3" timeOffset="-107526.31">23875 12281 570 0,'0'0'312'0,"0"0"-63"0,0-1-131 0,0 0-92 0,0 0-17 0,0 0-8 0,0 0 7 0,0 1 28 16,0 0 12-16,0 0 16 15,0 0-4-15,0 0-28 16,-1 0-11-16,1 0-15 16,0 0-4-16,0 0-2 15,0 4 0-15,2 10 0 16,8 25-1-16,-2-18 1 16,-2 0 0-16,2 1 0 15,2 1 0-15,0-5 0 16,-4 0 0-16,0-1 0 15,1-4 0-15,-2 0 0 16,-1-4 0-16,-1-4 1 16,-1 0 1-16,-3-4 0 15,2 2 1-15,-1-3 5 16,0-1 17-16,0 0 28 0,0 0 6 16,0 0 2-16,1-10-15 15,43-36-29 1,-14 15-9-16,16-11-20 0,6-8-22 15,10-7-34-15,2 0-10 16,-4 4 8-16,-2 6 19 16,-7 9 36-16,-4 5 13 15,-8 8 7-15,-5 2 3 16,-9 7 1-16,-6 3-2 16,-3 8-4-16,-9-1-2 15,-3 7-1-15,0-1-1 0,-4-1-6 16,0 2-6-16,0 0-55 15,-1 0-81-15</inkml:trace>
  <inkml:trace contextRef="#ctx0" brushRef="#br3" timeOffset="-104673.43">23777 10501 528 0,'-1'1'254'0,"0"-1"-89"0,0 0-18 0,0 0-37 0,0-1-15 0,0 1-23 15,1-1-12-15,0 1-13 16,0 0-6-16,0 0-12 16,0 0-6-16,0 0-6 15,0 0-3-15,0 0-5 0,0 0-1 16,2 7-3-16,3 14-1 16,7 27-3-1,-5-17 0-15,2-1-1 0,-1-2 1 16,-3-3-1-16,1-5 1 15,-3-5 0-15,-1-4 0 16,1-5-1-16,0-1-2 16,2-6 1-16,3-3 1 0,3-12 0 15,3-9 3-15,6-12 0 16,1-5-1-16,4-2 0 16,2-3 1-16,1-5 1 15,2-3 3-15,3-6 6 16,-3 2 4-16,2 9 0 15,0 3-2-15,-1 7-8 16,0 4-3-16,1 4-4 16,0 4 1-16,-7 6-1 15,-3 5 0-15,-11 5 0 16,-4 3 0-16,-2 5-2 16,0 3-11-16,-2 3-26 15,-2 3-19-15,-5 2-57 16,-6 5-36-16</inkml:trace>
  <inkml:trace contextRef="#ctx0" brushRef="#br3" timeOffset="-93678.13">19072 10581 191 0,'-1'0'96'0,"-2"1"-30"0,3-1-22 0,-1 0-10 0,1 0 7 0,-1 0 32 15,1 0 15-15,-1 0 15 16,0 0-3-16,1 0-27 16,-1 0-17-16,1 0-28 15,0-1-11-15,0 0-11 16,0 0-2-16,0 0 1 15,0 0 2-15,0 0 7 16,1-4 2-16,1 0 5 0,-1 0 0 16,12-22-1-16,-12 22 0 15,0-4 0-15,2 4-1 16,0-3-2-16,-1 3-1 16,0-1-2-16,-2 2 2 15,0-1 8-15,0 4 4 16,0 0 4-16,0 0 0 15,-1 0-6-15,0 0-3 16,0 0-8-16,0 0-2 0,0 1-6 16,0 0-3-16,0 0-2 15,1 0-1-15,-1 0 0 16,0 0 0-16,0 4 0 16,-2 6 0-16,-8 22 0 15,4-23-1-15,0 5 1 16,1-3 0-16,-1 1 0 15,2 4 0-15,1-3 1 16,0 3-1-16,0 0 1 16,0-2-1-16,1 3-1 15,0-3 1-15,-1 2-1 16,2-3 1-16,1 2 0 16,1-2 0-16,1 0-1 15,3 3 1-15,-3-1-1 16,1-1 0-16,1 0 1 15,0-2-1-15,1 3 1 16,0-5-1-16,2 4 0 0,0-1 1 16,1-5-1-16,3 4 1 15,-2-8-1 1,-3-3 1-16,0 2-1 0,16 4 1 16,2-1 0-16,0-4 0 15,-6-2 0-15,0-4-1 16,0-2 1-16,-1-2 0 15,3-2 0-15,-3 0 0 0,2-4 0 16,-2-4 0-16,-2-1 0 16,2-1 0-16,-3 1 1 15,1 2-1-15,-2 0 1 16,-2 0 1-16,-2 0 0 16,-1-1 2-16,-1 2 7 15,-1-3 4-15,-3 4 9 16,-1-2 7-16,-3 1 11 15,-1 4 5-15,-1 0 6 16,-1 2-3-16,-2 1-9 16,0 0-6-16,-3-1-9 15,0 0-1-15,-1 2-1 16,1-1 1-16,0 1 1 16,4 1-2-16,-5 1 0 15,-1 1-1-15,0 0-2 16,-3 1-3-16,2 0-2 0,5 2-3 15,-3 1-4 1,0 1 0-16,-1 0-4 0,-4-2-1 16,1 1-2-16,-1 0-2 15,4 1-1-15,0 4-3 16,0 1-8-16,2 3-11 16,-2 2-36-16,0-1-29 15,4 4-73-15,1 3-81 0</inkml:trace>
  <inkml:trace contextRef="#ctx0" brushRef="#br3" timeOffset="-92445.88">20522 10481 614 0,'0'0'263'0,"-2"0"-121"0,2 0-97 0,0 0-2 0,0 0 22 0,0 0 21 0,-1 0 30 16,1 0 7-16,-1 0-5 16,0 0-11-16,0 0-25 15,1 0-10-15,-1 0-20 16,0 0-12-16,-4 3-18 0,-1-1-7 16,-20 18-10-16,20-14-2 15,-1-2-3-15,2 5 0 16,0-1 1-16,0 0 0 15,0-2 0-15,0-2-1 16,1 5 0-16,-1-4 0 16,2 5 0-16,3 4-1 15,-3-4 1-15,4 5-1 16,-1 0 1-16,-1-4-1 0,1 5 0 16,1-3 1-16,1 1-1 15,1 3 1-15,0-3-1 16,0 1 0-16,4-2 0 15,-2-5-1-15,4 3 0 16,0-1-1-16,2-1-1 16,1 1 1-16,-3-5 0 15,2 0 1-15,0-2 0 16,0 1 1-16,3-2-1 16,1 1 1-16,3-2-1 15,1-2 0-15,1-2 0 16,1-4 0-16,-1-1 2 15,-1-1 0-15,-1 0 0 16,-7-1 0-16,3-2 0 16,-1 2 0-16,2-1 1 15,1 0 1-15,-3-1 0 16,-6-1 1-16,1 1 0 0,0-1 0 16,-4 1 1-16,1 2 0 15,-5 0-1-15,-1-1 1 16,1 1-1-16,-3-2 2 15,1 0 3-15,-2 1 2 16,-1 0 2-16,0 1 0 16,0-3-3-16,-3-1-2 0,2 3-2 15,-2-5 1-15,0 6 5 16,3 1 1-16,-4-3 4 16,0 5-1-16,1-2-1 15,-1 1-2-15,2 2-2 16,1 0 0-16,-4-1-1 15,-2 2-1-15,0-1-2 16,-2 2-2-16,-1 0-3 16,1 2-1-16,-1 3-7 15,-1 0-13-15,0 4-36 16,0 1-24-16,-1 1-68 16,1 4-49-16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7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5.png"/><Relationship Id="rId5" Type="http://schemas.openxmlformats.org/officeDocument/2006/relationships/tags" Target="../tags/tag6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tags" Target="../tags/tag5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6.jpeg"/><Relationship Id="rId11" Type="http://schemas.openxmlformats.org/officeDocument/2006/relationships/image" Target="../media/image21.pn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image" Target="../media/image14.jpeg"/><Relationship Id="rId9" Type="http://schemas.openxmlformats.org/officeDocument/2006/relationships/image" Target="../media/image19.jpe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tags" Target="../tags/tag11.xml"/><Relationship Id="rId7" Type="http://schemas.openxmlformats.org/officeDocument/2006/relationships/image" Target="../media/image30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slideLayout" Target="../slideLayouts/slideLayout47.xml"/><Relationship Id="rId9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4.png"/><Relationship Id="rId5" Type="http://schemas.microsoft.com/office/2007/relationships/hdphoto" Target="../media/hdphoto2.wdp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2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3.png"/><Relationship Id="rId5" Type="http://schemas.microsoft.com/office/2007/relationships/hdphoto" Target="../media/hdphoto5.wdp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43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42.png"/><Relationship Id="rId5" Type="http://schemas.openxmlformats.org/officeDocument/2006/relationships/tags" Target="../tags/tag16.xml"/><Relationship Id="rId10" Type="http://schemas.openxmlformats.org/officeDocument/2006/relationships/image" Target="../media/image41.png"/><Relationship Id="rId4" Type="http://schemas.openxmlformats.org/officeDocument/2006/relationships/tags" Target="../tags/tag15.xml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9.png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4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47.png"/><Relationship Id="rId5" Type="http://schemas.openxmlformats.org/officeDocument/2006/relationships/tags" Target="../tags/tag22.xml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tags" Target="../tags/tag21.xml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image" Target="../media/image53.png"/><Relationship Id="rId39" Type="http://schemas.openxmlformats.org/officeDocument/2006/relationships/image" Target="../media/image66.png"/><Relationship Id="rId21" Type="http://schemas.openxmlformats.org/officeDocument/2006/relationships/tags" Target="../tags/tag45.xml"/><Relationship Id="rId34" Type="http://schemas.openxmlformats.org/officeDocument/2006/relationships/image" Target="../media/image61.png"/><Relationship Id="rId42" Type="http://schemas.openxmlformats.org/officeDocument/2006/relationships/image" Target="../media/image69.png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29" Type="http://schemas.openxmlformats.org/officeDocument/2006/relationships/image" Target="../media/image56.png"/><Relationship Id="rId41" Type="http://schemas.openxmlformats.org/officeDocument/2006/relationships/image" Target="../media/image68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slideLayout" Target="../slideLayouts/slideLayout47.xml"/><Relationship Id="rId32" Type="http://schemas.openxmlformats.org/officeDocument/2006/relationships/image" Target="../media/image59.png"/><Relationship Id="rId37" Type="http://schemas.openxmlformats.org/officeDocument/2006/relationships/image" Target="../media/image64.png"/><Relationship Id="rId40" Type="http://schemas.openxmlformats.org/officeDocument/2006/relationships/image" Target="../media/image67.pn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31" Type="http://schemas.openxmlformats.org/officeDocument/2006/relationships/image" Target="../media/image58.png"/><Relationship Id="rId44" Type="http://schemas.openxmlformats.org/officeDocument/2006/relationships/image" Target="../media/image71.pn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43" Type="http://schemas.openxmlformats.org/officeDocument/2006/relationships/image" Target="../media/image70.png"/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50.xml"/><Relationship Id="rId7" Type="http://schemas.openxmlformats.org/officeDocument/2006/relationships/image" Target="../media/image46.pn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45.png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51.xml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950.png"/><Relationship Id="rId18" Type="http://schemas.openxmlformats.org/officeDocument/2006/relationships/customXml" Target="../ink/ink5.xml"/><Relationship Id="rId3" Type="http://schemas.openxmlformats.org/officeDocument/2006/relationships/tags" Target="../tags/tag54.xml"/><Relationship Id="rId7" Type="http://schemas.openxmlformats.org/officeDocument/2006/relationships/image" Target="../media/image42.png"/><Relationship Id="rId12" Type="http://schemas.openxmlformats.org/officeDocument/2006/relationships/customXml" Target="../ink/ink2.xml"/><Relationship Id="rId17" Type="http://schemas.openxmlformats.org/officeDocument/2006/relationships/image" Target="../media/image105.png"/><Relationship Id="rId2" Type="http://schemas.openxmlformats.org/officeDocument/2006/relationships/tags" Target="../tags/tag53.xml"/><Relationship Id="rId16" Type="http://schemas.openxmlformats.org/officeDocument/2006/relationships/customXml" Target="../ink/ink4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74.png"/><Relationship Id="rId5" Type="http://schemas.openxmlformats.org/officeDocument/2006/relationships/tags" Target="../tags/tag56.xml"/><Relationship Id="rId15" Type="http://schemas.openxmlformats.org/officeDocument/2006/relationships/image" Target="../media/image960.png"/><Relationship Id="rId10" Type="http://schemas.openxmlformats.org/officeDocument/2006/relationships/image" Target="../media/image73.png"/><Relationship Id="rId19" Type="http://schemas.openxmlformats.org/officeDocument/2006/relationships/image" Target="../media/image106.png"/><Relationship Id="rId4" Type="http://schemas.openxmlformats.org/officeDocument/2006/relationships/tags" Target="../tags/tag55.xml"/><Relationship Id="rId9" Type="http://schemas.openxmlformats.org/officeDocument/2006/relationships/image" Target="../media/image72.png"/><Relationship Id="rId14" Type="http://schemas.openxmlformats.org/officeDocument/2006/relationships/customXml" Target="../ink/ink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image" Target="../media/image76.png"/><Relationship Id="rId18" Type="http://schemas.openxmlformats.org/officeDocument/2006/relationships/image" Target="../media/image47.png"/><Relationship Id="rId3" Type="http://schemas.openxmlformats.org/officeDocument/2006/relationships/tags" Target="../tags/tag59.xml"/><Relationship Id="rId21" Type="http://schemas.openxmlformats.org/officeDocument/2006/relationships/image" Target="../media/image80.png"/><Relationship Id="rId7" Type="http://schemas.openxmlformats.org/officeDocument/2006/relationships/tags" Target="../tags/tag63.xml"/><Relationship Id="rId12" Type="http://schemas.openxmlformats.org/officeDocument/2006/relationships/image" Target="../media/image75.png"/><Relationship Id="rId17" Type="http://schemas.openxmlformats.org/officeDocument/2006/relationships/image" Target="../media/image46.png"/><Relationship Id="rId25" Type="http://schemas.openxmlformats.org/officeDocument/2006/relationships/image" Target="../media/image114.png"/><Relationship Id="rId2" Type="http://schemas.openxmlformats.org/officeDocument/2006/relationships/tags" Target="../tags/tag58.xml"/><Relationship Id="rId16" Type="http://schemas.openxmlformats.org/officeDocument/2006/relationships/image" Target="../media/image77.png"/><Relationship Id="rId20" Type="http://schemas.openxmlformats.org/officeDocument/2006/relationships/image" Target="../media/image79.png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slideLayout" Target="../slideLayouts/slideLayout47.xml"/><Relationship Id="rId24" Type="http://schemas.openxmlformats.org/officeDocument/2006/relationships/customXml" Target="../ink/ink7.xml"/><Relationship Id="rId5" Type="http://schemas.openxmlformats.org/officeDocument/2006/relationships/tags" Target="../tags/tag61.xml"/><Relationship Id="rId15" Type="http://schemas.openxmlformats.org/officeDocument/2006/relationships/image" Target="../media/image43.png"/><Relationship Id="rId23" Type="http://schemas.openxmlformats.org/officeDocument/2006/relationships/image" Target="../media/image113.png"/><Relationship Id="rId10" Type="http://schemas.openxmlformats.org/officeDocument/2006/relationships/tags" Target="../tags/tag66.xml"/><Relationship Id="rId19" Type="http://schemas.openxmlformats.org/officeDocument/2006/relationships/image" Target="../media/image78.png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42.png"/><Relationship Id="rId22" Type="http://schemas.openxmlformats.org/officeDocument/2006/relationships/customXml" Target="../ink/ink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46.png"/><Relationship Id="rId18" Type="http://schemas.openxmlformats.org/officeDocument/2006/relationships/image" Target="../media/image115.png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77.png"/><Relationship Id="rId17" Type="http://schemas.openxmlformats.org/officeDocument/2006/relationships/customXml" Target="../ink/ink9.xml"/><Relationship Id="rId2" Type="http://schemas.openxmlformats.org/officeDocument/2006/relationships/tags" Target="../tags/tag68.xml"/><Relationship Id="rId16" Type="http://schemas.openxmlformats.org/officeDocument/2006/relationships/image" Target="../media/image1050.png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43.png"/><Relationship Id="rId5" Type="http://schemas.openxmlformats.org/officeDocument/2006/relationships/tags" Target="../tags/tag71.xml"/><Relationship Id="rId15" Type="http://schemas.openxmlformats.org/officeDocument/2006/relationships/customXml" Target="../ink/ink8.xml"/><Relationship Id="rId10" Type="http://schemas.openxmlformats.org/officeDocument/2006/relationships/image" Target="../media/image42.png"/><Relationship Id="rId4" Type="http://schemas.openxmlformats.org/officeDocument/2006/relationships/tags" Target="../tags/tag70.xml"/><Relationship Id="rId9" Type="http://schemas.openxmlformats.org/officeDocument/2006/relationships/image" Target="../media/image80.png"/><Relationship Id="rId1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image" Target="../media/image80.png"/><Relationship Id="rId18" Type="http://schemas.openxmlformats.org/officeDocument/2006/relationships/image" Target="../media/image84.png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82.png"/><Relationship Id="rId17" Type="http://schemas.openxmlformats.org/officeDocument/2006/relationships/image" Target="../media/image83.png"/><Relationship Id="rId2" Type="http://schemas.openxmlformats.org/officeDocument/2006/relationships/tags" Target="../tags/tag75.xml"/><Relationship Id="rId16" Type="http://schemas.openxmlformats.org/officeDocument/2006/relationships/image" Target="../media/image46.png"/><Relationship Id="rId20" Type="http://schemas.openxmlformats.org/officeDocument/2006/relationships/image" Target="../media/image120.png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81.png"/><Relationship Id="rId5" Type="http://schemas.openxmlformats.org/officeDocument/2006/relationships/tags" Target="../tags/tag78.xml"/><Relationship Id="rId15" Type="http://schemas.openxmlformats.org/officeDocument/2006/relationships/image" Target="../media/image77.png"/><Relationship Id="rId10" Type="http://schemas.openxmlformats.org/officeDocument/2006/relationships/slideLayout" Target="../slideLayouts/slideLayout47.xml"/><Relationship Id="rId19" Type="http://schemas.openxmlformats.org/officeDocument/2006/relationships/customXml" Target="../ink/ink10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26" Type="http://schemas.openxmlformats.org/officeDocument/2006/relationships/image" Target="../media/image73.png"/><Relationship Id="rId39" Type="http://schemas.openxmlformats.org/officeDocument/2006/relationships/image" Target="../media/image96.png"/><Relationship Id="rId21" Type="http://schemas.openxmlformats.org/officeDocument/2006/relationships/tags" Target="../tags/tag103.xml"/><Relationship Id="rId34" Type="http://schemas.openxmlformats.org/officeDocument/2006/relationships/image" Target="../media/image91.png"/><Relationship Id="rId42" Type="http://schemas.openxmlformats.org/officeDocument/2006/relationships/image" Target="../media/image99.png"/><Relationship Id="rId7" Type="http://schemas.openxmlformats.org/officeDocument/2006/relationships/tags" Target="../tags/tag89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29" Type="http://schemas.openxmlformats.org/officeDocument/2006/relationships/image" Target="../media/image87.png"/><Relationship Id="rId41" Type="http://schemas.openxmlformats.org/officeDocument/2006/relationships/image" Target="../media/image98.pn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24" Type="http://schemas.openxmlformats.org/officeDocument/2006/relationships/tags" Target="../tags/tag106.xml"/><Relationship Id="rId32" Type="http://schemas.microsoft.com/office/2007/relationships/hdphoto" Target="../media/hdphoto6.wdp"/><Relationship Id="rId37" Type="http://schemas.openxmlformats.org/officeDocument/2006/relationships/image" Target="../media/image94.png"/><Relationship Id="rId40" Type="http://schemas.openxmlformats.org/officeDocument/2006/relationships/image" Target="../media/image97.png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23" Type="http://schemas.openxmlformats.org/officeDocument/2006/relationships/tags" Target="../tags/tag105.xml"/><Relationship Id="rId28" Type="http://schemas.openxmlformats.org/officeDocument/2006/relationships/image" Target="../media/image86.png"/><Relationship Id="rId36" Type="http://schemas.openxmlformats.org/officeDocument/2006/relationships/image" Target="../media/image93.png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31" Type="http://schemas.openxmlformats.org/officeDocument/2006/relationships/image" Target="../media/image89.png"/><Relationship Id="rId44" Type="http://schemas.openxmlformats.org/officeDocument/2006/relationships/image" Target="../media/image136.png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tags" Target="../tags/tag104.xml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92.png"/><Relationship Id="rId43" Type="http://schemas.openxmlformats.org/officeDocument/2006/relationships/customXml" Target="../ink/ink11.xml"/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5" Type="http://schemas.openxmlformats.org/officeDocument/2006/relationships/slideLayout" Target="../slideLayouts/slideLayout47.xml"/><Relationship Id="rId33" Type="http://schemas.openxmlformats.org/officeDocument/2006/relationships/image" Target="../media/image90.png"/><Relationship Id="rId38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Artificial Neural Networks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5425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87033"/>
            <a:ext cx="3429000" cy="108625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1204258" y="135019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473683" y="212601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540117" y="179537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737278" y="243519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ross 38"/>
          <p:cNvSpPr/>
          <p:nvPr/>
        </p:nvSpPr>
        <p:spPr>
          <a:xfrm rot="2734294">
            <a:off x="3080939" y="143488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ross 39"/>
          <p:cNvSpPr/>
          <p:nvPr/>
        </p:nvSpPr>
        <p:spPr>
          <a:xfrm rot="2734294">
            <a:off x="3217862" y="211028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ross 40"/>
          <p:cNvSpPr/>
          <p:nvPr/>
        </p:nvSpPr>
        <p:spPr>
          <a:xfrm rot="2734294">
            <a:off x="3310905" y="1166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ross 41"/>
          <p:cNvSpPr/>
          <p:nvPr/>
        </p:nvSpPr>
        <p:spPr>
          <a:xfrm rot="2734294">
            <a:off x="2984867" y="1151282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2094548" y="2738216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884" y="15609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669151" y="7474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60369" y="27189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/>
          <p:cNvSpPr/>
          <p:nvPr/>
        </p:nvSpPr>
        <p:spPr>
          <a:xfrm rot="2734294">
            <a:off x="2503439" y="201206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/>
          <p:cNvSpPr/>
          <p:nvPr/>
        </p:nvSpPr>
        <p:spPr>
          <a:xfrm rot="2734294">
            <a:off x="2696169" y="174423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ross 48"/>
          <p:cNvSpPr/>
          <p:nvPr/>
        </p:nvSpPr>
        <p:spPr>
          <a:xfrm rot="2734294">
            <a:off x="2922870" y="1976571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/>
          <p:cNvSpPr/>
          <p:nvPr/>
        </p:nvSpPr>
        <p:spPr>
          <a:xfrm rot="2734294">
            <a:off x="3011523" y="172744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/>
          <p:cNvSpPr/>
          <p:nvPr/>
        </p:nvSpPr>
        <p:spPr>
          <a:xfrm rot="2734294">
            <a:off x="3034930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/>
          <p:cNvSpPr/>
          <p:nvPr/>
        </p:nvSpPr>
        <p:spPr>
          <a:xfrm rot="2734294">
            <a:off x="3397076" y="153990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/>
          <p:cNvSpPr/>
          <p:nvPr/>
        </p:nvSpPr>
        <p:spPr>
          <a:xfrm rot="2734294">
            <a:off x="2735459" y="1385063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ross 53"/>
          <p:cNvSpPr/>
          <p:nvPr/>
        </p:nvSpPr>
        <p:spPr>
          <a:xfrm rot="2734294">
            <a:off x="735109" y="7914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/>
          <p:cNvSpPr/>
          <p:nvPr/>
        </p:nvSpPr>
        <p:spPr>
          <a:xfrm rot="2734294">
            <a:off x="757160" y="109938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/>
          <p:cNvSpPr/>
          <p:nvPr/>
        </p:nvSpPr>
        <p:spPr>
          <a:xfrm rot="2734294">
            <a:off x="978377" y="114408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004955" y="244046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2012043" y="229641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06622" y="189192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049890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800573" y="205012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061170" y="199185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182288" y="223749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396401" y="239955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885347" y="179959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526049" y="237671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2237001" y="2412246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>
            <a:off x="804285" y="159560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783737" y="2196708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1202290" y="18329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>
            <a:off x="1049890" y="202616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1365773" y="1508504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1432207" y="1177860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1692663" y="143261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1933044" y="145954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1777437" y="1182083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2672501" y="818047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2176818" y="1284035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2445607" y="1019791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Cross 152"/>
          <p:cNvSpPr/>
          <p:nvPr/>
        </p:nvSpPr>
        <p:spPr>
          <a:xfrm rot="2734294">
            <a:off x="1032968" y="86433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Cross 153"/>
          <p:cNvSpPr/>
          <p:nvPr/>
        </p:nvSpPr>
        <p:spPr>
          <a:xfrm rot="2734294">
            <a:off x="1270271" y="70626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Cross 154"/>
          <p:cNvSpPr/>
          <p:nvPr/>
        </p:nvSpPr>
        <p:spPr>
          <a:xfrm rot="2734294">
            <a:off x="1203838" y="98601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Cross 155"/>
          <p:cNvSpPr/>
          <p:nvPr/>
        </p:nvSpPr>
        <p:spPr>
          <a:xfrm rot="2734294">
            <a:off x="1530728" y="8766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Cross 156"/>
          <p:cNvSpPr/>
          <p:nvPr/>
        </p:nvSpPr>
        <p:spPr>
          <a:xfrm rot="2734294">
            <a:off x="1773995" y="71077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Cross 157"/>
          <p:cNvSpPr/>
          <p:nvPr/>
        </p:nvSpPr>
        <p:spPr>
          <a:xfrm rot="2734294">
            <a:off x="1841533" y="92034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Cross 158"/>
          <p:cNvSpPr/>
          <p:nvPr/>
        </p:nvSpPr>
        <p:spPr>
          <a:xfrm rot="2734294">
            <a:off x="2034592" y="7216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Cross 159"/>
          <p:cNvSpPr/>
          <p:nvPr/>
        </p:nvSpPr>
        <p:spPr>
          <a:xfrm rot="2734294">
            <a:off x="2295008" y="74994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Cross 160"/>
          <p:cNvSpPr/>
          <p:nvPr/>
        </p:nvSpPr>
        <p:spPr>
          <a:xfrm rot="2734294">
            <a:off x="2057715" y="100832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Cross 161"/>
          <p:cNvSpPr/>
          <p:nvPr/>
        </p:nvSpPr>
        <p:spPr>
          <a:xfrm rot="2734294">
            <a:off x="2137553" y="164348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Cross 162"/>
          <p:cNvSpPr/>
          <p:nvPr/>
        </p:nvSpPr>
        <p:spPr>
          <a:xfrm rot="2734294">
            <a:off x="2404009" y="1347764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Cross 163"/>
          <p:cNvSpPr/>
          <p:nvPr/>
        </p:nvSpPr>
        <p:spPr>
          <a:xfrm rot="2734294">
            <a:off x="2404010" y="170727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Cross 164"/>
          <p:cNvSpPr/>
          <p:nvPr/>
        </p:nvSpPr>
        <p:spPr>
          <a:xfrm rot="2734294">
            <a:off x="2718793" y="107030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Cross 165"/>
          <p:cNvSpPr/>
          <p:nvPr/>
        </p:nvSpPr>
        <p:spPr>
          <a:xfrm rot="2734294">
            <a:off x="2984867" y="833987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Cross 166"/>
          <p:cNvSpPr/>
          <p:nvPr/>
        </p:nvSpPr>
        <p:spPr>
          <a:xfrm rot="2734294">
            <a:off x="3239008" y="90656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Cross 167"/>
          <p:cNvSpPr/>
          <p:nvPr/>
        </p:nvSpPr>
        <p:spPr>
          <a:xfrm rot="2734294">
            <a:off x="2764802" y="2217660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Cross 168"/>
          <p:cNvSpPr/>
          <p:nvPr/>
        </p:nvSpPr>
        <p:spPr>
          <a:xfrm rot="2734294">
            <a:off x="3301005" y="1819998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Cross 169"/>
          <p:cNvSpPr/>
          <p:nvPr/>
        </p:nvSpPr>
        <p:spPr>
          <a:xfrm rot="2734294">
            <a:off x="3375931" y="2371626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07153" y="3147808"/>
            <a:ext cx="2469425" cy="1786142"/>
            <a:chOff x="407153" y="3147808"/>
            <a:chExt cx="2469425" cy="1786142"/>
          </a:xfrm>
        </p:grpSpPr>
        <p:sp>
          <p:nvSpPr>
            <p:cNvPr id="13" name="TextBox 12"/>
            <p:cNvSpPr txBox="1"/>
            <p:nvPr/>
          </p:nvSpPr>
          <p:spPr>
            <a:xfrm>
              <a:off x="1003134" y="3147808"/>
              <a:ext cx="6841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size</a:t>
              </a:r>
            </a:p>
          </p:txBody>
        </p:sp>
        <p:pic>
          <p:nvPicPr>
            <p:cNvPr id="9" name="Picture 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930" y="3288388"/>
              <a:ext cx="608076" cy="180594"/>
            </a:xfrm>
            <a:prstGeom prst="rect">
              <a:avLst/>
            </a:prstGeom>
          </p:spPr>
        </p:pic>
        <p:sp>
          <p:nvSpPr>
            <p:cNvPr id="172" name="TextBox 171"/>
            <p:cNvSpPr txBox="1"/>
            <p:nvPr/>
          </p:nvSpPr>
          <p:spPr>
            <a:xfrm>
              <a:off x="991356" y="3454396"/>
              <a:ext cx="18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bedrooms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53" y="3594976"/>
              <a:ext cx="608076" cy="180594"/>
            </a:xfrm>
            <a:prstGeom prst="rect">
              <a:avLst/>
            </a:prstGeom>
          </p:spPr>
        </p:pic>
        <p:sp>
          <p:nvSpPr>
            <p:cNvPr id="174" name="TextBox 173"/>
            <p:cNvSpPr txBox="1"/>
            <p:nvPr/>
          </p:nvSpPr>
          <p:spPr>
            <a:xfrm>
              <a:off x="1000158" y="37718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# floors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954" y="3912420"/>
              <a:ext cx="608076" cy="185166"/>
            </a:xfrm>
            <a:prstGeom prst="rect">
              <a:avLst/>
            </a:prstGeom>
          </p:spPr>
        </p:pic>
        <p:sp>
          <p:nvSpPr>
            <p:cNvPr id="176" name="TextBox 175"/>
            <p:cNvSpPr txBox="1"/>
            <p:nvPr/>
          </p:nvSpPr>
          <p:spPr>
            <a:xfrm>
              <a:off x="1006300" y="4076640"/>
              <a:ext cx="1757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age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096" y="4217220"/>
              <a:ext cx="608076" cy="180594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904" y="4748784"/>
              <a:ext cx="518922" cy="18516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140" y="4549482"/>
              <a:ext cx="304038" cy="34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4748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http://www.cheapcar.org/wp-content/uploads/2010/04/car_loan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153423" y="1356669"/>
            <a:ext cx="3154967" cy="98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3213960" y="2634391"/>
            <a:ext cx="4533900" cy="202565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895521"/>
            <a:ext cx="1540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see this: </a:t>
            </a:r>
          </a:p>
        </p:txBody>
      </p:sp>
      <p:pic>
        <p:nvPicPr>
          <p:cNvPr id="6" name="Picture 14" descr="StanleyTinyS_Number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7316" y="3014521"/>
            <a:ext cx="4165534" cy="152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2422525" y="1700221"/>
            <a:ext cx="109537" cy="1127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2413860" y="1688241"/>
            <a:ext cx="5324475" cy="2609850"/>
            <a:chOff x="2286" y="1392"/>
            <a:chExt cx="3354" cy="1644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2784" y="1982"/>
              <a:ext cx="160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But the camera sees this:</a:t>
              </a:r>
            </a:p>
          </p:txBody>
        </p:sp>
        <p:sp>
          <p:nvSpPr>
            <p:cNvPr id="10" name="Line 17"/>
            <p:cNvSpPr>
              <a:spLocks noChangeShapeType="1"/>
            </p:cNvSpPr>
            <p:nvPr/>
          </p:nvSpPr>
          <p:spPr bwMode="auto">
            <a:xfrm>
              <a:off x="2364" y="1398"/>
              <a:ext cx="3276" cy="57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8"/>
            <p:cNvSpPr>
              <a:spLocks noChangeShapeType="1"/>
            </p:cNvSpPr>
            <p:nvPr/>
          </p:nvSpPr>
          <p:spPr bwMode="auto">
            <a:xfrm>
              <a:off x="2292" y="1392"/>
              <a:ext cx="498" cy="5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2286" y="1470"/>
              <a:ext cx="498" cy="156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114349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301038" y="831849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700194" y="831850"/>
            <a:ext cx="4151248" cy="2389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Computer Vision: Car detection</a:t>
            </a:r>
          </a:p>
        </p:txBody>
      </p:sp>
      <p:pic>
        <p:nvPicPr>
          <p:cNvPr id="78" name="Picture 18"/>
          <p:cNvPicPr>
            <a:picLocks noChangeAspect="1" noChangeArrowheads="1"/>
          </p:cNvPicPr>
          <p:nvPr/>
        </p:nvPicPr>
        <p:blipFill rotWithShape="1">
          <a:blip r:embed="rId2" cstate="print"/>
          <a:srcRect l="-930" r="930" b="11112"/>
          <a:stretch/>
        </p:blipFill>
        <p:spPr bwMode="auto">
          <a:xfrm>
            <a:off x="5926056" y="3409950"/>
            <a:ext cx="1465344" cy="976896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79" name="Text Box 19"/>
          <p:cNvSpPr txBox="1">
            <a:spLocks noChangeArrowheads="1"/>
          </p:cNvSpPr>
          <p:nvPr/>
        </p:nvSpPr>
        <p:spPr bwMode="auto">
          <a:xfrm>
            <a:off x="4724400" y="3409950"/>
            <a:ext cx="1932260" cy="156966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Testing: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What is this?  </a:t>
            </a:r>
          </a:p>
        </p:txBody>
      </p:sp>
      <p:sp>
        <p:nvSpPr>
          <p:cNvPr id="86" name="Text Box 20"/>
          <p:cNvSpPr txBox="1">
            <a:spLocks noChangeArrowheads="1"/>
          </p:cNvSpPr>
          <p:nvPr/>
        </p:nvSpPr>
        <p:spPr bwMode="auto">
          <a:xfrm>
            <a:off x="6141793" y="2766236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Not a car</a:t>
            </a:r>
          </a:p>
        </p:txBody>
      </p:sp>
      <p:pic>
        <p:nvPicPr>
          <p:cNvPr id="105" name="Picture 6" descr="http://t2.gstatic.com/images?q=tbn:ANd9GcTL9hSacq02lg06-d1mjwiBX5E3yNKEBXdBdyL2OuTvLG_4Wq1i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4947401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0" descr="http://t3.gstatic.com/images?q=tbn:ANd9GcQX25hoEV1zFAkP4DNG6aoXHPHlQO8BI9liNNdsDSdRxtAhByLIc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0" b="2050"/>
          <a:stretch/>
        </p:blipFill>
        <p:spPr bwMode="auto">
          <a:xfrm>
            <a:off x="7548429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23" descr="C:\Users\ang\Desktop\treesAndGrerb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5" b="7445"/>
          <a:stretch/>
        </p:blipFill>
        <p:spPr bwMode="auto">
          <a:xfrm>
            <a:off x="6249734" y="1965943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4" descr="C:\Users\ang\Desktop\imgres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5498"/>
          <a:stretch/>
        </p:blipFill>
        <p:spPr bwMode="auto">
          <a:xfrm>
            <a:off x="6249734" y="1061241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5" descr="C:\Users\ang\Desktop\imgres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/>
        </p:blipFill>
        <p:spPr bwMode="auto">
          <a:xfrm>
            <a:off x="7548429" y="1053340"/>
            <a:ext cx="1067845" cy="71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6"/>
          <p:cNvPicPr>
            <a:picLocks noChangeAspect="1" noChangeArrowheads="1"/>
          </p:cNvPicPr>
          <p:nvPr/>
        </p:nvPicPr>
        <p:blipFill rotWithShape="1">
          <a:blip r:embed="rId8" cstate="print"/>
          <a:srcRect t="5752" b="5752"/>
          <a:stretch/>
        </p:blipFill>
        <p:spPr bwMode="auto">
          <a:xfrm>
            <a:off x="4947401" y="1061241"/>
            <a:ext cx="1067845" cy="7118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1026" name="Picture 2" descr="http://www.trustmymechanic.com/images/prius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4" r="8984"/>
          <a:stretch/>
        </p:blipFill>
        <p:spPr bwMode="auto">
          <a:xfrm>
            <a:off x="536281" y="1062031"/>
            <a:ext cx="1069848" cy="71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5"/>
          <p:cNvPicPr>
            <a:picLocks noChangeAspect="1" noChangeArrowheads="1"/>
          </p:cNvPicPr>
          <p:nvPr/>
        </p:nvPicPr>
        <p:blipFill rotWithShape="1">
          <a:blip r:embed="rId10" cstate="print"/>
          <a:srcRect l="7833" t="25484" r="7833"/>
          <a:stretch/>
        </p:blipFill>
        <p:spPr bwMode="auto">
          <a:xfrm>
            <a:off x="1830507" y="1062031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2" name="Picture 6"/>
          <p:cNvPicPr>
            <a:picLocks noChangeAspect="1" noChangeArrowheads="1"/>
          </p:cNvPicPr>
          <p:nvPr/>
        </p:nvPicPr>
        <p:blipFill rotWithShape="1">
          <a:blip r:embed="rId11" cstate="print"/>
          <a:srcRect l="352" r="352"/>
          <a:stretch/>
        </p:blipFill>
        <p:spPr bwMode="auto">
          <a:xfrm>
            <a:off x="3121152" y="1963288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3" name="Picture 7"/>
          <p:cNvPicPr>
            <a:picLocks noChangeAspect="1" noChangeArrowheads="1"/>
          </p:cNvPicPr>
          <p:nvPr/>
        </p:nvPicPr>
        <p:blipFill rotWithShape="1">
          <a:blip r:embed="rId12" cstate="print"/>
          <a:srcRect l="1748" r="1748"/>
          <a:stretch/>
        </p:blipFill>
        <p:spPr bwMode="auto">
          <a:xfrm>
            <a:off x="1825752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4" name="Picture 8"/>
          <p:cNvPicPr>
            <a:picLocks noChangeAspect="1" noChangeArrowheads="1"/>
          </p:cNvPicPr>
          <p:nvPr/>
        </p:nvPicPr>
        <p:blipFill rotWithShape="1">
          <a:blip r:embed="rId13" cstate="print"/>
          <a:srcRect l="4106" t="18643" r="4106"/>
          <a:stretch/>
        </p:blipFill>
        <p:spPr bwMode="auto">
          <a:xfrm>
            <a:off x="3121152" y="1056886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pic>
        <p:nvPicPr>
          <p:cNvPr id="85" name="Picture 9"/>
          <p:cNvPicPr>
            <a:picLocks noChangeAspect="1" noChangeArrowheads="1"/>
          </p:cNvPicPr>
          <p:nvPr/>
        </p:nvPicPr>
        <p:blipFill rotWithShape="1">
          <a:blip r:embed="rId14" cstate="print"/>
          <a:srcRect l="7939" r="7939"/>
          <a:stretch/>
        </p:blipFill>
        <p:spPr bwMode="auto">
          <a:xfrm>
            <a:off x="536281" y="1962150"/>
            <a:ext cx="1069848" cy="7132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</p:pic>
      <p:sp>
        <p:nvSpPr>
          <p:cNvPr id="118" name="Text Box 20"/>
          <p:cNvSpPr txBox="1">
            <a:spLocks noChangeArrowheads="1"/>
          </p:cNvSpPr>
          <p:nvPr/>
        </p:nvSpPr>
        <p:spPr bwMode="auto">
          <a:xfrm>
            <a:off x="1730673" y="2769411"/>
            <a:ext cx="1318034" cy="40011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latin typeface="+mj-lt"/>
              </a:rPr>
              <a:t>Cars</a:t>
            </a:r>
          </a:p>
        </p:txBody>
      </p:sp>
    </p:spTree>
    <p:extLst>
      <p:ext uri="{BB962C8B-B14F-4D97-AF65-F5344CB8AC3E}">
        <p14:creationId xmlns:p14="http://schemas.microsoft.com/office/powerpoint/2010/main" val="123527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687116" y="3164856"/>
            <a:ext cx="986186" cy="448056"/>
            <a:chOff x="2661966" y="3157974"/>
            <a:chExt cx="986186" cy="448056"/>
          </a:xfrm>
        </p:grpSpPr>
        <p:sp>
          <p:nvSpPr>
            <p:cNvPr id="113" name="Plus 112"/>
            <p:cNvSpPr>
              <a:spLocks/>
            </p:cNvSpPr>
            <p:nvPr/>
          </p:nvSpPr>
          <p:spPr>
            <a:xfrm>
              <a:off x="2661966" y="3256002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125" name="Picture 6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352" r="352"/>
            <a:stretch/>
          </p:blipFill>
          <p:spPr bwMode="auto">
            <a:xfrm>
              <a:off x="2976068" y="3157974"/>
              <a:ext cx="672084" cy="44805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</p:pic>
      </p:grpSp>
      <p:sp>
        <p:nvSpPr>
          <p:cNvPr id="134" name="TextBox 133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pic>
        <p:nvPicPr>
          <p:cNvPr id="2050" name="Picture 2" descr="http://www.cheapcar.org/wp-content/uploads/2010/04/car_loan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1" b="20407"/>
          <a:stretch/>
        </p:blipFill>
        <p:spPr bwMode="auto">
          <a:xfrm>
            <a:off x="1897168" y="816959"/>
            <a:ext cx="2422076" cy="75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>
            <a:off x="4347879" y="1102728"/>
            <a:ext cx="952590" cy="0"/>
          </a:xfrm>
          <a:prstGeom prst="straightConnector1">
            <a:avLst/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9" name="Line Callout 1 (No Border) 18"/>
          <p:cNvSpPr/>
          <p:nvPr/>
        </p:nvSpPr>
        <p:spPr>
          <a:xfrm>
            <a:off x="2088244" y="166237"/>
            <a:ext cx="794825" cy="549252"/>
          </a:xfrm>
          <a:prstGeom prst="callout1">
            <a:avLst>
              <a:gd name="adj1" fmla="val 79493"/>
              <a:gd name="adj2" fmla="val 44341"/>
              <a:gd name="adj3" fmla="val 136797"/>
              <a:gd name="adj4" fmla="val 68644"/>
            </a:avLst>
          </a:prstGeom>
          <a:noFill/>
          <a:ln w="38100" cap="flat" cmpd="sng" algn="ctr">
            <a:solidFill>
              <a:schemeClr val="tx1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rPr>
              <a:t>pixel 1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0" name="Multiply 19"/>
          <p:cNvSpPr>
            <a:spLocks noChangeAspect="1"/>
          </p:cNvSpPr>
          <p:nvPr/>
        </p:nvSpPr>
        <p:spPr>
          <a:xfrm>
            <a:off x="2608885" y="905223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1" name="Multiply 20"/>
          <p:cNvSpPr>
            <a:spLocks noChangeAspect="1"/>
          </p:cNvSpPr>
          <p:nvPr/>
        </p:nvSpPr>
        <p:spPr>
          <a:xfrm>
            <a:off x="3760438" y="1366571"/>
            <a:ext cx="156462" cy="161374"/>
          </a:xfrm>
          <a:prstGeom prst="mathMultiply">
            <a:avLst/>
          </a:prstGeom>
          <a:solidFill>
            <a:srgbClr val="FFC000"/>
          </a:solidFill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22" name="Line Callout 1 (No Border) 21"/>
          <p:cNvSpPr/>
          <p:nvPr/>
        </p:nvSpPr>
        <p:spPr>
          <a:xfrm>
            <a:off x="4137502" y="1461410"/>
            <a:ext cx="794825" cy="549252"/>
          </a:xfrm>
          <a:prstGeom prst="callout1">
            <a:avLst>
              <a:gd name="adj1" fmla="val 32634"/>
              <a:gd name="adj2" fmla="val 23062"/>
              <a:gd name="adj3" fmla="val 3162"/>
              <a:gd name="adj4" fmla="val -26705"/>
            </a:avLst>
          </a:pr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rPr>
              <a:t>pixel 2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301329" y="2277808"/>
            <a:ext cx="832624" cy="557549"/>
            <a:chOff x="2301329" y="2277808"/>
            <a:chExt cx="832624" cy="557549"/>
          </a:xfrm>
        </p:grpSpPr>
        <p:sp>
          <p:nvSpPr>
            <p:cNvPr id="117" name="Plus 116"/>
            <p:cNvSpPr>
              <a:spLocks/>
            </p:cNvSpPr>
            <p:nvPr/>
          </p:nvSpPr>
          <p:spPr>
            <a:xfrm>
              <a:off x="2456640" y="2583357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pic>
          <p:nvPicPr>
            <p:cNvPr id="124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2301329" y="2277808"/>
              <a:ext cx="832624" cy="259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1905727" y="3710408"/>
            <a:ext cx="950896" cy="446105"/>
            <a:chOff x="1905727" y="3710408"/>
            <a:chExt cx="950896" cy="446105"/>
          </a:xfrm>
        </p:grpSpPr>
        <p:sp>
          <p:nvSpPr>
            <p:cNvPr id="123" name="Minus 122"/>
            <p:cNvSpPr/>
            <p:nvPr/>
          </p:nvSpPr>
          <p:spPr>
            <a:xfrm>
              <a:off x="1905727" y="381916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6" name="Picture 10" descr="http://t3.gstatic.com/images?q=tbn:ANd9GcQX25hoEV1zFAkP4DNG6aoXHPHlQO8BI9liNNdsDSdRxtAhByLIcA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0" b="2050"/>
            <a:stretch/>
          </p:blipFill>
          <p:spPr bwMode="auto">
            <a:xfrm>
              <a:off x="2187466" y="3710408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1313510" y="3088831"/>
            <a:ext cx="919718" cy="446105"/>
            <a:chOff x="1313510" y="3088831"/>
            <a:chExt cx="919718" cy="446105"/>
          </a:xfrm>
        </p:grpSpPr>
        <p:sp>
          <p:nvSpPr>
            <p:cNvPr id="120" name="Minus 119"/>
            <p:cNvSpPr/>
            <p:nvPr/>
          </p:nvSpPr>
          <p:spPr>
            <a:xfrm>
              <a:off x="1313510" y="3274584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7" name="Picture 23" descr="C:\Users\ang\Desktop\treesAndGrerb.jp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45" b="7445"/>
            <a:stretch/>
          </p:blipFill>
          <p:spPr bwMode="auto">
            <a:xfrm>
              <a:off x="1564071" y="3088831"/>
              <a:ext cx="669157" cy="446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008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897168" y="166237"/>
            <a:ext cx="3403301" cy="1844425"/>
            <a:chOff x="1371600" y="590638"/>
            <a:chExt cx="3915300" cy="2057312"/>
          </a:xfrm>
        </p:grpSpPr>
        <p:pic>
          <p:nvPicPr>
            <p:cNvPr id="32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3" name="Straight Arrow Connector 32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4" name="Line Callout 1 (No Border) 33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35" name="Multiply 34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36" name="Multiply 35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41" name="Line Callout 1 (No Border) 40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24" name="Plus 23"/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4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04878" y="4419881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1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1123713" y="2295215"/>
            <a:ext cx="0" cy="2124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014931" y="4266730"/>
            <a:ext cx="31734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40263" y="2424448"/>
            <a:ext cx="790922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pixel 2</a:t>
            </a:r>
            <a:endParaRPr lang="en-US" baseline="-25000" dirty="0"/>
          </a:p>
        </p:txBody>
      </p:sp>
      <p:sp>
        <p:nvSpPr>
          <p:cNvPr id="105" name="Text Box 572"/>
          <p:cNvSpPr txBox="1">
            <a:spLocks noChangeArrowheads="1"/>
          </p:cNvSpPr>
          <p:nvPr/>
        </p:nvSpPr>
        <p:spPr bwMode="auto">
          <a:xfrm>
            <a:off x="1418851" y="2038350"/>
            <a:ext cx="1338786" cy="3693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 lIns="91419" tIns="45710" rIns="91419" bIns="4571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" lastClr="FFFFFF"/>
                </a:solidFill>
              </a:rPr>
              <a:t>Raw image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117" name="Plus 116"/>
          <p:cNvSpPr>
            <a:spLocks/>
          </p:cNvSpPr>
          <p:nvPr/>
        </p:nvSpPr>
        <p:spPr>
          <a:xfrm>
            <a:off x="2456640" y="2583357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20" name="Minus 119"/>
          <p:cNvSpPr/>
          <p:nvPr/>
        </p:nvSpPr>
        <p:spPr>
          <a:xfrm>
            <a:off x="1313510" y="3274584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Minus 122"/>
          <p:cNvSpPr/>
          <p:nvPr/>
        </p:nvSpPr>
        <p:spPr>
          <a:xfrm>
            <a:off x="1905727" y="3819160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28" name="Group 50"/>
          <p:cNvGrpSpPr/>
          <p:nvPr/>
        </p:nvGrpSpPr>
        <p:grpSpPr>
          <a:xfrm>
            <a:off x="149396" y="4463809"/>
            <a:ext cx="1441798" cy="643040"/>
            <a:chOff x="2832540" y="2876490"/>
            <a:chExt cx="1668441" cy="716090"/>
          </a:xfrm>
        </p:grpSpPr>
        <p:sp>
          <p:nvSpPr>
            <p:cNvPr id="129" name="Plus 128"/>
            <p:cNvSpPr>
              <a:spLocks/>
            </p:cNvSpPr>
            <p:nvPr/>
          </p:nvSpPr>
          <p:spPr>
            <a:xfrm>
              <a:off x="2832540" y="2948400"/>
              <a:ext cx="252000" cy="252000"/>
            </a:xfrm>
            <a:prstGeom prst="mathPlus">
              <a:avLst/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130" name="Text Box 572"/>
            <p:cNvSpPr txBox="1">
              <a:spLocks noChangeArrowheads="1"/>
            </p:cNvSpPr>
            <p:nvPr/>
          </p:nvSpPr>
          <p:spPr bwMode="auto">
            <a:xfrm>
              <a:off x="3061140" y="2876490"/>
              <a:ext cx="681152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Cars</a:t>
              </a:r>
            </a:p>
          </p:txBody>
        </p:sp>
        <p:sp>
          <p:nvSpPr>
            <p:cNvPr id="131" name="Minus 130"/>
            <p:cNvSpPr/>
            <p:nvPr/>
          </p:nvSpPr>
          <p:spPr>
            <a:xfrm>
              <a:off x="2870640" y="3276600"/>
              <a:ext cx="190500" cy="228600"/>
            </a:xfrm>
            <a:prstGeom prst="mathMinus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2" name="Text Box 572"/>
            <p:cNvSpPr txBox="1">
              <a:spLocks noChangeArrowheads="1"/>
            </p:cNvSpPr>
            <p:nvPr/>
          </p:nvSpPr>
          <p:spPr bwMode="auto">
            <a:xfrm>
              <a:off x="3061140" y="3181291"/>
              <a:ext cx="1439841" cy="41128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“Non”-Cars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648200" y="1986980"/>
            <a:ext cx="4015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50 x 50 pixel images</a:t>
            </a:r>
            <a:r>
              <a:rPr lang="en-US" sz="2000" dirty="0">
                <a:latin typeface="+mj-lt"/>
                <a:sym typeface="Wingdings" pitchFamily="2" charset="2"/>
              </a:rPr>
              <a:t>→ 2500 pixels</a:t>
            </a:r>
          </a:p>
          <a:p>
            <a:r>
              <a:rPr lang="en-US" sz="2000" dirty="0">
                <a:latin typeface="+mj-lt"/>
                <a:sym typeface="Wingdings" pitchFamily="2" charset="2"/>
              </a:rPr>
              <a:t>                        (7500 if RGB)</a:t>
            </a:r>
            <a:endParaRPr lang="en-US" sz="2000" dirty="0">
              <a:latin typeface="+mj-lt"/>
            </a:endParaRPr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53" y="2406192"/>
            <a:ext cx="979170" cy="177165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756353" y="2949541"/>
            <a:ext cx="2505075" cy="1399639"/>
            <a:chOff x="4932327" y="3000911"/>
            <a:chExt cx="2505075" cy="1399639"/>
          </a:xfrm>
        </p:grpSpPr>
        <p:pic>
          <p:nvPicPr>
            <p:cNvPr id="28" name="Picture 2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2327" y="3032760"/>
              <a:ext cx="2505075" cy="136779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5564160" y="300091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1 intensity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564159" y="3313331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 intensity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64159" y="4042410"/>
              <a:ext cx="178504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+mj-lt"/>
                </a:rPr>
                <a:t>pixel 2500 intensity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670389" y="4390104"/>
            <a:ext cx="4297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Quadratic features (               ): ≈3 million		                  features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115" y="4530155"/>
            <a:ext cx="756285" cy="198120"/>
          </a:xfrm>
          <a:prstGeom prst="rect">
            <a:avLst/>
          </a:prstGeom>
        </p:spPr>
      </p:pic>
      <p:sp>
        <p:nvSpPr>
          <p:cNvPr id="34" name="Plus 33"/>
          <p:cNvSpPr>
            <a:spLocks/>
          </p:cNvSpPr>
          <p:nvPr/>
        </p:nvSpPr>
        <p:spPr>
          <a:xfrm>
            <a:off x="3326878" y="340643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5" name="Plus 34"/>
          <p:cNvSpPr>
            <a:spLocks/>
          </p:cNvSpPr>
          <p:nvPr/>
        </p:nvSpPr>
        <p:spPr>
          <a:xfrm>
            <a:off x="2180713" y="3118818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36" name="Plus 35"/>
          <p:cNvSpPr>
            <a:spLocks/>
          </p:cNvSpPr>
          <p:nvPr/>
        </p:nvSpPr>
        <p:spPr>
          <a:xfrm>
            <a:off x="3035293" y="2793780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0" name="Plus 39"/>
          <p:cNvSpPr>
            <a:spLocks/>
          </p:cNvSpPr>
          <p:nvPr/>
        </p:nvSpPr>
        <p:spPr>
          <a:xfrm>
            <a:off x="2783293" y="2322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1" name="Plus 40"/>
          <p:cNvSpPr>
            <a:spLocks/>
          </p:cNvSpPr>
          <p:nvPr/>
        </p:nvSpPr>
        <p:spPr>
          <a:xfrm>
            <a:off x="3451965" y="244814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2" name="Plus 41"/>
          <p:cNvSpPr>
            <a:spLocks/>
          </p:cNvSpPr>
          <p:nvPr/>
        </p:nvSpPr>
        <p:spPr>
          <a:xfrm>
            <a:off x="3574137" y="3016025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43" name="Minus 42"/>
          <p:cNvSpPr/>
          <p:nvPr/>
        </p:nvSpPr>
        <p:spPr>
          <a:xfrm>
            <a:off x="1400694" y="37653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Minus 43"/>
          <p:cNvSpPr/>
          <p:nvPr/>
        </p:nvSpPr>
        <p:spPr>
          <a:xfrm>
            <a:off x="1489292" y="276636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Minus 44"/>
          <p:cNvSpPr/>
          <p:nvPr/>
        </p:nvSpPr>
        <p:spPr>
          <a:xfrm>
            <a:off x="1790250" y="30274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Minus 45"/>
          <p:cNvSpPr/>
          <p:nvPr/>
        </p:nvSpPr>
        <p:spPr>
          <a:xfrm>
            <a:off x="1599010" y="235475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Minus 46"/>
          <p:cNvSpPr/>
          <p:nvPr/>
        </p:nvSpPr>
        <p:spPr>
          <a:xfrm>
            <a:off x="1899968" y="261579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Minus 47"/>
          <p:cNvSpPr/>
          <p:nvPr/>
        </p:nvSpPr>
        <p:spPr>
          <a:xfrm>
            <a:off x="1727182" y="3508002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Minus 49"/>
          <p:cNvSpPr/>
          <p:nvPr/>
        </p:nvSpPr>
        <p:spPr>
          <a:xfrm>
            <a:off x="2741704" y="3876453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Minus 52"/>
          <p:cNvSpPr/>
          <p:nvPr/>
        </p:nvSpPr>
        <p:spPr>
          <a:xfrm>
            <a:off x="2309010" y="3665285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Minus 53"/>
          <p:cNvSpPr/>
          <p:nvPr/>
        </p:nvSpPr>
        <p:spPr>
          <a:xfrm>
            <a:off x="2337463" y="3961921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Minus 54"/>
          <p:cNvSpPr/>
          <p:nvPr/>
        </p:nvSpPr>
        <p:spPr>
          <a:xfrm>
            <a:off x="3231628" y="3993998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Minus 55"/>
          <p:cNvSpPr/>
          <p:nvPr/>
        </p:nvSpPr>
        <p:spPr>
          <a:xfrm>
            <a:off x="3608715" y="383543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Minus 56"/>
          <p:cNvSpPr/>
          <p:nvPr/>
        </p:nvSpPr>
        <p:spPr>
          <a:xfrm>
            <a:off x="3041128" y="3703117"/>
            <a:ext cx="190500" cy="228600"/>
          </a:xfrm>
          <a:prstGeom prst="mathMinus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606352" y="644363"/>
            <a:ext cx="1540333" cy="979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Learning Algorithm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1897168" y="166237"/>
            <a:ext cx="3403301" cy="1844425"/>
            <a:chOff x="1371600" y="590638"/>
            <a:chExt cx="3915300" cy="2057312"/>
          </a:xfrm>
        </p:grpSpPr>
        <p:pic>
          <p:nvPicPr>
            <p:cNvPr id="60" name="Picture 2" descr="http://www.cheapcar.org/wp-content/uploads/2010/04/car_loans.jpg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51" b="20407"/>
            <a:stretch/>
          </p:blipFill>
          <p:spPr bwMode="auto">
            <a:xfrm>
              <a:off x="1371600" y="1316467"/>
              <a:ext cx="2786458" cy="8426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1" name="Straight Arrow Connector 60"/>
            <p:cNvCxnSpPr/>
            <p:nvPr/>
          </p:nvCxnSpPr>
          <p:spPr>
            <a:xfrm flipH="1">
              <a:off x="4191000" y="1635221"/>
              <a:ext cx="10959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head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62" name="Line Callout 1 (No Border) 61"/>
            <p:cNvSpPr/>
            <p:nvPr/>
          </p:nvSpPr>
          <p:spPr>
            <a:xfrm>
              <a:off x="1591422" y="590638"/>
              <a:ext cx="914400" cy="612648"/>
            </a:xfrm>
            <a:prstGeom prst="callout1">
              <a:avLst>
                <a:gd name="adj1" fmla="val 79493"/>
                <a:gd name="adj2" fmla="val 44341"/>
                <a:gd name="adj3" fmla="val 136797"/>
                <a:gd name="adj4" fmla="val 68644"/>
              </a:avLst>
            </a:prstGeom>
            <a:noFill/>
            <a:ln w="381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3" name="Multiply 62"/>
            <p:cNvSpPr>
              <a:spLocks noChangeAspect="1"/>
            </p:cNvSpPr>
            <p:nvPr/>
          </p:nvSpPr>
          <p:spPr>
            <a:xfrm>
              <a:off x="2190389" y="1414919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4" name="Multiply 63"/>
            <p:cNvSpPr>
              <a:spLocks noChangeAspect="1"/>
            </p:cNvSpPr>
            <p:nvPr/>
          </p:nvSpPr>
          <p:spPr>
            <a:xfrm>
              <a:off x="3515184" y="1929517"/>
              <a:ext cx="180000" cy="180000"/>
            </a:xfrm>
            <a:prstGeom prst="mathMultiply">
              <a:avLst/>
            </a:prstGeom>
            <a:solidFill>
              <a:srgbClr val="FFC000"/>
            </a:solidFill>
            <a:ln w="127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  <p:sp>
          <p:nvSpPr>
            <p:cNvPr id="65" name="Line Callout 1 (No Border) 64"/>
            <p:cNvSpPr/>
            <p:nvPr/>
          </p:nvSpPr>
          <p:spPr>
            <a:xfrm>
              <a:off x="3948974" y="2035302"/>
              <a:ext cx="914400" cy="612648"/>
            </a:xfrm>
            <a:prstGeom prst="callout1">
              <a:avLst>
                <a:gd name="adj1" fmla="val 32634"/>
                <a:gd name="adj2" fmla="val 23062"/>
                <a:gd name="adj3" fmla="val 3162"/>
                <a:gd name="adj4" fmla="val -26705"/>
              </a:avLst>
            </a:prstGeom>
            <a:noFill/>
            <a:ln w="38100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tailEnd type="triangle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맑은 고딕"/>
                  <a:cs typeface="+mn-cs"/>
                </a:rPr>
                <a:t>pixel 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/>
                <a:cs typeface="+mn-cs"/>
              </a:endParaRPr>
            </a:p>
          </p:txBody>
        </p:sp>
      </p:grpSp>
      <p:sp>
        <p:nvSpPr>
          <p:cNvPr id="66" name="Plus 65"/>
          <p:cNvSpPr>
            <a:spLocks/>
          </p:cNvSpPr>
          <p:nvPr/>
        </p:nvSpPr>
        <p:spPr>
          <a:xfrm>
            <a:off x="2687116" y="3262884"/>
            <a:ext cx="252000" cy="252000"/>
          </a:xfrm>
          <a:prstGeom prst="mathPlus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F3DE953-C566-F6C3-0734-22C80606EF1A}"/>
                  </a:ext>
                </a:extLst>
              </p14:cNvPr>
              <p14:cNvContentPartPr/>
              <p14:nvPr/>
            </p14:nvContentPartPr>
            <p14:xfrm>
              <a:off x="1729440" y="548640"/>
              <a:ext cx="6814800" cy="4222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F3DE953-C566-F6C3-0734-22C80606EF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0080" y="539280"/>
                <a:ext cx="6833520" cy="424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448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283860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Neurons and the brain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86737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Neural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916725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Origins: Algorithms that try to mimic the brain.</a:t>
            </a:r>
          </a:p>
          <a:p>
            <a:r>
              <a:rPr lang="en-US" sz="2800" dirty="0"/>
              <a:t>Was very widely used in 80s and early 90s; popularity diminished in late 90s.</a:t>
            </a:r>
          </a:p>
          <a:p>
            <a:r>
              <a:rPr lang="en-US" sz="2800" dirty="0"/>
              <a:t>Recent resurgence: State-of-the-art technique for many applications</a:t>
            </a:r>
          </a:p>
        </p:txBody>
      </p:sp>
    </p:spTree>
    <p:extLst>
      <p:ext uri="{BB962C8B-B14F-4D97-AF65-F5344CB8AC3E}">
        <p14:creationId xmlns:p14="http://schemas.microsoft.com/office/powerpoint/2010/main" val="310350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91338" y="6184245"/>
            <a:ext cx="12105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ct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3D8FF"/>
                </a:solidFill>
                <a:latin typeface="Arial" pitchFamily="34" charset="0"/>
              </a:rPr>
              <a:t>[Roe et al., 1992]</a:t>
            </a:r>
          </a:p>
        </p:txBody>
      </p:sp>
      <p:pic>
        <p:nvPicPr>
          <p:cNvPr id="4" name="Picture 1" descr="C:\Users\ang\Desktop\Brodmann_41_4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316" b="94211" l="4000" r="99000">
                        <a14:foregroundMark x1="28333" y1="20000" x2="28333" y2="20000"/>
                        <a14:foregroundMark x1="17333" y1="14211" x2="4333" y2="43158"/>
                        <a14:foregroundMark x1="5667" y1="45263" x2="9000" y2="71053"/>
                        <a14:foregroundMark x1="22000" y1="75789" x2="42333" y2="80526"/>
                        <a14:foregroundMark x1="37333" y1="94211" x2="66000" y2="83684"/>
                        <a14:foregroundMark x1="82333" y1="75263" x2="43667" y2="11579"/>
                        <a14:foregroundMark x1="38667" y1="6842" x2="73667" y2="15789"/>
                        <a14:foregroundMark x1="85667" y1="38421" x2="99000" y2="6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28509" y="1146033"/>
            <a:ext cx="3336132" cy="229788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166865" y="3754219"/>
            <a:ext cx="37570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+mj-lt"/>
              </a:rPr>
              <a:t>Auditory cortex learns to see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4022" y="2941309"/>
            <a:ext cx="2086902" cy="3904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Auditory Cortex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flipV="1">
            <a:off x="3094074" y="2594732"/>
            <a:ext cx="2637144" cy="39382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4473763" y="2647045"/>
            <a:ext cx="276222" cy="276222"/>
            <a:chOff x="0" y="2153"/>
            <a:chExt cx="571" cy="574"/>
          </a:xfrm>
        </p:grpSpPr>
        <p:sp>
          <p:nvSpPr>
            <p:cNvPr id="9" name="Line 47"/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0" name="Line 48"/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>
                <a:solidFill>
                  <a:srgbClr val="FFFFFF"/>
                </a:solidFill>
                <a:latin typeface="Arial" charset="0"/>
              </a:endParaRPr>
            </a:p>
          </p:txBody>
        </p:sp>
      </p:grpSp>
      <p:cxnSp>
        <p:nvCxnSpPr>
          <p:cNvPr id="12" name="Straight Arrow Connector 11"/>
          <p:cNvCxnSpPr/>
          <p:nvPr/>
        </p:nvCxnSpPr>
        <p:spPr bwMode="auto">
          <a:xfrm>
            <a:off x="3424238" y="1873985"/>
            <a:ext cx="2306980" cy="542206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3" name="Picture 12" descr="Eye.pn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pic>
        <p:nvPicPr>
          <p:cNvPr id="14" name="Picture 13" descr="Ear.pn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1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086" y="2543579"/>
            <a:ext cx="963108" cy="15763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866501"/>
            <a:ext cx="1249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[Roe et al., 1992]</a:t>
            </a:r>
          </a:p>
        </p:txBody>
      </p:sp>
    </p:spTree>
    <p:extLst>
      <p:ext uri="{BB962C8B-B14F-4D97-AF65-F5344CB8AC3E}">
        <p14:creationId xmlns:p14="http://schemas.microsoft.com/office/powerpoint/2010/main" val="118563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pubpages.unh.edu/~cjy67/Images/hand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 trans="100000" smoothness="1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 bwMode="auto">
          <a:xfrm>
            <a:off x="1818167" y="2516936"/>
            <a:ext cx="1424763" cy="145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://upload.wikimedia.org/wikipedia/commons/6/66/Postcentral_gy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211" b="93158" l="2000" r="97667">
                        <a14:foregroundMark x1="7000" y1="33684" x2="39333" y2="7368"/>
                        <a14:foregroundMark x1="44667" y1="4211" x2="54667" y2="6316"/>
                        <a14:foregroundMark x1="86667" y1="39474" x2="95000" y2="57895"/>
                        <a14:foregroundMark x1="93667" y1="55789" x2="97667" y2="66316"/>
                        <a14:foregroundMark x1="57000" y1="84737" x2="34667" y2="88421"/>
                        <a14:foregroundMark x1="43000" y1="93684" x2="32333" y2="81579"/>
                        <a14:foregroundMark x1="8000" y1="67895" x2="2000" y2="43158"/>
                        <a14:backgroundMark x1="7000" y1="15789" x2="16000" y2="11053"/>
                        <a14:backgroundMark x1="82667" y1="7368" x2="89667" y2="14737"/>
                      </a14:backgroundRemoval>
                    </a14:imgEffect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378" y="1123950"/>
            <a:ext cx="3340660" cy="229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/>
          <p:nvPr/>
        </p:nvCxnSpPr>
        <p:spPr bwMode="auto">
          <a:xfrm flipV="1">
            <a:off x="3094074" y="1965329"/>
            <a:ext cx="2497634" cy="998056"/>
          </a:xfrm>
          <a:prstGeom prst="straightConnector1">
            <a:avLst/>
          </a:prstGeom>
          <a:noFill/>
          <a:ln w="57150" cap="flat" cmpd="sng" algn="ctr">
            <a:solidFill>
              <a:srgbClr val="53D8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677746" y="3729046"/>
            <a:ext cx="5009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latin typeface="+mj-lt"/>
              </a:rPr>
              <a:t>Somatosensory cortex learns to see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+mj-lt"/>
            </a:endParaRPr>
          </a:p>
        </p:txBody>
      </p: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4197541" y="2326246"/>
            <a:ext cx="276222" cy="276222"/>
            <a:chOff x="0" y="2153"/>
            <a:chExt cx="571" cy="574"/>
          </a:xfrm>
        </p:grpSpPr>
        <p:sp>
          <p:nvSpPr>
            <p:cNvPr id="18" name="Line 47"/>
            <p:cNvSpPr>
              <a:spLocks noChangeShapeType="1"/>
            </p:cNvSpPr>
            <p:nvPr/>
          </p:nvSpPr>
          <p:spPr bwMode="auto">
            <a:xfrm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19" name="Line 48"/>
            <p:cNvSpPr>
              <a:spLocks noChangeShapeType="1"/>
            </p:cNvSpPr>
            <p:nvPr/>
          </p:nvSpPr>
          <p:spPr bwMode="auto">
            <a:xfrm flipV="1">
              <a:off x="0" y="2153"/>
              <a:ext cx="571" cy="57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en-US" sz="2400">
                <a:solidFill>
                  <a:srgbClr val="FFFFFF"/>
                </a:solidFill>
                <a:latin typeface="+mj-lt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004022" y="2571750"/>
            <a:ext cx="2844578" cy="5139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noFill/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 anchorCtr="1"/>
          <a:lstStyle/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Somatosensory Cortex</a:t>
            </a: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3424238" y="1873985"/>
            <a:ext cx="2167470" cy="91344"/>
          </a:xfrm>
          <a:prstGeom prst="straightConnector1">
            <a:avLst/>
          </a:prstGeom>
          <a:noFill/>
          <a:ln w="57150" cap="flat" cmpd="sng" algn="ctr">
            <a:solidFill>
              <a:srgbClr val="C52B87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5" name="Picture 24" descr="Eye.pn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  <a14:imgEffect>
                      <a14:artisticGlowEdges trans="100000" smoothness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5395" y="1207595"/>
            <a:ext cx="1980812" cy="9857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“one learning algorithm” hypothesis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866501"/>
            <a:ext cx="15277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Metin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&amp; Frost, 1989]</a:t>
            </a:r>
          </a:p>
        </p:txBody>
      </p:sp>
    </p:spTree>
    <p:extLst>
      <p:ext uri="{BB962C8B-B14F-4D97-AF65-F5344CB8AC3E}">
        <p14:creationId xmlns:p14="http://schemas.microsoft.com/office/powerpoint/2010/main" val="1605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Representation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266828" y="2190750"/>
            <a:ext cx="4496172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</a:t>
            </a:r>
          </a:p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representation I</a:t>
            </a:r>
          </a:p>
        </p:txBody>
      </p:sp>
    </p:spTree>
    <p:extLst>
      <p:ext uri="{BB962C8B-B14F-4D97-AF65-F5344CB8AC3E}">
        <p14:creationId xmlns:p14="http://schemas.microsoft.com/office/powerpoint/2010/main" val="2001765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g\Desktop\Neuron.jpg"/>
          <p:cNvPicPr>
            <a:picLocks noChangeAspect="1" noChangeArrowheads="1"/>
          </p:cNvPicPr>
          <p:nvPr/>
        </p:nvPicPr>
        <p:blipFill>
          <a:blip r:embed="rId2" cstate="print"/>
          <a:srcRect t="22274"/>
          <a:stretch>
            <a:fillRect/>
          </a:stretch>
        </p:blipFill>
        <p:spPr bwMode="auto">
          <a:xfrm>
            <a:off x="1447800" y="974812"/>
            <a:ext cx="6019800" cy="319387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in the brain</a:t>
            </a:r>
          </a:p>
        </p:txBody>
      </p:sp>
    </p:spTree>
    <p:extLst>
      <p:ext uri="{BB962C8B-B14F-4D97-AF65-F5344CB8AC3E}">
        <p14:creationId xmlns:p14="http://schemas.microsoft.com/office/powerpoint/2010/main" val="844207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upload.wikimedia.org/wikipedia/en/a/a6/Chemical_synapse_schema.jpg"/>
          <p:cNvPicPr>
            <a:picLocks noChangeAspect="1" noChangeArrowheads="1"/>
          </p:cNvPicPr>
          <p:nvPr/>
        </p:nvPicPr>
        <p:blipFill rotWithShape="1">
          <a:blip r:embed="rId2" cstate="print"/>
          <a:srcRect t="7373"/>
          <a:stretch/>
        </p:blipFill>
        <p:spPr bwMode="auto">
          <a:xfrm>
            <a:off x="2941386" y="708974"/>
            <a:ext cx="3290761" cy="390938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Neurons in 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66501"/>
            <a:ext cx="4438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[Credit: US National Institutes of Health, National Institute on Aging]</a:t>
            </a:r>
          </a:p>
        </p:txBody>
      </p:sp>
    </p:spTree>
    <p:extLst>
      <p:ext uri="{BB962C8B-B14F-4D97-AF65-F5344CB8AC3E}">
        <p14:creationId xmlns:p14="http://schemas.microsoft.com/office/powerpoint/2010/main" val="2555453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838200" y="1619140"/>
            <a:ext cx="3733800" cy="1880437"/>
            <a:chOff x="867068" y="1227847"/>
            <a:chExt cx="5050946" cy="2543785"/>
          </a:xfrm>
        </p:grpSpPr>
        <p:sp>
          <p:nvSpPr>
            <p:cNvPr id="3" name="Oval 2"/>
            <p:cNvSpPr/>
            <p:nvPr/>
          </p:nvSpPr>
          <p:spPr>
            <a:xfrm>
              <a:off x="867068" y="3065025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867068" y="2146436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867068" y="1227847"/>
              <a:ext cx="712906" cy="70660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29" idx="6"/>
            </p:cNvCxnSpPr>
            <p:nvPr/>
          </p:nvCxnSpPr>
          <p:spPr>
            <a:xfrm>
              <a:off x="3808718" y="2488798"/>
              <a:ext cx="712906" cy="147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6"/>
              <a:endCxn id="29" idx="2"/>
            </p:cNvCxnSpPr>
            <p:nvPr/>
          </p:nvCxnSpPr>
          <p:spPr>
            <a:xfrm>
              <a:off x="1579974" y="1581151"/>
              <a:ext cx="1515838" cy="9076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29" idx="2"/>
            </p:cNvCxnSpPr>
            <p:nvPr/>
          </p:nvCxnSpPr>
          <p:spPr>
            <a:xfrm flipV="1">
              <a:off x="1579974" y="2488796"/>
              <a:ext cx="1515838" cy="109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3" idx="6"/>
              <a:endCxn id="29" idx="2"/>
            </p:cNvCxnSpPr>
            <p:nvPr/>
          </p:nvCxnSpPr>
          <p:spPr>
            <a:xfrm flipV="1">
              <a:off x="1579974" y="2488796"/>
              <a:ext cx="1515838" cy="929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3095812" y="2135492"/>
              <a:ext cx="712906" cy="706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8600" y="2192053"/>
              <a:ext cx="1179414" cy="532127"/>
            </a:xfrm>
            <a:prstGeom prst="rect">
              <a:avLst/>
            </a:prstGeom>
          </p:spPr>
        </p:pic>
      </p:grpSp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Neuron model: Logistic unit</a:t>
            </a:r>
          </a:p>
        </p:txBody>
      </p:sp>
      <p:pic>
        <p:nvPicPr>
          <p:cNvPr id="57" name="Picture 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9" y="595974"/>
            <a:ext cx="1200727" cy="147320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595974"/>
            <a:ext cx="1143000" cy="14732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81000" y="386268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Sigmoid (logistic) activation function.</a:t>
            </a:r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57" y="1824355"/>
            <a:ext cx="222885" cy="150495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497455"/>
            <a:ext cx="228600" cy="150495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179445"/>
            <a:ext cx="230505" cy="15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3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2789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219200" y="1642748"/>
            <a:ext cx="6354389" cy="2622371"/>
            <a:chOff x="656011" y="1657350"/>
            <a:chExt cx="6811590" cy="2811052"/>
          </a:xfrm>
        </p:grpSpPr>
        <p:sp>
          <p:nvSpPr>
            <p:cNvPr id="20" name="Oval 19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>
              <a:stCxn id="23" idx="6"/>
              <a:endCxn id="24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2" idx="6"/>
              <a:endCxn id="24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0" idx="6"/>
              <a:endCxn id="24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42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>
              <a:stCxn id="23" idx="6"/>
              <a:endCxn id="34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endCxn id="34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0" idx="6"/>
              <a:endCxn id="34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2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>
              <a:stCxn id="41" idx="6"/>
              <a:endCxn id="42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4" idx="6"/>
              <a:endCxn id="42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4" idx="6"/>
              <a:endCxn id="42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</p:spPr>
        </p:pic>
        <p:pic>
          <p:nvPicPr>
            <p:cNvPr id="67" name="Picture 6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</p:spPr>
        </p:pic>
        <p:pic>
          <p:nvPicPr>
            <p:cNvPr id="68" name="Picture 6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</p:spPr>
        </p:pic>
      </p:grpSp>
      <p:sp>
        <p:nvSpPr>
          <p:cNvPr id="72" name="TextBox 71"/>
          <p:cNvSpPr txBox="1"/>
          <p:nvPr/>
        </p:nvSpPr>
        <p:spPr>
          <a:xfrm>
            <a:off x="1066800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131884" y="4381440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6746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39918"/>
            <a:ext cx="641985" cy="3409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087428"/>
            <a:ext cx="701040" cy="23431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968240" y="520048"/>
            <a:ext cx="3947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“activation” of unit    in layer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499" y="631861"/>
            <a:ext cx="68580" cy="1714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532" y="631861"/>
            <a:ext cx="104775" cy="2190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3001" y="990421"/>
            <a:ext cx="3947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matrix of weights controlling function mapping from layer    to layer</a:t>
            </a:r>
          </a:p>
        </p:txBody>
      </p:sp>
      <p:pic>
        <p:nvPicPr>
          <p:cNvPr id="50" name="Picture 4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925" y="1403780"/>
            <a:ext cx="104775" cy="219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713517"/>
            <a:ext cx="539115" cy="2209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393950"/>
            <a:ext cx="4872990" cy="3390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40" y="2824494"/>
            <a:ext cx="4872990" cy="3390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260104"/>
            <a:ext cx="4872990" cy="339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38" y="3728261"/>
            <a:ext cx="6450330" cy="33909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81000" y="4152840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network has      units in layer    ,           units in layer           , then</a:t>
            </a:r>
          </a:p>
          <a:p>
            <a:r>
              <a:rPr lang="en-US" sz="2000" dirty="0"/>
              <a:t>will be of dimension                               .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6712" y="4316734"/>
            <a:ext cx="182881" cy="1866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082" y="4271010"/>
            <a:ext cx="104775" cy="219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41" y="4313682"/>
            <a:ext cx="440055" cy="18669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977" y="4272919"/>
            <a:ext cx="539115" cy="22098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078" y="4206932"/>
            <a:ext cx="415290" cy="2343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282" y="4535043"/>
            <a:ext cx="1611630" cy="264795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794290" y="742950"/>
            <a:ext cx="2634710" cy="1087310"/>
            <a:chOff x="656011" y="1657350"/>
            <a:chExt cx="6811590" cy="2811052"/>
          </a:xfrm>
        </p:grpSpPr>
        <p:sp>
          <p:nvSpPr>
            <p:cNvPr id="71" name="Oval 70"/>
            <p:cNvSpPr/>
            <p:nvPr/>
          </p:nvSpPr>
          <p:spPr>
            <a:xfrm>
              <a:off x="656011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656011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656011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2783094" y="2672452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Arrow Connector 76"/>
            <p:cNvCxnSpPr>
              <a:stCxn id="75" idx="6"/>
              <a:endCxn id="76" idx="2"/>
            </p:cNvCxnSpPr>
            <p:nvPr/>
          </p:nvCxnSpPr>
          <p:spPr>
            <a:xfrm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74" idx="6"/>
              <a:endCxn id="76" idx="2"/>
            </p:cNvCxnSpPr>
            <p:nvPr/>
          </p:nvCxnSpPr>
          <p:spPr>
            <a:xfrm>
              <a:off x="1443819" y="3062878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1" idx="6"/>
              <a:endCxn id="76" idx="2"/>
            </p:cNvCxnSpPr>
            <p:nvPr/>
          </p:nvCxnSpPr>
          <p:spPr>
            <a:xfrm flipV="1"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89" idx="6"/>
            </p:cNvCxnSpPr>
            <p:nvPr/>
          </p:nvCxnSpPr>
          <p:spPr>
            <a:xfrm>
              <a:off x="5619204" y="2711090"/>
              <a:ext cx="787808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Oval 80"/>
            <p:cNvSpPr/>
            <p:nvPr/>
          </p:nvSpPr>
          <p:spPr>
            <a:xfrm>
              <a:off x="2783094" y="3687554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/>
            <p:cNvCxnSpPr>
              <a:stCxn id="75" idx="6"/>
              <a:endCxn id="81" idx="2"/>
            </p:cNvCxnSpPr>
            <p:nvPr/>
          </p:nvCxnSpPr>
          <p:spPr>
            <a:xfrm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endCxn id="81" idx="2"/>
            </p:cNvCxnSpPr>
            <p:nvPr/>
          </p:nvCxnSpPr>
          <p:spPr>
            <a:xfrm>
              <a:off x="1443819" y="3062876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71" idx="6"/>
              <a:endCxn id="81" idx="2"/>
            </p:cNvCxnSpPr>
            <p:nvPr/>
          </p:nvCxnSpPr>
          <p:spPr>
            <a:xfrm>
              <a:off x="1443819" y="4077980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>
              <a:off x="1443819" y="2047777"/>
              <a:ext cx="1339274" cy="162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74" idx="6"/>
            </p:cNvCxnSpPr>
            <p:nvPr/>
          </p:nvCxnSpPr>
          <p:spPr>
            <a:xfrm flipV="1">
              <a:off x="1443819" y="2047774"/>
              <a:ext cx="1339274" cy="10151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71" idx="6"/>
            </p:cNvCxnSpPr>
            <p:nvPr/>
          </p:nvCxnSpPr>
          <p:spPr>
            <a:xfrm flipV="1">
              <a:off x="1443819" y="2047774"/>
              <a:ext cx="1339274" cy="203020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/>
            <p:cNvSpPr/>
            <p:nvPr/>
          </p:nvSpPr>
          <p:spPr>
            <a:xfrm>
              <a:off x="2783094" y="1657350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4831395" y="2320663"/>
              <a:ext cx="787808" cy="78084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Arrow Connector 89"/>
            <p:cNvCxnSpPr>
              <a:stCxn id="88" idx="6"/>
              <a:endCxn id="89" idx="2"/>
            </p:cNvCxnSpPr>
            <p:nvPr/>
          </p:nvCxnSpPr>
          <p:spPr>
            <a:xfrm>
              <a:off x="3570902" y="2047774"/>
              <a:ext cx="1260493" cy="6633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76" idx="6"/>
              <a:endCxn id="89" idx="2"/>
            </p:cNvCxnSpPr>
            <p:nvPr/>
          </p:nvCxnSpPr>
          <p:spPr>
            <a:xfrm flipV="1">
              <a:off x="3570902" y="2711087"/>
              <a:ext cx="1260493" cy="351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81" idx="6"/>
              <a:endCxn id="89" idx="2"/>
            </p:cNvCxnSpPr>
            <p:nvPr/>
          </p:nvCxnSpPr>
          <p:spPr>
            <a:xfrm flipV="1">
              <a:off x="3570902" y="2711087"/>
              <a:ext cx="1260493" cy="13668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Picture 92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3199" y="2476833"/>
              <a:ext cx="914402" cy="377015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4" name="Picture 93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28" y="1933074"/>
              <a:ext cx="311667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5" name="Picture 94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0" y="2955604"/>
              <a:ext cx="319659" cy="210442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6" name="Picture 9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271" y="3971723"/>
              <a:ext cx="322323" cy="21577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7" name="Picture 96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5070" y="1863447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8" name="Picture 97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067" y="2886801"/>
              <a:ext cx="363855" cy="335280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99" name="Picture 98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192" y="3910338"/>
              <a:ext cx="363855" cy="339090"/>
            </a:xfrm>
            <a:prstGeom prst="rect">
              <a:avLst/>
            </a:prstGeom>
            <a:ln w="1270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0715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/>
          <p:cNvSpPr txBox="1"/>
          <p:nvPr/>
        </p:nvSpPr>
        <p:spPr>
          <a:xfrm>
            <a:off x="4663163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3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99574" y="3017884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99574" y="2070917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899574" y="1123950"/>
            <a:ext cx="734930" cy="728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2883885" y="2070917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/>
          <p:cNvCxnSpPr>
            <a:stCxn id="87" idx="6"/>
            <a:endCxn id="88" idx="2"/>
          </p:cNvCxnSpPr>
          <p:nvPr/>
        </p:nvCxnSpPr>
        <p:spPr>
          <a:xfrm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86" idx="6"/>
            <a:endCxn id="88" idx="2"/>
          </p:cNvCxnSpPr>
          <p:nvPr/>
        </p:nvCxnSpPr>
        <p:spPr>
          <a:xfrm>
            <a:off x="1634504" y="2435137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5" idx="6"/>
            <a:endCxn id="88" idx="2"/>
          </p:cNvCxnSpPr>
          <p:nvPr/>
        </p:nvCxnSpPr>
        <p:spPr>
          <a:xfrm flipV="1"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101" idx="6"/>
            <a:endCxn id="45" idx="2"/>
          </p:cNvCxnSpPr>
          <p:nvPr/>
        </p:nvCxnSpPr>
        <p:spPr>
          <a:xfrm>
            <a:off x="5529632" y="1869169"/>
            <a:ext cx="803026" cy="5334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2883885" y="3017884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/>
          <p:cNvCxnSpPr>
            <a:stCxn id="87" idx="6"/>
            <a:endCxn id="93" idx="2"/>
          </p:cNvCxnSpPr>
          <p:nvPr/>
        </p:nvCxnSpPr>
        <p:spPr>
          <a:xfrm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endCxn id="93" idx="2"/>
          </p:cNvCxnSpPr>
          <p:nvPr/>
        </p:nvCxnSpPr>
        <p:spPr>
          <a:xfrm>
            <a:off x="1634504" y="2435136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85" idx="6"/>
            <a:endCxn id="93" idx="2"/>
          </p:cNvCxnSpPr>
          <p:nvPr/>
        </p:nvCxnSpPr>
        <p:spPr>
          <a:xfrm>
            <a:off x="1634504" y="3382105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1634504" y="1488171"/>
            <a:ext cx="1249381" cy="151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6" idx="6"/>
          </p:cNvCxnSpPr>
          <p:nvPr/>
        </p:nvCxnSpPr>
        <p:spPr>
          <a:xfrm flipV="1">
            <a:off x="1634504" y="1488168"/>
            <a:ext cx="1249381" cy="946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6"/>
          </p:cNvCxnSpPr>
          <p:nvPr/>
        </p:nvCxnSpPr>
        <p:spPr>
          <a:xfrm flipV="1">
            <a:off x="1634504" y="1488168"/>
            <a:ext cx="1249381" cy="1893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883885" y="1123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4794702" y="15049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/>
          <p:cNvCxnSpPr>
            <a:stCxn id="100" idx="6"/>
            <a:endCxn id="101" idx="2"/>
          </p:cNvCxnSpPr>
          <p:nvPr/>
        </p:nvCxnSpPr>
        <p:spPr>
          <a:xfrm>
            <a:off x="3618815" y="1488169"/>
            <a:ext cx="1175887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88" idx="6"/>
            <a:endCxn id="101" idx="2"/>
          </p:cNvCxnSpPr>
          <p:nvPr/>
        </p:nvCxnSpPr>
        <p:spPr>
          <a:xfrm flipV="1">
            <a:off x="3618815" y="1869169"/>
            <a:ext cx="1175887" cy="56596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93" idx="6"/>
            <a:endCxn id="101" idx="2"/>
          </p:cNvCxnSpPr>
          <p:nvPr/>
        </p:nvCxnSpPr>
        <p:spPr>
          <a:xfrm flipV="1">
            <a:off x="3618815" y="1869169"/>
            <a:ext cx="1175887" cy="15129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10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774" y="2266950"/>
            <a:ext cx="853026" cy="351709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246" y="1381167"/>
            <a:ext cx="290748" cy="196317"/>
          </a:xfrm>
          <a:prstGeom prst="rect">
            <a:avLst/>
          </a:prstGeom>
        </p:spPr>
      </p:pic>
      <p:pic>
        <p:nvPicPr>
          <p:cNvPr id="107" name="Picture 10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2335064"/>
            <a:ext cx="298203" cy="196317"/>
          </a:xfrm>
          <a:prstGeom prst="rect">
            <a:avLst/>
          </a:prstGeom>
        </p:spPr>
      </p:pic>
      <p:pic>
        <p:nvPicPr>
          <p:cNvPr id="108" name="Picture 1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6" y="3282980"/>
            <a:ext cx="300688" cy="20128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47174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1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2812258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2</a:t>
            </a:r>
            <a:endParaRPr lang="en-US" sz="2000" baseline="-25000" dirty="0">
              <a:latin typeface="Calibri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Multi layer network architecture</a:t>
            </a:r>
          </a:p>
        </p:txBody>
      </p:sp>
      <p:sp>
        <p:nvSpPr>
          <p:cNvPr id="35" name="Oval 34"/>
          <p:cNvSpPr/>
          <p:nvPr/>
        </p:nvSpPr>
        <p:spPr>
          <a:xfrm>
            <a:off x="4785774" y="2529113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100" idx="6"/>
            <a:endCxn id="35" idx="2"/>
          </p:cNvCxnSpPr>
          <p:nvPr/>
        </p:nvCxnSpPr>
        <p:spPr>
          <a:xfrm>
            <a:off x="3618815" y="1488169"/>
            <a:ext cx="1166959" cy="14051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88" idx="6"/>
            <a:endCxn id="35" idx="2"/>
          </p:cNvCxnSpPr>
          <p:nvPr/>
        </p:nvCxnSpPr>
        <p:spPr>
          <a:xfrm>
            <a:off x="3618815" y="2435136"/>
            <a:ext cx="1166959" cy="45819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93" idx="6"/>
            <a:endCxn id="35" idx="2"/>
          </p:cNvCxnSpPr>
          <p:nvPr/>
        </p:nvCxnSpPr>
        <p:spPr>
          <a:xfrm flipV="1">
            <a:off x="3618815" y="2893332"/>
            <a:ext cx="1166959" cy="48877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32658" y="2038350"/>
            <a:ext cx="734930" cy="728437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stCxn id="35" idx="6"/>
            <a:endCxn id="45" idx="2"/>
          </p:cNvCxnSpPr>
          <p:nvPr/>
        </p:nvCxnSpPr>
        <p:spPr>
          <a:xfrm flipV="1">
            <a:off x="5520704" y="2402569"/>
            <a:ext cx="811954" cy="49076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5" idx="6"/>
          </p:cNvCxnSpPr>
          <p:nvPr/>
        </p:nvCxnSpPr>
        <p:spPr>
          <a:xfrm>
            <a:off x="7067588" y="2402569"/>
            <a:ext cx="68998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95586" y="3862642"/>
            <a:ext cx="928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</a:rPr>
              <a:t>Layer 4</a:t>
            </a:r>
            <a:endParaRPr lang="en-US" sz="2000" baseline="-250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2768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304408"/>
            <a:ext cx="4495800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Examples and intuitions 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184315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Non-linear classification example: XOR/XNOR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367" y="704817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,      are binary (0 or 1).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222885" cy="1504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91921"/>
            <a:ext cx="228600" cy="15049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76395" y="3115248"/>
            <a:ext cx="362600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172778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743600" y="1272719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634818" y="3115248"/>
            <a:ext cx="223176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ross 55"/>
          <p:cNvSpPr/>
          <p:nvPr/>
        </p:nvSpPr>
        <p:spPr>
          <a:xfrm rot="2734294">
            <a:off x="618324" y="2995195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/>
          <p:cNvSpPr/>
          <p:nvPr/>
        </p:nvSpPr>
        <p:spPr>
          <a:xfrm rot="2734294">
            <a:off x="2098022" y="1597189"/>
            <a:ext cx="223554" cy="223554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2124600" y="3030049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62765" y="1618312"/>
            <a:ext cx="170398" cy="170398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473753" y="3602804"/>
            <a:ext cx="451047" cy="4594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9667" y="1876897"/>
            <a:ext cx="451047" cy="459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820714" y="1310835"/>
            <a:ext cx="0" cy="248247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685398" y="3602804"/>
            <a:ext cx="277615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ross 19"/>
          <p:cNvSpPr/>
          <p:nvPr/>
        </p:nvSpPr>
        <p:spPr>
          <a:xfrm rot="2734294">
            <a:off x="6935197" y="2131516"/>
            <a:ext cx="278084" cy="278085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4953213" y="2467185"/>
            <a:ext cx="995725" cy="1007573"/>
            <a:chOff x="6214102" y="2477924"/>
            <a:chExt cx="995725" cy="1007573"/>
          </a:xfrm>
        </p:grpSpPr>
        <p:sp>
          <p:nvSpPr>
            <p:cNvPr id="21" name="Cross 20"/>
            <p:cNvSpPr/>
            <p:nvPr/>
          </p:nvSpPr>
          <p:spPr>
            <a:xfrm rot="2734294">
              <a:off x="6214103" y="306917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ross 21"/>
            <p:cNvSpPr/>
            <p:nvPr/>
          </p:nvSpPr>
          <p:spPr>
            <a:xfrm rot="2734294">
              <a:off x="6877612" y="3207412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/>
            <p:cNvSpPr/>
            <p:nvPr/>
          </p:nvSpPr>
          <p:spPr>
            <a:xfrm rot="2734294">
              <a:off x="6515400" y="2855457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ross 23"/>
            <p:cNvSpPr/>
            <p:nvPr/>
          </p:nvSpPr>
          <p:spPr>
            <a:xfrm rot="2734294">
              <a:off x="6931743" y="2851048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Cross 24"/>
            <p:cNvSpPr/>
            <p:nvPr/>
          </p:nvSpPr>
          <p:spPr>
            <a:xfrm rot="2734294">
              <a:off x="6726221" y="256706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/>
            <p:cNvSpPr/>
            <p:nvPr/>
          </p:nvSpPr>
          <p:spPr>
            <a:xfrm rot="2734294">
              <a:off x="6265721" y="247792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199736" y="1315617"/>
            <a:ext cx="1013544" cy="930616"/>
            <a:chOff x="4902760" y="1420012"/>
            <a:chExt cx="1013544" cy="930616"/>
          </a:xfrm>
        </p:grpSpPr>
        <p:sp>
          <p:nvSpPr>
            <p:cNvPr id="12" name="Cross 11"/>
            <p:cNvSpPr/>
            <p:nvPr/>
          </p:nvSpPr>
          <p:spPr>
            <a:xfrm rot="2734294">
              <a:off x="5352159" y="2072543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/>
            <p:cNvSpPr/>
            <p:nvPr/>
          </p:nvSpPr>
          <p:spPr>
            <a:xfrm rot="2734294">
              <a:off x="5638220" y="1738555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/>
            <p:cNvSpPr/>
            <p:nvPr/>
          </p:nvSpPr>
          <p:spPr>
            <a:xfrm rot="2734294">
              <a:off x="5232653" y="1719764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ross 26"/>
            <p:cNvSpPr/>
            <p:nvPr/>
          </p:nvSpPr>
          <p:spPr>
            <a:xfrm rot="2734294">
              <a:off x="4902761" y="2000650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Cross 27"/>
            <p:cNvSpPr/>
            <p:nvPr/>
          </p:nvSpPr>
          <p:spPr>
            <a:xfrm rot="2734294">
              <a:off x="4956060" y="1420011"/>
              <a:ext cx="278084" cy="278085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119550" y="2544531"/>
            <a:ext cx="1098242" cy="869639"/>
            <a:chOff x="4898477" y="2610899"/>
            <a:chExt cx="1098242" cy="869639"/>
          </a:xfrm>
        </p:grpSpPr>
        <p:sp>
          <p:nvSpPr>
            <p:cNvPr id="9" name="Oval 8"/>
            <p:cNvSpPr/>
            <p:nvPr/>
          </p:nvSpPr>
          <p:spPr>
            <a:xfrm>
              <a:off x="4905744" y="271252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249772" y="326857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573935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4898477" y="3196086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355224" y="295693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5784757" y="285094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342443" y="2610899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912613" y="1335843"/>
            <a:ext cx="1098241" cy="1040696"/>
            <a:chOff x="6208539" y="1406673"/>
            <a:chExt cx="1098241" cy="1040696"/>
          </a:xfrm>
        </p:grpSpPr>
        <p:sp>
          <p:nvSpPr>
            <p:cNvPr id="77" name="Oval 76"/>
            <p:cNvSpPr/>
            <p:nvPr/>
          </p:nvSpPr>
          <p:spPr>
            <a:xfrm>
              <a:off x="6304672" y="1651598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6559833" y="2064350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6990945" y="2235407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6208539" y="1991861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6665286" y="1752705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7094818" y="164672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6652504" y="1406673"/>
              <a:ext cx="211962" cy="211962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572032" y="3638550"/>
            <a:ext cx="3009368" cy="1066800"/>
            <a:chOff x="572032" y="3638550"/>
            <a:chExt cx="2544238" cy="864870"/>
          </a:xfrm>
        </p:grpSpPr>
        <p:pic>
          <p:nvPicPr>
            <p:cNvPr id="88" name="Picture 8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032" y="3638550"/>
              <a:ext cx="1693545" cy="232410"/>
            </a:xfrm>
            <a:prstGeom prst="rect">
              <a:avLst/>
            </a:prstGeom>
          </p:spPr>
        </p:pic>
        <p:pic>
          <p:nvPicPr>
            <p:cNvPr id="90" name="Picture 8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0441" y="3952875"/>
              <a:ext cx="1419225" cy="219075"/>
            </a:xfrm>
            <a:prstGeom prst="rect">
              <a:avLst/>
            </a:prstGeom>
          </p:spPr>
        </p:pic>
        <p:pic>
          <p:nvPicPr>
            <p:cNvPr id="92" name="Picture 9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535" y="4248150"/>
              <a:ext cx="2070735" cy="25527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7733CFD-AA33-C462-4E3B-658AC0A3762D}"/>
              </a:ext>
            </a:extLst>
          </p:cNvPr>
          <p:cNvGrpSpPr/>
          <p:nvPr/>
        </p:nvGrpSpPr>
        <p:grpSpPr>
          <a:xfrm>
            <a:off x="1421220" y="1788600"/>
            <a:ext cx="65160" cy="76320"/>
            <a:chOff x="1421220" y="1788600"/>
            <a:chExt cx="65160" cy="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420A9E5-2097-32A2-7555-95CD25CEB9FA}"/>
                    </a:ext>
                  </a:extLst>
                </p14:cNvPr>
                <p14:cNvContentPartPr/>
                <p14:nvPr/>
              </p14:nvContentPartPr>
              <p14:xfrm>
                <a:off x="1484580" y="1788600"/>
                <a:ext cx="1800" cy="2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420A9E5-2097-32A2-7555-95CD25CEB9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6580" y="1770600"/>
                  <a:ext cx="37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CE0013-12E9-5319-A730-CB1B6D467253}"/>
                    </a:ext>
                  </a:extLst>
                </p14:cNvPr>
                <p14:cNvContentPartPr/>
                <p14:nvPr/>
              </p14:nvContentPartPr>
              <p14:xfrm>
                <a:off x="1421220" y="1823880"/>
                <a:ext cx="9360" cy="41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CE0013-12E9-5319-A730-CB1B6D4672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3580" y="1805880"/>
                  <a:ext cx="4500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9F9C4B-737D-4CA1-C274-6A3C4820609D}"/>
                  </a:ext>
                </a:extLst>
              </p14:cNvPr>
              <p14:cNvContentPartPr/>
              <p14:nvPr/>
            </p14:nvContentPartPr>
            <p14:xfrm>
              <a:off x="3971160" y="847800"/>
              <a:ext cx="3547080" cy="27262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9F9C4B-737D-4CA1-C274-6A3C482060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61800" y="838440"/>
                <a:ext cx="3565800" cy="27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93EC52-D730-2F8B-BDBA-88616A747661}"/>
                  </a:ext>
                </a:extLst>
              </p14:cNvPr>
              <p14:cNvContentPartPr/>
              <p14:nvPr/>
            </p14:nvContentPartPr>
            <p14:xfrm>
              <a:off x="356400" y="1017720"/>
              <a:ext cx="7321680" cy="29930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93EC52-D730-2F8B-BDBA-88616A7476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7040" y="1008360"/>
                <a:ext cx="7340400" cy="30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502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Simple example: AND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6" y="893117"/>
            <a:ext cx="1533525" cy="2533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" y="1276350"/>
            <a:ext cx="1699260" cy="234315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402272" y="3238405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02272" y="255935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02272" y="1880312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576822" y="281244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929272" y="2141484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929272" y="2812441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929272" y="2812441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049822" y="255126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9" y="2772423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3445523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72" y="2082651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95196"/>
              </p:ext>
            </p:extLst>
          </p:nvPr>
        </p:nvGraphicFramePr>
        <p:xfrm>
          <a:off x="4648200" y="2794761"/>
          <a:ext cx="4191000" cy="159816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33" y="2903755"/>
            <a:ext cx="267462" cy="1805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280" y="2887183"/>
            <a:ext cx="274320" cy="180594"/>
          </a:xfrm>
          <a:prstGeom prst="rect">
            <a:avLst/>
          </a:prstGeom>
        </p:spPr>
      </p:pic>
      <p:cxnSp>
        <p:nvCxnSpPr>
          <p:cNvPr id="103" name="Straight Arrow Connector 102"/>
          <p:cNvCxnSpPr/>
          <p:nvPr/>
        </p:nvCxnSpPr>
        <p:spPr>
          <a:xfrm flipV="1">
            <a:off x="6629400" y="235928"/>
            <a:ext cx="0" cy="199568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4724400" y="2078457"/>
            <a:ext cx="4027987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6586728" y="438150"/>
            <a:ext cx="825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25" y="525633"/>
            <a:ext cx="298450" cy="176957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2667648"/>
            <a:ext cx="690562" cy="284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4976" y="319796"/>
            <a:ext cx="3642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1.0</a:t>
            </a: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98" y="2791106"/>
            <a:ext cx="737604" cy="3041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FC9BDC-5AC8-A431-67FB-E2B9B2687FC6}"/>
                  </a:ext>
                </a:extLst>
              </p14:cNvPr>
              <p14:cNvContentPartPr/>
              <p14:nvPr/>
            </p14:nvContentPartPr>
            <p14:xfrm>
              <a:off x="5072760" y="1123560"/>
              <a:ext cx="3691080" cy="375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FC9BDC-5AC8-A431-67FB-E2B9B2687FC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63400" y="1114200"/>
                <a:ext cx="3709800" cy="37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9F75871-87CF-38D5-A10F-DF5295987FA5}"/>
                  </a:ext>
                </a:extLst>
              </p14:cNvPr>
              <p14:cNvContentPartPr/>
              <p14:nvPr/>
            </p14:nvContentPartPr>
            <p14:xfrm>
              <a:off x="503640" y="392760"/>
              <a:ext cx="8307360" cy="4489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9F75871-87CF-38D5-A10F-DF5295987FA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4280" y="383400"/>
                <a:ext cx="8326080" cy="450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617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 OR function</a:t>
            </a:r>
          </a:p>
        </p:txBody>
      </p:sp>
      <p:sp>
        <p:nvSpPr>
          <p:cNvPr id="67" name="Oval 66"/>
          <p:cNvSpPr/>
          <p:nvPr/>
        </p:nvSpPr>
        <p:spPr>
          <a:xfrm>
            <a:off x="655015" y="281140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655015" y="2132360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655015" y="1453313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stCxn id="74" idx="6"/>
          </p:cNvCxnSpPr>
          <p:nvPr/>
        </p:nvCxnSpPr>
        <p:spPr>
          <a:xfrm>
            <a:off x="2829565" y="2385443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69" idx="6"/>
            <a:endCxn id="74" idx="2"/>
          </p:cNvCxnSpPr>
          <p:nvPr/>
        </p:nvCxnSpPr>
        <p:spPr>
          <a:xfrm>
            <a:off x="1182015" y="1714485"/>
            <a:ext cx="1120550" cy="6709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74" idx="2"/>
          </p:cNvCxnSpPr>
          <p:nvPr/>
        </p:nvCxnSpPr>
        <p:spPr>
          <a:xfrm flipV="1">
            <a:off x="1182015" y="2385442"/>
            <a:ext cx="1120550" cy="80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7" idx="6"/>
            <a:endCxn id="74" idx="2"/>
          </p:cNvCxnSpPr>
          <p:nvPr/>
        </p:nvCxnSpPr>
        <p:spPr>
          <a:xfrm flipV="1">
            <a:off x="1182015" y="2385442"/>
            <a:ext cx="1120550" cy="68713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302565" y="2124270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47231"/>
            <a:ext cx="619125" cy="255270"/>
          </a:xfrm>
          <a:prstGeom prst="rect">
            <a:avLst/>
          </a:prstGeom>
        </p:spPr>
      </p:pic>
      <p:pic>
        <p:nvPicPr>
          <p:cNvPr id="86" name="Picture 8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2345424"/>
            <a:ext cx="222885" cy="150495"/>
          </a:xfrm>
          <a:prstGeom prst="rect">
            <a:avLst/>
          </a:prstGeom>
        </p:spPr>
      </p:pic>
      <p:pic>
        <p:nvPicPr>
          <p:cNvPr id="87" name="Picture 8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3018524"/>
            <a:ext cx="228600" cy="1504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1655652"/>
            <a:ext cx="228600" cy="150395"/>
          </a:xfrm>
          <a:prstGeom prst="rect">
            <a:avLst/>
          </a:prstGeom>
        </p:spPr>
      </p:pic>
      <p:graphicFrame>
        <p:nvGraphicFramePr>
          <p:cNvPr id="94" name="Table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24466"/>
              </p:ext>
            </p:extLst>
          </p:nvPr>
        </p:nvGraphicFramePr>
        <p:xfrm>
          <a:off x="4495800" y="1575561"/>
          <a:ext cx="4191000" cy="2171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135" y="1647217"/>
            <a:ext cx="378058" cy="2552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164" y="1630645"/>
            <a:ext cx="387752" cy="25527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96" y="1577868"/>
            <a:ext cx="875134" cy="360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8350" y="1677523"/>
            <a:ext cx="421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125" y="214927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6975" y="261621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7FC3D74-51C5-1CFB-4D7C-E340F5798635}"/>
                  </a:ext>
                </a:extLst>
              </p14:cNvPr>
              <p14:cNvContentPartPr/>
              <p14:nvPr/>
            </p14:nvContentPartPr>
            <p14:xfrm>
              <a:off x="1014840" y="1664640"/>
              <a:ext cx="6596640" cy="2085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7FC3D74-51C5-1CFB-4D7C-E340F57986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05480" y="1655280"/>
                <a:ext cx="6615360" cy="21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77EE44-B7DA-15C5-F2CE-C03136C1A83E}"/>
                  </a:ext>
                </a:extLst>
              </p14:cNvPr>
              <p14:cNvContentPartPr/>
              <p14:nvPr/>
            </p14:nvContentPartPr>
            <p14:xfrm>
              <a:off x="1171080" y="149040"/>
              <a:ext cx="7738920" cy="414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77EE44-B7DA-15C5-F2CE-C03136C1A83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61720" y="139680"/>
                <a:ext cx="7757640" cy="416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6350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12064"/>
            <a:ext cx="1720215" cy="3093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12064"/>
            <a:ext cx="1453515" cy="30670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57200" y="1047750"/>
            <a:ext cx="8229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" y="12001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Negation:</a:t>
            </a:r>
          </a:p>
        </p:txBody>
      </p:sp>
      <p:sp>
        <p:nvSpPr>
          <p:cNvPr id="11" name="Oval 10"/>
          <p:cNvSpPr/>
          <p:nvPr/>
        </p:nvSpPr>
        <p:spPr>
          <a:xfrm>
            <a:off x="655015" y="2875386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55015" y="2196339"/>
            <a:ext cx="527000" cy="5223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7" idx="6"/>
          </p:cNvCxnSpPr>
          <p:nvPr/>
        </p:nvCxnSpPr>
        <p:spPr>
          <a:xfrm>
            <a:off x="2660600" y="2772032"/>
            <a:ext cx="527000" cy="108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2" idx="6"/>
            <a:endCxn id="17" idx="2"/>
          </p:cNvCxnSpPr>
          <p:nvPr/>
        </p:nvCxnSpPr>
        <p:spPr>
          <a:xfrm>
            <a:off x="1182015" y="2457511"/>
            <a:ext cx="951585" cy="3145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6"/>
            <a:endCxn id="17" idx="2"/>
          </p:cNvCxnSpPr>
          <p:nvPr/>
        </p:nvCxnSpPr>
        <p:spPr>
          <a:xfrm flipV="1">
            <a:off x="1182015" y="2772031"/>
            <a:ext cx="951585" cy="36452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133600" y="2510859"/>
            <a:ext cx="527000" cy="522344"/>
          </a:xfrm>
          <a:prstGeom prst="ellipse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35" y="2633820"/>
            <a:ext cx="778565" cy="32100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72" y="3088450"/>
            <a:ext cx="222885" cy="1504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15" y="2398678"/>
            <a:ext cx="228600" cy="150395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848523"/>
              </p:ext>
            </p:extLst>
          </p:nvPr>
        </p:nvGraphicFramePr>
        <p:xfrm>
          <a:off x="4495800" y="1962150"/>
          <a:ext cx="3162300" cy="1485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pPr algn="ctr" fontAlgn="b"/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432" y="2120991"/>
            <a:ext cx="370367" cy="250077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038350"/>
            <a:ext cx="857331" cy="35348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5" y="3975494"/>
            <a:ext cx="2827782" cy="3063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395" y="3975494"/>
            <a:ext cx="3493008" cy="306324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>
            <a:off x="4191000" y="3790950"/>
            <a:ext cx="0" cy="1143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AB40E4-D3C0-BF89-6A2F-D36CBE7851EC}"/>
                  </a:ext>
                </a:extLst>
              </p14:cNvPr>
              <p14:cNvContentPartPr/>
              <p14:nvPr/>
            </p14:nvContentPartPr>
            <p14:xfrm>
              <a:off x="822600" y="634680"/>
              <a:ext cx="7920720" cy="418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AB40E4-D3C0-BF89-6A2F-D36CBE7851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3240" y="625320"/>
                <a:ext cx="7939440" cy="41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706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Putting it together: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30" y="393227"/>
            <a:ext cx="1703070" cy="26289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513598" y="903051"/>
            <a:ext cx="2521194" cy="1376504"/>
            <a:chOff x="402272" y="1880312"/>
            <a:chExt cx="3488691" cy="1880437"/>
          </a:xfrm>
        </p:grpSpPr>
        <p:sp>
          <p:nvSpPr>
            <p:cNvPr id="5" name="Oval 4"/>
            <p:cNvSpPr/>
            <p:nvPr/>
          </p:nvSpPr>
          <p:spPr>
            <a:xfrm>
              <a:off x="402272" y="3238405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02272" y="2559359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02272" y="1880312"/>
              <a:ext cx="527000" cy="5223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12" idx="6"/>
            </p:cNvCxnSpPr>
            <p:nvPr/>
          </p:nvCxnSpPr>
          <p:spPr>
            <a:xfrm>
              <a:off x="2576822" y="2812442"/>
              <a:ext cx="527000" cy="1089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7" idx="6"/>
              <a:endCxn id="12" idx="2"/>
            </p:cNvCxnSpPr>
            <p:nvPr/>
          </p:nvCxnSpPr>
          <p:spPr>
            <a:xfrm>
              <a:off x="929272" y="2141484"/>
              <a:ext cx="1120550" cy="67095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endCxn id="12" idx="2"/>
            </p:cNvCxnSpPr>
            <p:nvPr/>
          </p:nvCxnSpPr>
          <p:spPr>
            <a:xfrm flipV="1">
              <a:off x="929272" y="2812441"/>
              <a:ext cx="1120550" cy="8090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5" idx="6"/>
              <a:endCxn id="12" idx="2"/>
            </p:cNvCxnSpPr>
            <p:nvPr/>
          </p:nvCxnSpPr>
          <p:spPr>
            <a:xfrm flipV="1">
              <a:off x="929272" y="2812441"/>
              <a:ext cx="1120550" cy="687137"/>
            </a:xfrm>
            <a:prstGeom prst="straightConnector1">
              <a:avLst/>
            </a:prstGeom>
            <a:ln w="952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2049822" y="2551269"/>
              <a:ext cx="527000" cy="52234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329" y="2772423"/>
              <a:ext cx="222885" cy="150495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3445523"/>
              <a:ext cx="228600" cy="15049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672" y="2082651"/>
              <a:ext cx="228600" cy="15039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1" y="2667648"/>
              <a:ext cx="690562" cy="284724"/>
            </a:xfrm>
            <a:prstGeom prst="rect">
              <a:avLst/>
            </a:prstGeom>
          </p:spPr>
        </p:pic>
      </p:grpSp>
      <p:sp>
        <p:nvSpPr>
          <p:cNvPr id="19" name="Oval 18"/>
          <p:cNvSpPr/>
          <p:nvPr/>
        </p:nvSpPr>
        <p:spPr>
          <a:xfrm>
            <a:off x="3463803" y="191705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463803" y="1419989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463803" y="922918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26" idx="6"/>
          </p:cNvCxnSpPr>
          <p:nvPr/>
        </p:nvCxnSpPr>
        <p:spPr>
          <a:xfrm>
            <a:off x="5035299" y="1605249"/>
            <a:ext cx="380850" cy="797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1" idx="6"/>
            <a:endCxn id="26" idx="2"/>
          </p:cNvCxnSpPr>
          <p:nvPr/>
        </p:nvCxnSpPr>
        <p:spPr>
          <a:xfrm>
            <a:off x="3844653" y="1114099"/>
            <a:ext cx="809795" cy="491149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2"/>
          </p:cNvCxnSpPr>
          <p:nvPr/>
        </p:nvCxnSpPr>
        <p:spPr>
          <a:xfrm flipV="1">
            <a:off x="3844653" y="1605248"/>
            <a:ext cx="809795" cy="5922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9" idx="6"/>
            <a:endCxn id="26" idx="2"/>
          </p:cNvCxnSpPr>
          <p:nvPr/>
        </p:nvCxnSpPr>
        <p:spPr>
          <a:xfrm flipV="1">
            <a:off x="3844653" y="1605248"/>
            <a:ext cx="809795" cy="502993"/>
          </a:xfrm>
          <a:prstGeom prst="straightConnector1">
            <a:avLst/>
          </a:prstGeom>
          <a:ln w="9525">
            <a:solidFill>
              <a:srgbClr val="00FF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654448" y="1414067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691" y="1575955"/>
            <a:ext cx="161074" cy="11016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2068673"/>
            <a:ext cx="165204" cy="11016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39" y="1071033"/>
            <a:ext cx="165204" cy="110091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944" y="1499258"/>
            <a:ext cx="499053" cy="208422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248400" y="188949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48400" y="1392421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248400" y="895350"/>
            <a:ext cx="380850" cy="3823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9" idx="6"/>
          </p:cNvCxnSpPr>
          <p:nvPr/>
        </p:nvCxnSpPr>
        <p:spPr>
          <a:xfrm>
            <a:off x="7819896" y="1577681"/>
            <a:ext cx="380850" cy="7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4" idx="6"/>
            <a:endCxn id="39" idx="2"/>
          </p:cNvCxnSpPr>
          <p:nvPr/>
        </p:nvCxnSpPr>
        <p:spPr>
          <a:xfrm>
            <a:off x="6629250" y="1086531"/>
            <a:ext cx="809795" cy="491149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9" idx="2"/>
          </p:cNvCxnSpPr>
          <p:nvPr/>
        </p:nvCxnSpPr>
        <p:spPr>
          <a:xfrm flipV="1">
            <a:off x="6629250" y="1577680"/>
            <a:ext cx="809795" cy="5922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6"/>
            <a:endCxn id="39" idx="2"/>
          </p:cNvCxnSpPr>
          <p:nvPr/>
        </p:nvCxnSpPr>
        <p:spPr>
          <a:xfrm flipV="1">
            <a:off x="6629250" y="1577680"/>
            <a:ext cx="809795" cy="502993"/>
          </a:xfrm>
          <a:prstGeom prst="straightConnector1">
            <a:avLst/>
          </a:prstGeom>
          <a:ln w="9525">
            <a:solidFill>
              <a:srgbClr val="00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439045" y="1386499"/>
            <a:ext cx="380850" cy="382363"/>
          </a:xfrm>
          <a:prstGeom prst="ellipse">
            <a:avLst/>
          </a:prstGeom>
          <a:solidFill>
            <a:schemeClr val="bg1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288" y="1548387"/>
            <a:ext cx="161074" cy="110164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2041105"/>
            <a:ext cx="165204" cy="11016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36" y="1043465"/>
            <a:ext cx="165204" cy="11009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541" y="1471690"/>
            <a:ext cx="499053" cy="208422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25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53" y="2389737"/>
            <a:ext cx="982980" cy="17678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3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89737"/>
            <a:ext cx="2328672" cy="204216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766" y="2355154"/>
            <a:ext cx="830580" cy="175260"/>
          </a:xfrm>
          <a:prstGeom prst="rect">
            <a:avLst/>
          </a:prstGeom>
          <a:ln>
            <a:noFill/>
          </a:ln>
        </p:spPr>
      </p:pic>
      <p:sp>
        <p:nvSpPr>
          <p:cNvPr id="54" name="Oval 53"/>
          <p:cNvSpPr/>
          <p:nvPr/>
        </p:nvSpPr>
        <p:spPr>
          <a:xfrm>
            <a:off x="469350" y="417549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469350" y="3678421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469350" y="3181350"/>
            <a:ext cx="425097" cy="42678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39" y="3834386"/>
            <a:ext cx="179788" cy="122963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4327104"/>
            <a:ext cx="184397" cy="122963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86" y="3329465"/>
            <a:ext cx="184397" cy="122881"/>
          </a:xfrm>
          <a:prstGeom prst="rect">
            <a:avLst/>
          </a:prstGeom>
        </p:spPr>
      </p:pic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400033"/>
              </p:ext>
            </p:extLst>
          </p:nvPr>
        </p:nvGraphicFramePr>
        <p:xfrm>
          <a:off x="5743352" y="2949659"/>
          <a:ext cx="2867248" cy="16032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8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265"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27" marR="6127" marT="612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1" name="Picture 7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29" y="3146869"/>
            <a:ext cx="215063" cy="145214"/>
          </a:xfrm>
          <a:prstGeom prst="rect">
            <a:avLst/>
          </a:prstGeom>
        </p:spPr>
      </p:pic>
      <p:pic>
        <p:nvPicPr>
          <p:cNvPr id="72" name="Picture 7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706" y="3063280"/>
            <a:ext cx="597398" cy="246312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732" y="3146869"/>
            <a:ext cx="220578" cy="14521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546" y="3002825"/>
            <a:ext cx="351086" cy="323514"/>
          </a:xfrm>
          <a:prstGeom prst="rect">
            <a:avLst/>
          </a:prstGeom>
        </p:spPr>
      </p:pic>
      <p:pic>
        <p:nvPicPr>
          <p:cNvPr id="76" name="Picture 7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914" y="3004191"/>
            <a:ext cx="351086" cy="3235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6800" y="1090940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-30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" y="1404642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9935" y="1654963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38600" y="1099287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4202" y="1412989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2285" y="1663310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CC"/>
                </a:solidFill>
              </a:rPr>
              <a:t>-20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4930" y="1055422"/>
            <a:ext cx="3642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9982" y="1392274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78065" y="1642595"/>
            <a:ext cx="322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FF00"/>
                </a:solidFill>
              </a:rPr>
              <a:t>20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A3FF38E-B53B-380B-EBEC-CBE7E1FE34F0}"/>
                  </a:ext>
                </a:extLst>
              </p14:cNvPr>
              <p14:cNvContentPartPr/>
              <p14:nvPr/>
            </p14:nvContentPartPr>
            <p14:xfrm>
              <a:off x="241200" y="868320"/>
              <a:ext cx="8623800" cy="4019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A3FF38E-B53B-380B-EBEC-CBE7E1FE34F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31840" y="858960"/>
                <a:ext cx="8642520" cy="403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5656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EA51-02FF-4BB2-8EE4-55476A61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Activation Function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7642D-AE0E-412F-8F25-369D613C2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Activation functions </a:t>
            </a:r>
            <a:r>
              <a:rPr lang="en-US" dirty="0" err="1"/>
              <a:t>arefunctions</a:t>
            </a:r>
            <a:r>
              <a:rPr lang="en-US" dirty="0"/>
              <a:t> that introduce non-linearity into neural networks, allowing them to learn complex patterns beyond simple linear relationships.</a:t>
            </a:r>
          </a:p>
          <a:p>
            <a:r>
              <a:rPr lang="en-US" dirty="0"/>
              <a:t>Without activation function , a neural network would behave like a basic linear regression. s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86602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9CE7-5EA4-477E-9071-1E09FD8F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Activation Function: Sigmoid </a:t>
            </a:r>
            <a:endParaRPr lang="en-P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698ED-2382-4B45-8738-CD766686C7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Output Range: (0, 1)</a:t>
                </a: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Used in binary classification.</a:t>
                </a: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Suffers from vanishing gradient problem.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698ED-2382-4B45-8738-CD766686C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b="-395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68C0E66-118B-4B41-97F0-57F864BF4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628775"/>
            <a:ext cx="2762829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89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303F33-27B1-4BA5-A078-B718B3AE042D}"/>
              </a:ext>
            </a:extLst>
          </p:cNvPr>
          <p:cNvSpPr txBox="1">
            <a:spLocks/>
          </p:cNvSpPr>
          <p:nvPr/>
        </p:nvSpPr>
        <p:spPr>
          <a:xfrm>
            <a:off x="609600" y="3583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Activation Function: Tanh </a:t>
            </a:r>
            <a:endParaRPr lang="en-P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6745827-FB7F-4399-B2F3-31C1D60238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352551"/>
                <a:ext cx="8229600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Tanh (hyperbolic Tangent).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𝑡𝑎𝑛h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Output Range: (-1, 1)</a:t>
                </a: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Function is Zero-centered. </a:t>
                </a: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Suffers from vanishing gradient problem. 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6745827-FB7F-4399-B2F3-31C1D6023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52551"/>
                <a:ext cx="8229600" cy="3394472"/>
              </a:xfrm>
              <a:prstGeom prst="rect">
                <a:avLst/>
              </a:prstGeom>
              <a:blipFill>
                <a:blip r:embed="rId2"/>
                <a:stretch>
                  <a:fillRect l="-963" t="-233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D97CBFB-A7EF-4A5F-816F-05A393004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62112"/>
            <a:ext cx="3392464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30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C25FC7-536C-436D-BA7C-06ADBE28E068}"/>
              </a:ext>
            </a:extLst>
          </p:cNvPr>
          <p:cNvSpPr txBox="1">
            <a:spLocks/>
          </p:cNvSpPr>
          <p:nvPr/>
        </p:nvSpPr>
        <p:spPr>
          <a:xfrm>
            <a:off x="609600" y="3583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Activation Function: </a:t>
            </a:r>
            <a:r>
              <a:rPr lang="en-US" dirty="0" err="1"/>
              <a:t>ReLU</a:t>
            </a:r>
            <a:r>
              <a:rPr lang="en-US" dirty="0"/>
              <a:t> </a:t>
            </a:r>
            <a:endParaRPr lang="en-P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8AE40C5-8B15-4204-A110-A215C46D86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352551"/>
                <a:ext cx="8229600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ReLU (Rectified Linear Unit).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Output Range: (0, ∞)</a:t>
                </a: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Does not suffer from vanishing gradient problem for positive inputs only. 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8AE40C5-8B15-4204-A110-A215C46D8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52551"/>
                <a:ext cx="8229600" cy="3394472"/>
              </a:xfrm>
              <a:prstGeom prst="rect">
                <a:avLst/>
              </a:prstGeom>
              <a:blipFill>
                <a:blip r:embed="rId2"/>
                <a:stretch>
                  <a:fillRect l="-963" t="-2334" r="-593" b="-71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4977CAD-31DE-44BB-9616-6DE5D4690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1733550"/>
            <a:ext cx="3277333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25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039CAC-068B-4B3C-AEB1-CFEED2102DA1}"/>
              </a:ext>
            </a:extLst>
          </p:cNvPr>
          <p:cNvSpPr txBox="1">
            <a:spLocks/>
          </p:cNvSpPr>
          <p:nvPr/>
        </p:nvSpPr>
        <p:spPr>
          <a:xfrm>
            <a:off x="609600" y="3583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Activation Function: Leaky </a:t>
            </a:r>
            <a:r>
              <a:rPr lang="en-US" dirty="0" err="1"/>
              <a:t>ReLU</a:t>
            </a:r>
            <a:r>
              <a:rPr lang="en-US" dirty="0"/>
              <a:t> </a:t>
            </a:r>
            <a:endParaRPr lang="en-P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002919F-C213-40CA-BAA7-940DEAF3B2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352551"/>
                <a:ext cx="8229600" cy="33944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Parametric 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ReLU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l-GR" sz="2400" dirty="0"/>
                                <m:t>α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Font typeface="Arial" pitchFamily="34" charset="0"/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l-GR" sz="2400" dirty="0"/>
                                <m:t>α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Output Range: (-∞, ∞)</a:t>
                </a:r>
              </a:p>
              <a:p>
                <a:pPr/>
                <a:r>
                  <a:rPr lang="en-US" sz="2400" dirty="0">
                    <a:ea typeface="Cambria Math" panose="02040503050406030204" pitchFamily="18" charset="0"/>
                  </a:rPr>
                  <a:t>Does not suffer from vanishing gradient problem.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002919F-C213-40CA-BAA7-940DEAF3B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52551"/>
                <a:ext cx="8229600" cy="3394472"/>
              </a:xfrm>
              <a:prstGeom prst="rect">
                <a:avLst/>
              </a:prstGeom>
              <a:blipFill>
                <a:blip r:embed="rId2"/>
                <a:stretch>
                  <a:fillRect l="-1111" t="-251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EA49DA2-1D32-4C6D-9B7E-C684734CF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352551"/>
            <a:ext cx="2503117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38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A30507-7C2A-4CE3-8F12-1B4A559C37A8}"/>
              </a:ext>
            </a:extLst>
          </p:cNvPr>
          <p:cNvSpPr txBox="1">
            <a:spLocks/>
          </p:cNvSpPr>
          <p:nvPr/>
        </p:nvSpPr>
        <p:spPr>
          <a:xfrm>
            <a:off x="609600" y="3583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Activation Function: SoftMax</a:t>
            </a:r>
            <a:endParaRPr lang="en-P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9CFC81-6328-4931-9A65-DB7F5A4BD4F8}"/>
              </a:ext>
            </a:extLst>
          </p:cNvPr>
          <p:cNvSpPr txBox="1">
            <a:spLocks/>
          </p:cNvSpPr>
          <p:nvPr/>
        </p:nvSpPr>
        <p:spPr>
          <a:xfrm>
            <a:off x="609600" y="13525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sz="24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/>
            <a:endParaRPr lang="en-US" sz="2400" dirty="0">
              <a:ea typeface="Cambria Math" panose="02040503050406030204" pitchFamily="18" charset="0"/>
            </a:endParaRPr>
          </a:p>
          <a:p>
            <a:pPr/>
            <a:r>
              <a:rPr lang="en-US" sz="2400" dirty="0">
                <a:ea typeface="Cambria Math" panose="02040503050406030204" pitchFamily="18" charset="0"/>
              </a:rPr>
              <a:t>Output Range: (0, 1)</a:t>
            </a:r>
          </a:p>
          <a:p>
            <a:pPr/>
            <a:r>
              <a:rPr lang="en-US" sz="2400" dirty="0">
                <a:ea typeface="Cambria Math" panose="02040503050406030204" pitchFamily="18" charset="0"/>
              </a:rPr>
              <a:t>Used for multiclass classification.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E520B-CCA0-4D70-A263-AFBAEB268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04950"/>
            <a:ext cx="6756819" cy="781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F74945-FE83-4D7A-9493-5092050A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422922"/>
            <a:ext cx="3943350" cy="9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68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F61D-0BAA-41F9-871A-82AE7F35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30CE53-9A76-428C-9DA5-25E920747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504950"/>
            <a:ext cx="5257800" cy="36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5AD9B4-6AFD-4943-B3FF-DC9943A37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48512"/>
            <a:ext cx="7600950" cy="352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D5CB4C-666B-4505-AFBE-9AD4BC334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70490"/>
            <a:ext cx="2943225" cy="285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5C602-7FA2-4055-8CFB-0F9A4B479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562350"/>
            <a:ext cx="80105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52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476EAA-85F6-4F2B-A98B-58095CAD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  <a:endParaRPr lang="en-P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D43249-370F-4A1D-B340-ADC26FCB4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Perform a forward pass using Sigmoid Activation Function</a:t>
            </a:r>
            <a:endParaRPr lang="en-P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9345B9-41DE-4AD1-ADA0-FCDE915BB2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Assume y = 0.5</a:t>
            </a:r>
          </a:p>
          <a:p>
            <a:r>
              <a:rPr lang="en-US" sz="2000" dirty="0"/>
              <a:t>Learning Rate =  1</a:t>
            </a:r>
            <a:endParaRPr lang="en-PK" sz="20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439829-02A4-4AA4-86DB-5D0D71D1B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62500" lnSpcReduction="20000"/>
          </a:bodyPr>
          <a:lstStyle/>
          <a:p>
            <a:endParaRPr lang="en-PK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A8F626E-29D2-4368-BBA7-12B86B4431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BA0D76-60BF-4C61-8740-0E4EAACE0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2361168"/>
            <a:ext cx="6353175" cy="223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99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4">
            <a:extLst>
              <a:ext uri="{FF2B5EF4-FFF2-40B4-BE49-F238E27FC236}">
                <a16:creationId xmlns:a16="http://schemas.microsoft.com/office/drawing/2014/main" id="{40B2E254-6BCA-4D79-ADD6-B8B9A4DA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algn="l"/>
            <a:r>
              <a:rPr lang="en-US" dirty="0"/>
              <a:t>Example</a:t>
            </a:r>
            <a:endParaRPr lang="en-PK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829E784-8F58-4FFE-8DFF-76AD73F49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Perform a forward pass using </a:t>
            </a:r>
            <a:r>
              <a:rPr lang="en-US" dirty="0" err="1"/>
              <a:t>ReLU</a:t>
            </a:r>
            <a:r>
              <a:rPr lang="en-US" dirty="0"/>
              <a:t> Activation Function</a:t>
            </a:r>
            <a:endParaRPr lang="en-PK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2F26544B-9C69-4687-BAE3-ADE6B906D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/>
          <a:p>
            <a:r>
              <a:rPr lang="en-US" sz="2000" dirty="0"/>
              <a:t>Assume y = 0.5</a:t>
            </a:r>
          </a:p>
          <a:p>
            <a:r>
              <a:rPr lang="en-US" sz="2000" dirty="0"/>
              <a:t>Learning Rate =  1</a:t>
            </a:r>
            <a:endParaRPr lang="en-PK" sz="2000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FF1D1DA-94B4-4CFC-A981-54A34A2C1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>
            <a:normAutofit fontScale="62500" lnSpcReduction="20000"/>
          </a:bodyPr>
          <a:lstStyle/>
          <a:p>
            <a:endParaRPr lang="en-PK"/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1ADBEBB2-3430-498A-B8B4-AAFFEE246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/>
          <a:p>
            <a:endParaRPr lang="en-PK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C08C64-AE97-4CFC-B01A-C195AE9EE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2361168"/>
            <a:ext cx="6353175" cy="223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844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g(\theta_0 + \theta_1 x_1 + \theta_2 x_2$&#10;&#10;$+ \theta_3 x_1 x_2 + \theta_4 x_1^2 x_2 $&#10;&#10;$+ \theta_5 x_1^3 x_2 + \theta_6 x_1 x_2^2 + \dots)&#10;$&#10;&#10;\end{document}"/>
  <p:tag name="IGUANATEXSIZE" val="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{100}&#10;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ots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n = 2500&#10;$&#10;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i \times x_j&#10;$&#10;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00000000000000\\&#10;00000000000000\\&#10;\vdots\\&#10;00000000000000&#10;\end{bmatrix}&#10;$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 = \begin{bmatrix}&#10;x_0\\x_1\\x_2\\x_3&#10;\end{bmatrix}&#10;$&#10;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 = \begin{bmatrix}&#10;\theta_0\\\theta_1\\\theta_2\\\theta_3&#10;\end{bmatrix}&#10;$&#10;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i^{(j)} =&#10;$&#10;&#10;\end{document}"/>
  <p:tag name="IGUANATEXSIZE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 =&#10;$&#10;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i&#10;$&#10;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 = g(\Theta_{10}^{(1)} x_0 + \Theta_{11}^{(1)} x_1 + \Theta_{12}^{(1)} x_2 + \Theta_{13}^{(1)} x_3)&#10;$&#10;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 = g(\Theta_{20}^{(1)} x_0 + \Theta_{21}^{(1)} x_1 + \Theta_{22}^{(1)} x_2 + \Theta_{23}^{(1)} x_3)&#10;$&#10;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 = g(\Theta_{30}^{(1)} x_0 + \Theta_{31}^{(1)} x_1 + \Theta_{32}^{(1)} x_2 + \Theta_{33}^{(1)} x_3)&#10;$&#10;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a_1^{(3)} = g(\Theta_{10}^{(2)} a_0^{(2)} + \Theta_{11}^{(2)} a_1^{(2)} + \Theta_{12}^{(2)} a_2^{(2)}+ \Theta_{13}^{(2)} a_3^{(2)})&#10;$&#10;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j&#10;$&#10;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&#10;$&#10;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&#10;$&#10;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+1&#10;$&#10;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^{(j)}&#10;$&#10;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s_{j+1} \times (s_j + 1)&#10;$&#10;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3^{(2)}&#10;$&#10;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&#10;$&#10;&#10;\end{document}"/>
  <p:tag name="IGUANATEXSIZE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x_1 $ XOR $ x_2$&#10;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$ XNOR $ x_2$&#10;&#10;\end{document}"/>
  <p:tag name="IGUANATEXSIZ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NOT ($x_1 $ XOR $ x_2$)&#10;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, x_2 \in \{ 0, 1\}&#10;$&#10;&#10;\end{document}"/>
  <p:tag name="IGUANATEXSIZE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y = x_1 $ AND $ x_2$&#10;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g(z)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2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2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1&#10;$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g(10-20x_1)&#10;$&#10;&#10;\end{document}"/>
  <p:tag name="IGUANATEXSIZE" val="2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XNOR $ x_2$&#10;&#10;\end{document}"/>
  <p:tag name="IGUANATEXSIZE" val="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AND $ x_2$&#10;&#10;\end{document}"/>
  <p:tag name="IGUANATEXSIZE" val="1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NOT $x_1$) AND (NOT $x_2$)&#10;&#10;\end{document}"/>
  <p:tag name="IGUANATEXSIZE" val="1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x_1 $ OR $ x_2$&#10;&#10;\end{document}"/>
  <p:tag name="IGUANATEXSIZE" val="1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_2&#10;$&#10;&#10;\end{document}"/>
  <p:tag name="IGUANATEXSIZE" val="2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1^{(2)}&#10;$&#10;&#10;\end{document}"/>
  <p:tag name="IGUANATEXSIZE" val="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_2^{(2)}&#10;$&#10;&#10;\end{document}"/>
  <p:tag name="IGUANATEXSIZE" val="2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2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FF00"/>
      </a:accent2>
      <a:accent3>
        <a:srgbClr val="00FFFF"/>
      </a:accent3>
      <a:accent4>
        <a:srgbClr val="FF00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68</TotalTime>
  <Words>653</Words>
  <Application>Microsoft Office PowerPoint</Application>
  <PresentationFormat>On-screen Show (16:9)</PresentationFormat>
  <Paragraphs>195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맑은 고딕</vt:lpstr>
      <vt:lpstr>Arial</vt:lpstr>
      <vt:lpstr>Calibri</vt:lpstr>
      <vt:lpstr>Cambria Math</vt:lpstr>
      <vt:lpstr>Wingdings</vt:lpstr>
      <vt:lpstr>1_Lecture</vt:lpstr>
      <vt:lpstr>2_Office Theme</vt:lpstr>
      <vt:lpstr>3_Office Theme</vt:lpstr>
      <vt:lpstr>2_Lecture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Neurons and the brain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 and intuitions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Activation Function </vt:lpstr>
      <vt:lpstr>Activation Function: Sigmoid 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Administrator</cp:lastModifiedBy>
  <cp:revision>428</cp:revision>
  <dcterms:created xsi:type="dcterms:W3CDTF">2010-07-08T21:59:02Z</dcterms:created>
  <dcterms:modified xsi:type="dcterms:W3CDTF">2026-05-07T06:01:25Z</dcterms:modified>
</cp:coreProperties>
</file>