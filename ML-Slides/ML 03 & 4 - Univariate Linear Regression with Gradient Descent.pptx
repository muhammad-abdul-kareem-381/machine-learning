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866" r:id="rId3"/>
    <p:sldId id="867" r:id="rId4"/>
    <p:sldId id="868" r:id="rId5"/>
    <p:sldId id="869" r:id="rId6"/>
    <p:sldId id="719" r:id="rId7"/>
    <p:sldId id="726" r:id="rId8"/>
    <p:sldId id="871" r:id="rId9"/>
    <p:sldId id="727" r:id="rId10"/>
    <p:sldId id="737" r:id="rId11"/>
    <p:sldId id="728" r:id="rId12"/>
    <p:sldId id="721" r:id="rId13"/>
    <p:sldId id="729" r:id="rId14"/>
    <p:sldId id="733" r:id="rId15"/>
    <p:sldId id="793" r:id="rId16"/>
    <p:sldId id="739" r:id="rId17"/>
    <p:sldId id="804" r:id="rId18"/>
    <p:sldId id="740" r:id="rId19"/>
    <p:sldId id="794" r:id="rId20"/>
    <p:sldId id="741" r:id="rId21"/>
    <p:sldId id="870" r:id="rId22"/>
    <p:sldId id="872" r:id="rId23"/>
    <p:sldId id="877" r:id="rId24"/>
    <p:sldId id="878" r:id="rId25"/>
    <p:sldId id="742" r:id="rId26"/>
    <p:sldId id="743" r:id="rId27"/>
    <p:sldId id="875" r:id="rId28"/>
    <p:sldId id="879" r:id="rId29"/>
    <p:sldId id="773" r:id="rId30"/>
    <p:sldId id="774" r:id="rId31"/>
    <p:sldId id="772" r:id="rId32"/>
    <p:sldId id="846" r:id="rId3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7T06:38:53.119"/>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1:55.782"/>
    </inkml:context>
    <inkml:brush xml:id="br0">
      <inkml:brushProperty name="width" value="0.1" units="cm"/>
      <inkml:brushProperty name="height" value="0.1" units="cm"/>
      <inkml:brushProperty name="ignorePressure" value="1"/>
    </inkml:brush>
  </inkml:definitions>
  <inkml:trace contextRef="#ctx0" brushRef="#br0">82 0,'1'0,"-84"0,248 0,6740 0,-6914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2:04.697"/>
    </inkml:context>
    <inkml:brush xml:id="br0">
      <inkml:brushProperty name="width" value="0.1" units="cm"/>
      <inkml:brushProperty name="height" value="0.1" units="cm"/>
      <inkml:brushProperty name="ignorePressure" value="1"/>
    </inkml:brush>
  </inkml:definitions>
  <inkml:trace contextRef="#ctx0" brushRef="#br0">1 0,'3'0,"126"0,6665 0,-6792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2:36.588"/>
    </inkml:context>
    <inkml:brush xml:id="br0">
      <inkml:brushProperty name="width" value="0.1" units="cm"/>
      <inkml:brushProperty name="height" value="0.1" units="cm"/>
      <inkml:brushProperty name="ignorePressure" value="1"/>
    </inkml:brush>
  </inkml:definitions>
  <inkml:trace contextRef="#ctx0" brushRef="#br0">1 1,'0'130,"0"6397,0-6525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2:38.104"/>
    </inkml:context>
    <inkml:brush xml:id="br0">
      <inkml:brushProperty name="width" value="0.1" units="cm"/>
      <inkml:brushProperty name="height" value="0.1" units="cm"/>
      <inkml:brushProperty name="ignorePressure" value="1"/>
    </inkml:brush>
  </inkml:definitions>
  <inkml:trace contextRef="#ctx0" brushRef="#br0">1 0,'0'156,"0"-83,0-71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2:39.357"/>
    </inkml:context>
    <inkml:brush xml:id="br0">
      <inkml:brushProperty name="width" value="0.1" units="cm"/>
      <inkml:brushProperty name="height" value="0.1" units="cm"/>
      <inkml:brushProperty name="ignorePressure" value="1"/>
    </inkml:brush>
  </inkml:definitions>
  <inkml:trace contextRef="#ctx0" brushRef="#br0">1 39,'0'-7,"0"-5,0 3,0 1,0 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2:40.274"/>
    </inkml:context>
    <inkml:brush xml:id="br0">
      <inkml:brushProperty name="width" value="0.1" units="cm"/>
      <inkml:brushProperty name="height" value="0.1" units="cm"/>
      <inkml:brushProperty name="ignorePressure" value="1"/>
    </inkml:brush>
  </inkml:definitions>
  <inkml:trace contextRef="#ctx0" brushRef="#br0">1 28,'0'-9,"0"1,0 2,0 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2:58.545"/>
    </inkml:context>
    <inkml:brush xml:id="br0">
      <inkml:brushProperty name="width" value="0.1" units="cm"/>
      <inkml:brushProperty name="height" value="0.1" units="cm"/>
      <inkml:brushProperty name="ignorePressure" value="1"/>
    </inkml:brush>
  </inkml:definitions>
  <inkml:trace contextRef="#ctx0" brushRef="#br0">1 196,'0'-195,"0"389,0 5819,0-6011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08.319"/>
    </inkml:context>
    <inkml:brush xml:id="br0">
      <inkml:brushProperty name="width" value="0.1" units="cm"/>
      <inkml:brushProperty name="height" value="0.1" units="cm"/>
    </inkml:brush>
  </inkml:definitions>
  <inkml:trace contextRef="#ctx0" brushRef="#br0">1 1 976,'6'10'12792,"-6"10"-13676,0-10 1632,3 25-513,0 54 80,-2-80-373,-1-1 0,1 0-1,1 1 1,-1-1 0,2 0 0,-1 0 0,1 0 0,0-1 0,0 1 0,8 11 0,10 11-1066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09.729"/>
    </inkml:context>
    <inkml:brush xml:id="br0">
      <inkml:brushProperty name="width" value="0.1" units="cm"/>
      <inkml:brushProperty name="height" value="0.1" units="cm"/>
    </inkml:brush>
  </inkml:definitions>
  <inkml:trace contextRef="#ctx0" brushRef="#br0">1 9 2401,'2'-9'10456,"-1"22"-10320,0 0 0,1 0 1,0 0-1,1 0 0,0 0 0,10 21 0,-10-28-154,1 1 0,0-1 1,0 0-1,0 0 1,1 0-1,0-1 1,0 1-1,8 5 0,-2 0-215,15 13-478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11.481"/>
    </inkml:context>
    <inkml:brush xml:id="br0">
      <inkml:brushProperty name="width" value="0.1" units="cm"/>
      <inkml:brushProperty name="height" value="0.1" units="cm"/>
    </inkml:brush>
  </inkml:definitions>
  <inkml:trace contextRef="#ctx0" brushRef="#br0">66 0 4673,'-15'4'10266,"15"-3"-10328,-3 5 102,-11 22 107,-11 38 0,22-57-132,1 0-1,1 0 0,0 0 0,0 0 1,1 0-1,0 0 0,1 0 0,-1 0 1,2 0-1,-1 0 0,1-1 1,7 18-1,-5-11-84,11 33-562,5 2-500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13.313"/>
    </inkml:context>
    <inkml:brush xml:id="br0">
      <inkml:brushProperty name="width" value="0.1" units="cm"/>
      <inkml:brushProperty name="height" value="0.1" units="cm"/>
    </inkml:brush>
  </inkml:definitions>
  <inkml:trace contextRef="#ctx0" brushRef="#br0">38 1 1232,'-10'1'12109,"7"8"-11889,-3 9-119,3-6-71,-1-4-4,1 1 0,1 0 0,0 0 0,0 0 0,1 0 0,0 0-1,0 0 1,1 0 0,2 14 0,5 30 172,28 103 0,-30-136-143,-1 0 0,3 40 0,-4-35-547,6 29 0,-3-32-1073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14.946"/>
    </inkml:context>
    <inkml:brush xml:id="br0">
      <inkml:brushProperty name="width" value="0.1" units="cm"/>
      <inkml:brushProperty name="height" value="0.1" units="cm"/>
    </inkml:brush>
  </inkml:definitions>
  <inkml:trace contextRef="#ctx0" brushRef="#br0">5 66 1504,'-2'-5'10157,"-1"-14"-7566,7 19-2573,-1 0 0,0-1-1,0 0 1,0 1-1,0-1 1,0 0-1,0-1 1,3-1 0,23-8 11,-20 8-22,7-2 3,-1 1 0,1 1-1,0 0 1,0 1 0,20 0 0,2 3-1,0 0 0,0 3 1,0 1-1,0 2 0,-1 1 1,59 22-1,-93-29-12,-1-1 0,0 1 0,0 0 0,0 0 0,0 0 0,0 0 0,0 0 0,-1 1 0,1-1 0,0 1 0,-1-1 0,1 1 0,-1-1 0,1 1 0,-1 0 0,0 0 0,1 0 0,-1 0 0,1 3 0,-2-3-2,0 1 0,1 0-1,-2 0 1,1-1 0,0 1 0,0 0-1,-1 0 1,0-1 0,1 1 0,-1-1-1,0 1 1,0 0 0,-1-1 0,1 0-1,-3 4 1,-1 2-8,0 0 1,-1-1-1,0 0 1,0-1-1,-1 1 0,0-1 1,0 0-1,-9 5 0,-68 37-5,50-31 14,12-4 3,0 1 1,-31 24-1,44-30-26,0 0 0,1 0-1,0 0 1,1 1 0,0 1 0,0-1-1,-10 21 1,16-27-33,0 0 0,0 0 0,0 0-1,1 0 1,0 0 0,-1 0 0,1 0 0,0 0 0,1 0-1,-1 0 1,0 0 0,1 0 0,0 0 0,0 0 0,0-1 0,0 1-1,0 0 1,0 0 0,1-1 0,-1 1 0,3 3 0,-2-3 27,1 0 0,-1 0 1,0-1-1,1 1 1,-1 0-1,1-1 1,0 0-1,0 1 0,0-1 1,0 0-1,0-1 1,1 1-1,-1 0 1,1-1-1,-1 0 0,1 0 1,3 1-1,20-1-51,-1-1 0,1 0 0,-1-3 0,48-9 0,104-36-484,-118 30-7,-52 15 191,-1 2 0,1-1-1,0 1 1,-1 0 0,14 0-1,-7 2-1306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16.348"/>
    </inkml:context>
    <inkml:brush xml:id="br0">
      <inkml:brushProperty name="width" value="0.1" units="cm"/>
      <inkml:brushProperty name="height" value="0.1" units="cm"/>
    </inkml:brush>
  </inkml:definitions>
  <inkml:trace contextRef="#ctx0" brushRef="#br0">9 51 4953,'-9'-8'6244,"18"4"-3969,27-11-2249,-27 11-23,0 0 0,0 1 0,1 0 0,-1 0 0,1 1 0,0 0 0,-1 1 0,1 0 0,0 0 0,14 2 0,-17-1-2,25 2 7,63 10 0,-56-6-2,-30-5-5,0 0 1,0 1-1,-1-1 1,1 2-1,16 6 1,-24-9-3,1 1 1,-1 0-1,0 0 1,0-1-1,0 1 1,0 0-1,1 0 1,-1 0-1,-1 0 0,1 1 1,0-1-1,0 0 1,0 0-1,0 1 1,-1-1-1,1 0 1,-1 1-1,1-1 1,-1 0-1,1 1 0,-1-1 1,0 1-1,0-1 1,0 0-1,0 1 1,0-1-1,0 1 1,0-1-1,0 1 1,0-1-1,-1 1 0,0 1 1,0 1-2,0-1 0,-1 1 0,0-1 0,1 0 0,-1 0 0,-1 0 0,1 0 0,0 0 0,-1 0 0,-5 4 0,-6 4-1,-1-2 0,-33 16 1,7-3 3,23-13 2,-1-1-1,0 0 1,-32 7-1,17-5-44,17-1-148,16-5-131,14-2-301,58-9 494,26 0-22,-75 6 113,0 2-1,0 0 0,0 2 1,25 6-1,-35-6 32,0 1 0,0 0-1,0 1 1,0 0-1,-1 1 1,0 0 0,0 1-1,16 13 1,63 61-13,-88-79 19,0-1-1,-1 1 1,0-1 0,1 1-1,-1 0 1,0-1 0,0 1-1,0 0 1,0 0 0,0 0-1,-1 0 1,1 0-1,0 0 1,-1 0 0,0 0-1,1 0 1,-1 0 0,0 3-1,0-2 2,-1-1 1,0 1-1,0 0 0,0-1 0,0 1 0,0-1 0,0 1 1,-1-1-1,1 0 0,-1 1 0,1-1 0,-1 0 1,0 0-1,-3 2 0,-11 10 134,-1-1 0,0 0 0,-1-2 0,0 0 1,0-1-1,-1-1 0,-1 0 0,1-2 0,-38 9 0,-5-3 386,-124 9 1,159-21-868,-49-2 0,30-4-877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19.724"/>
    </inkml:context>
    <inkml:brush xml:id="br0">
      <inkml:brushProperty name="width" value="0.1" units="cm"/>
      <inkml:brushProperty name="height" value="0.1" units="cm"/>
    </inkml:brush>
  </inkml:definitions>
  <inkml:trace contextRef="#ctx0" brushRef="#br0">6 66 2881,'-5'3'6242,"15"-5"-3369,-1 0-3769,34-11 1028,-29 8-110,0 1 0,0 0 0,0 1 0,1 1 0,-1 0 0,1 1 0,17 1 0,-23 0-17,0 1 0,0 1 0,-1 0 0,1 0 0,-1 0 0,0 1 0,1 1 0,-1-1 0,-1 1 0,1 1 0,0-1 0,-1 1 0,8 8 0,-10-9-5,0 1 0,-1 0 1,0 0-1,0 0 0,-1 0 0,1 0 1,-1 1-1,0 0 0,0 0 0,-1 0 1,0 0-1,0 0 0,-1 0 0,1 0 1,-1 1-1,0-1 0,-1 1 0,0 11 0,-1-11 1,0 1 0,-1 0-1,0-1 1,0 1 0,0-1-1,-1 0 1,0 1 0,-5 7-1,-39 55 3,19-31-5,18-24-28,0 0-1,-1-1 1,-1-1-1,0 0 1,-1 0-1,0-1 0,-1-1 1,-15 10-1,28-20 31,1-1-1,0 0 0,-1 1 1,1-1-1,-1 0 0,1 1 1,-1-1-1,1 0 0,-1 1 1,1-1-1,-1 0 0,0 0 1,1 0-1,-1 0 0,1 0 1,-1 0-1,1 0 0,-1 0 1,0 0-1,1 0 0,-1 0 1,1 0-1,-1 0 0,0 0 1,1 0-1,-1 0 0,1-1 1,-1 1-1,1 0 0,-1 0 1,1-1-1,-1 1 0,1 0 1,-1-1-1,1 1 0,0-1 1,-1 1-1,1 0 0,-1-1 1,1 1-1,0-1 0,-1 1 1,1-1-1,0 1 0,0-1 0,-1 1 1,1-1-1,0 0 0,0 1 1,0-1-1,0 1 0,0-2 1,-1 0-2,1 0 1,0-1-1,0 1 1,0 0-1,1 0 1,-1 0 0,0-1-1,1 1 1,0 0-1,-1 0 1,1 0-1,0 0 1,1-2-1,5-5-9,1 1-1,0 0 0,1 0 0,0 1 0,0 0 0,17-10 0,14-10-13,50-54 100,-5 4 52,-29 33 86,69-72 0,-71 55-63,-57 61-56,3 0-93,0 0 0,0 0 0,-1 0 0,1 0 0,0 0 0,0 0 1,0 0-1,0 0 0,0 0 0,0 0 0,0 0 0,-1 0 0,1 0 0,0 0 0,0 0 0,0 0 0,0 0 0,0 0 0,0 0 0,-1 0 0,1 0 0,0 0 0,0 0 0,0 0 1,0 0-1,0 0 0,0 0 0,0 0 0,-1 0 0,1 0 0,0 0 0,0 0 0,0 1 0,0-1 0,0 0 0,0 0 0,0 0 0,0 0 0,0 0 0,0 0 0,0 0 0,0 1 1,0-1-1,-1 0 0,1 0 0,0 0 0,0 0 0,0 0 0,0 0 0,0 0 0,0 1 0,0-1 0,0 0 0,0 0 0,0 0 0,1 0 0,-1 0 0,0 0 0,0 1 1,0-1-1,-1 1 0,0 0 0,0 0 1,1 0-1,-1 0 1,0 0-1,0-1 1,0 1-1,0 0 1,0 0-1,0-1 1,-1 1-1,-1 0 1,-16 12 1,4-3-2,10-7-1,0 0 0,0 1 1,0 0-1,0 0 0,1 0 0,-1 1 0,1-1 0,0 1 0,1 0 1,-1 0-1,-4 9 0,-26 44 14,19-33-6,0 1 1,1 0 0,2 1-1,-13 38 1,23-58-7,0 1-1,1-1 1,-1 1 0,1 0 0,1-1-1,0 1 1,0 0 0,0-1-1,1 1 1,0-1 0,1 1 0,0-1-1,0 1 1,0-1 0,1 0-1,0 0 1,1 0 0,-1 0-1,1-1 1,0 1 0,10 9 0,-11-12 0,0-1 0,0 0-1,1 0 1,0 0 0,-1 0 0,1-1 0,0 1 0,0-1 0,1 0 0,-1 0 0,0-1 0,1 1 0,6 1 0,-3-2 1,1 0 0,-1-1-1,0 0 1,0 0 0,1-1-1,-1 0 1,9-2 0,10-5-6,0 0 0,0-2 0,35-19 0,-55 26-1,149-70-1032,-112 54-10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20.845"/>
    </inkml:context>
    <inkml:brush xml:id="br0">
      <inkml:brushProperty name="width" value="0.1" units="cm"/>
      <inkml:brushProperty name="height" value="0.1" units="cm"/>
    </inkml:brush>
  </inkml:definitions>
  <inkml:trace contextRef="#ctx0" brushRef="#br0">1 59 2296,'-1'-3'7201,"8"5"-5772,29 3-2117,182-15 1480,190-10 382,-245 17-730,358-2 774,-301-7-678,0-1-178,-81 16-151,154 23-1,-79-8 260,-172-16-375,415 3 506,-425-7-470,42-8 0,-30 2-3094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21.491"/>
    </inkml:context>
    <inkml:brush xml:id="br0">
      <inkml:brushProperty name="width" value="0.1" units="cm"/>
      <inkml:brushProperty name="height" value="0.1" units="cm"/>
    </inkml:brush>
  </inkml:definitions>
  <inkml:trace contextRef="#ctx0" brushRef="#br0">1 6 7394,'5'-6'8117,"27"34"-6538,158 139-1264,-152-137-1227,79 47 0,-92-64-2010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21.878"/>
    </inkml:context>
    <inkml:brush xml:id="br0">
      <inkml:brushProperty name="width" value="0.1" units="cm"/>
      <inkml:brushProperty name="height" value="0.1" units="cm"/>
    </inkml:brush>
  </inkml:definitions>
  <inkml:trace contextRef="#ctx0" brushRef="#br0">658 0 4881,'5'6'7798,"-10"-2"-7525,-34 7 10,29-9-244,1 1 0,0 0 0,0 0-1,0 1 1,1 0 0,-1 1 0,1-1 0,0 2 0,-10 7 0,-11 10 87,-44 35 35,2 2 0,-86 96 1,-22 75-450,168-215-454,9-4-1124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34.522"/>
    </inkml:context>
    <inkml:brush xml:id="br0">
      <inkml:brushProperty name="width" value="0.1" units="cm"/>
      <inkml:brushProperty name="height" value="0.1" units="cm"/>
    </inkml:brush>
  </inkml:definitions>
  <inkml:trace contextRef="#ctx0" brushRef="#br0">135 50 6353,'-1'-8'582,"1"5"-361,-1 0-1,1 1 0,0-1 1,-1 1-1,1-1 0,-1 1 0,0-1 1,0 1-1,0-1 0,0 1 1,0 0-1,-5-6 2834,-3 6-2728,4 1-290,4 1-27,0 0 0,1 0-1,-1 0 1,0 0 0,0 0 0,0 0 0,0 0 0,1 0 0,-1 0-1,0 0 1,0 0 0,0 1 0,0-1 0,1 0 0,-2 1 0,-1 2 17,-1-1 1,1 1 0,0 0 0,1 0 0,-6 6 0,-4 5 5,7-8-19,0-1 0,0 1 0,0 1 1,1-1-1,0 1 0,0 0 0,1 0 0,0 0 1,0 0-1,1 0 0,-4 15 0,3-3 19,0 1 1,2-1-1,0 34 0,2-42-25,0 0 0,1 0 0,0-1 0,1 1-1,0-1 1,0 0 0,1 1 0,7 11 0,-9-20-37,-1 1 1,1-1 0,0 0-1,0 0 1,0 0-1,1-1 1,-1 1 0,0 0-1,1-1 1,-1 1-1,1-1 1,-1 0-1,1 0 1,-1 0 0,1 0-1,0-1 1,0 1-1,-1-1 1,1 1-1,0-1 1,0 0 0,0 0-1,0 0 1,-1-1-1,1 1 1,5-2-1,6-1-378,0 0 0,-1-1-1,1-1 1,13-7-1,6-2-1,-1-2 0,-1-1 0,-1-1-1,-1-2 1,0-1 0,-1-1 0,28-29-1,-26 24 724,-24 22-2,0-1-1,1 0 0,-2 1 0,11-14 1,-16 19-265,0 0 0,0 0 0,0-1 0,1 1 0,-1 0 0,0 0 0,0 0 0,0-1 0,0 1 0,0 0 0,0 0 0,0 0 0,1-1 0,-1 1 0,0 0 0,0 0 0,0-1 0,0 1 0,0 0 0,0 0 1,0-1-1,0 1 0,0 0 0,0 0 0,0 0 0,-1-1 0,1 1 0,0 0 0,0 0 0,0-1 0,0 1 0,0 0 0,0-1 0,-1 2 9,1-1 0,0 0 0,-1 0 0,1 0 0,0 1 0,0-1 0,0 0 0,-1 0 0,1 1 1,0-1-1,0 0 0,0 1 0,-1-1 0,1 0 0,0 0 0,0 1 0,0-1 0,0 0 0,0 1 0,0-1 0,0 0 0,0 1 0,0-1 0,0 0 0,0 1 0,0-1 0,0 0 0,0 1 0,0 0 0,0 1-27,0 0-1,0 0 1,0 0-1,-1 0 0,1 0 1,0 0-1,-1 0 0,0 0 1,0 0-1,1 0 1,-1 0-1,0 0 0,0 0 1,-3 2-1,-33 55 177,35-53-171,-1 0 1,1 0-1,0 0 0,1 0 0,-1 0 0,1 0 0,1 1 1,-1-1-1,1 0 0,0 1 0,0-1 0,2 9 0,0 7 32,-1 6-28,1 0-1,2 0 0,0 0 0,2 0 0,11 30 1,12 56 0,3 6-2,-18-80-23,16 77 1,-12 30 14,-17-124-20,-1 0 1,0-1-1,-2 1 1,-7 32-1,5-33 10,-2-1 0,0 1 1,-1-1-1,-2 0 0,0-1 0,-1 0 0,-1 0 1,-26 35-1,15-27 285,-31 30 1,46-51-209,-1 0 0,1-1 0,-1 0 0,0 0-1,-1-1 1,1 0 0,-1 0 0,0-1 0,-13 4 0,17-7 0,-1-1 0,1 1-1,0-1 1,-1 0 0,1 0 0,0-1 0,0 1-1,-1-1 1,1 0 0,-10-4 0,0-1 169,-1 0 1,-15-10 0,17 6-121,1 0 0,0 0 0,1-2 0,0 1 0,1-2 0,0 1 0,-13-22 0,13 18-158,1-1-1,1 1 0,0-2 0,1 1 0,1-1 1,1-1-1,1 1 0,0-1 0,1 0 1,1 0-1,1 0 0,1 0 0,0 0 0,2-1 1,0 1-1,1 0 0,6-26 0,15-47-1069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37.078"/>
    </inkml:context>
    <inkml:brush xml:id="br0">
      <inkml:brushProperty name="width" value="0.1" units="cm"/>
      <inkml:brushProperty name="height" value="0.1" units="cm"/>
    </inkml:brush>
  </inkml:definitions>
  <inkml:trace contextRef="#ctx0" brushRef="#br0">28 63 2857,'-2'-7'714,"0"1"-1,0-1 1,-1 0 0,0 1 0,-5-10 0,1 2 2256,11 23-2554,-1 9-364,-1 1 0,-1 0-1,-1-1 1,-2 23 0,1-17-20,5 319 216,9 89-166,-6-109-28,-3-240-44,22 320 183,-13-297-103,20 279 105,-30-331-152,14 69 0,-8-68-184,1 62 0,-8-73-572,5 1-1065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37.810"/>
    </inkml:context>
    <inkml:brush xml:id="br0">
      <inkml:brushProperty name="width" value="0.1" units="cm"/>
      <inkml:brushProperty name="height" value="0.1" units="cm"/>
    </inkml:brush>
  </inkml:definitions>
  <inkml:trace contextRef="#ctx0" brushRef="#br0">681 1 4681,'-5'1'4116,"-35"21"-4050,-11 14 38,-14 7 566,-13 12 113,45-31-623,-1-1 0,-2-2 0,-41 19 0,60-32-105,-4 1-10,0 0 0,1 2 0,0 0-1,1 2 1,-20 15 0,29-19-64,-9 7-531,1 1 0,-25 30 0,28-24-931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38.174"/>
    </inkml:context>
    <inkml:brush xml:id="br0">
      <inkml:brushProperty name="width" value="0.1" units="cm"/>
      <inkml:brushProperty name="height" value="0.1" units="cm"/>
    </inkml:brush>
  </inkml:definitions>
  <inkml:trace contextRef="#ctx0" brushRef="#br0">0 5 6249,'0'-4'1513,"9"4"-801,-7 0-48,0 0 104,0 2-24,0 0-72,0 0-55,0 0-169,0 4-72,7 17-128,33 49-40,-25-45-72,2-2-32,10 1-48,-8 7-8,19 3-832,4 2-1809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40.407"/>
    </inkml:context>
    <inkml:brush xml:id="br0">
      <inkml:brushProperty name="width" value="0.1" units="cm"/>
      <inkml:brushProperty name="height" value="0.1" units="cm"/>
    </inkml:brush>
  </inkml:definitions>
  <inkml:trace contextRef="#ctx0" brushRef="#br0">1 96 3385,'2'1'8589,"13"-5"-8439,36-20 42,-30 14-3,1 0 0,30-9 0,67-10 779,-117 29-954,1-1 0,-1 1 0,0 0 1,0 0-1,1 0 0,-1 0 0,0 1 0,1-1 1,-1 0-1,0 1 0,0 0 0,0-1 0,1 1 0,-1 0 1,0 0-1,0 0 0,0 0 0,2 3 0,2-2-2,-4-1 12,-2 0 26,-2 8 19,-10-6-63,1-1-1,0 0 1,-1-1 0,-15 0-1,9 0-1,-85 8 37,68-5-16,25-2-10,29-5-8,37-8-7,-45 8 0,0 0 0,0 1 0,0 1 0,19-1 0,102-4-279,-99 6-762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41.449"/>
    </inkml:context>
    <inkml:brush xml:id="br0">
      <inkml:brushProperty name="width" value="0.1" units="cm"/>
      <inkml:brushProperty name="height" value="0.1" units="cm"/>
    </inkml:brush>
  </inkml:definitions>
  <inkml:trace contextRef="#ctx0" brushRef="#br0">99 81 6681,'-2'-6'652,"0"0"0,0 0 0,-1 1 0,1-1 0,-1 1 0,-1 0 0,1 0-1,-1 0 1,0 0 0,0 0 0,0 1 0,-1 0 0,1 0 0,-8-5 942,12 9-1531,0 0 0,0 0 0,0 0 0,0 0 0,-1-1-1,1 1 1,0 0 0,0 0 0,0 0 0,0 0 0,-1 0-1,1 0 1,0 0 0,0 1 0,0-1 0,-2 0 503,2 0-504,-3 11-26,-3 8-9,0 1-7,0 0 0,1 1 0,-4 40 0,8-33-133,1 0 1,1 1-1,1-1 1,9 43-1,-3-31-835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42.959"/>
    </inkml:context>
    <inkml:brush xml:id="br0">
      <inkml:brushProperty name="width" value="0.1" units="cm"/>
      <inkml:brushProperty name="height" value="0.1" units="cm"/>
    </inkml:brush>
  </inkml:definitions>
  <inkml:trace contextRef="#ctx0" brushRef="#br0">29 186 3993,'0'0'6100,"-21"-11"-4771,21 11-1303,-1 0-1,1 0 1,-1 0-1,1 0 1,0 0-1,-1 0 1,1 0-1,0 0 1,-1-1-1,1 1 1,0 0-1,0 0 1,-1 0-1,1-1 1,0 1-1,0 0 1,-1 0-1,1-1 1,0 1-1,0 0 0,-1 0 1,1-1-1,0 1 1,0 0-1,0-1 1,0 1-1,0 0 1,0-1-1,-1 1 1,1 0-1,0-1 1,0 1-1,0-1 1,0 1-1,0 0 1,0-1-1,0 1 1,0 0-1,1-1 1,-1 1-1,0 0 1,0-1-1,0 1 1,0 0-1,0-1 0,0 1 1,1 0-1,-1-1 1,22-11 53,8-3-4,25-28-8,-52 41-53,1 0-1,-1 0 1,0 0-1,0 1 1,1-1 0,-1 1-1,1 0 1,-1 0-1,1 0 1,0 1 0,-1-1-1,1 1 1,0 0-1,-1 0 1,1 0-1,0 0 1,3 2 0,12-1 117,-19-1 80,-13 9 4,6-8-188,0 0 0,0 0 0,0 0 0,0-1 0,0 0 0,0 0 0,-12-2 0,-34-3 153,39 9-101,13-3-70,0-1-1,0 1 1,0-1 0,0 1-1,1-1 1,-1 0 0,0 1 0,0-1-1,0 0 1,0 0 0,0 0 0,0 1-1,0-1 1,0 0 0,0-1-1,0 1 1,0 0 0,0 0 0,0 0-1,0 0 1,0-1 0,0 1 0,0 0-1,-1-2 1,24-1 662,165-22 676,-43-4-472,-103 19-784,0 2-1,1 1 1,51-1-1,-92 8-168,0 0-1,-1 0 1,1 0-1,0 0 0,0 1 1,0-1-1,0 0 1,0 0-1,-1 1 0,1-1 1,0 1-1,0-1 1,0 0-1,-1 1 0,1-1 1,1 2-1,2 4-1720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43.859"/>
    </inkml:context>
    <inkml:brush xml:id="br0">
      <inkml:brushProperty name="width" value="0.1" units="cm"/>
      <inkml:brushProperty name="height" value="0.1" units="cm"/>
    </inkml:brush>
  </inkml:definitions>
  <inkml:trace contextRef="#ctx0" brushRef="#br0">29 33 7202,'-10'-11'4002,"20"7"-1667,7 0-1671,41-9-664,-55 13 0,0 0 0,0 0 0,0 0-1,0 1 1,0-1 0,0 1 0,0 0 0,0 0 0,0 0-1,0 0 1,-1 0 0,1 1 0,0-1 0,-1 1 0,1 0-1,-1-1 1,0 1 0,1 0 0,-1 1 0,0-1 0,0 0-1,0 1 1,2 4 0,0 0 0,0 0-1,-1 0 1,0 0-1,0 0 1,-1 0-1,0 1 1,2 9-1,-4-13 2,0-1 1,0 1-1,0-1 0,-1 1 1,1-1-1,-1 1 0,0-1 1,0 1-1,0-1 0,0 1 0,-1-1 1,1 0-1,-1 0 0,0 0 1,0 0-1,0 0 0,0 0 1,-1 0-1,-2 2 0,-6 5 8,-1 1 0,0-2-1,-14 9 1,20-14-7,-88 67 46,88-64-43,12-7-10,-3 0-15,32-4-338,56-14 1,-36 6-518,13-2-891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45.031"/>
    </inkml:context>
    <inkml:brush xml:id="br0">
      <inkml:brushProperty name="width" value="0.1" units="cm"/>
      <inkml:brushProperty name="height" value="0.1" units="cm"/>
    </inkml:brush>
  </inkml:definitions>
  <inkml:trace contextRef="#ctx0" brushRef="#br0">1 139 416,'14'-35'10593,"-11"33"-9870,9-3 193,-11 5-912,3-1 5,0 0-1,0 0 1,0-1 0,-1 1 0,1-1 0,6-3-1,52-36 52,-58 39-42,1 0-1,-1 0 0,0 0 0,1 1 1,-1-1-1,1 1 0,0 0 1,-1 0-1,1 1 0,9-1 0,-11 1 36,1 0-1,-1 0 1,1 0 0,-1-1-1,1 0 1,-1 1-1,0-1 1,8-5 942,-19 8-889,-25 4-157,22-5 50,-11 2 12,0 1 0,0 0 0,-30 12-1,44-14-7,6-1-3,0-1 0,0 1-1,0-1 1,0 1 0,0 0-1,0 0 1,0 0 0,0 0-1,1 0 1,-1 0 0,0 1-1,-2 2 1,33-3 223,169-24 150,-10 1-153,93-5-857,-255 26-846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45.969"/>
    </inkml:context>
    <inkml:brush xml:id="br0">
      <inkml:brushProperty name="width" value="0.1" units="cm"/>
      <inkml:brushProperty name="height" value="0.1" units="cm"/>
    </inkml:brush>
  </inkml:definitions>
  <inkml:trace contextRef="#ctx0" brushRef="#br0">416 74 8058,'-68'-40'4565,"68"40"-4543,0 0 1,0 0-1,-1 0 0,1 0 1,0 0-1,0 0 1,0 0-1,-1 0 1,1 0-1,0 0 0,0 0 1,0 0-1,0 0 1,-1 0-1,1 0 1,0 0-1,0 0 0,0 0 1,0 0-1,-1-1 1,1 1-1,0 0 1,0 0-1,0 0 0,0 0 1,0 0-1,0-1 1,-1 1-1,1 0 1,0 0-1,0 0 0,0 0 1,0-1-1,0 1 1,0 0-1,0 0 1,0 0-1,0-1 0,0 1 1,0 0-1,0 0 1,0 0-1,0-1 1,0 1-1,0 0 0,0 0 1,0 0-1,0 0 1,0-1-1,0 1 1,0 0-1,1 0 0,-1 0 1,0 0-1,0-1 1,0 1-1,0 0 1,0 0-1,0 0 0,1 0 1,-1 0-1,0-1 1,0 1-1,0 0 1,17-3 239,-16 2-297,53-7 34,-29 3 3,2 1 0,-1 1 0,44 1 0,-58 3-5,-1 0 1,1 1-1,0 0 0,-1 1 1,18 6-1,-25-8 1,-1 1 0,1-1 0,-1 1 0,1 0 0,-1 0-1,0 0 1,0 1 0,0-1 0,0 1 0,-1-1 0,1 1 0,-1 0 0,1 0-1,-1 0 1,0 0 0,0 1 0,0-1 0,-1 1 0,1-1 0,-1 1-1,2 4 1,-3-6 2,-1 0 1,1 0-1,0 0 0,-1 1 0,1-1 0,-1 0 0,1 0 0,-1 0 0,0 0 0,0 0 0,0 0 1,0 0-1,-1 0 0,1-1 0,0 1 0,-1 0 0,1-1 0,-1 1 0,-2 2 0,-39 29 17,37-29-13,-13 8 4,0 0 0,-1-2-1,0 0 1,0-2 0,-1 0 0,-42 9 0,62-17-10,0 1 1,1-1 0,-1 0-1,0 0 1,1 0-1,-1 0 1,0 1 0,1-1-1,-1 0 1,0 1 0,1-1-1,-1 0 1,0 1-1,1-1 1,-1 1 0,1-1-1,-1 1 1,1-1-1,-1 1 1,1-1 0,0 1-1,-1 0 1,1-1 0,0 1-1,-1 0 1,1 0-15,1-1 0,-1 1 1,0 0-1,1-1 0,-1 1 1,1-1-1,-1 0 0,1 1 1,-1-1-1,1 1 0,-1-1 1,1 0-1,-1 1 1,1-1-1,-1 0 0,1 0 1,0 1-1,-1-1 0,1 0 1,0 0-1,-1 0 0,1 0 1,-1 0-1,1 0 0,0 0 1,-1 0-1,1 0 0,0 0 1,-1 0-1,2 0 0,72-3-379,-47 1 273,0 1 1,46 6-1,-63-5 99,1 2 0,-1 0 0,0 0 0,-1 0 0,1 1-1,0 1 1,-1 0 0,0 0 0,0 1 0,0 0 0,0 0 0,-1 1 0,0 0 0,10 10-1,-16-14 24,-1-1 0,0 1 0,1-1 0,-1 1 0,0-1 0,0 1 0,0-1 0,0 1 0,-1 0 0,1 0 0,0-1 0,-1 1 0,1 0 1,-1 0-1,0 0 0,1 0 0,-1 0 0,0 0 0,0-1 0,0 1 0,-1 0 0,1 2 0,-1-1 10,-1 0 1,1-1-1,0 0 1,-1 1-1,1-1 0,-1 0 1,0 0-1,0 1 1,0-1-1,0-1 1,0 1-1,0 0 1,-4 2-1,-8 3 96,1 0 0,-1 0-1,-1-2 1,-17 6 0,27-10-63,-52 15 360,0-3 0,-2-3 0,-67 4 0,-175-8 1043,222-10-2194,54 4-1067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6.268"/>
    </inkml:context>
    <inkml:brush xml:id="br0">
      <inkml:brushProperty name="width" value="0.1" units="cm"/>
      <inkml:brushProperty name="height" value="0.1" units="cm"/>
    </inkml:brush>
  </inkml:definitions>
  <inkml:trace contextRef="#ctx0" brushRef="#br0">0 40 11410,'1'-4'369,"-1"-1"-1,1 1 0,-1 0 0,1 0 0,1-1 0,1-3 1,-2 3 455,-1 31 2386,0 1-3280,1 38 146,2 1-1,4 0 1,2-1 0,28 100 0,-8-58-750,-4-21-259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3.766"/>
    </inkml:context>
    <inkml:brush xml:id="br0">
      <inkml:brushProperty name="width" value="0.1" units="cm"/>
      <inkml:brushProperty name="height" value="0.1" units="cm"/>
    </inkml:brush>
  </inkml:definitions>
  <inkml:trace contextRef="#ctx0" brushRef="#br0">144 537 4337,'-2'-10'4764,"-7"24"376,-6 11-5782,-23 35 667,36-55-23,0 0 0,0 0-1,1 0 1,-1 0 0,1 1-1,0-1 1,1 1-1,-1-1 1,1 1 0,0-1-1,1 1 1,-1-1 0,1 0-1,0 1 1,3 6 0,-1 3-1,-1-5 1,1-1 0,0 1-1,0-1 1,1 0-1,0 1 1,1-2 0,0 1-1,0 0 1,1-1 0,0 0-1,1-1 1,0 1 0,9 7-1,-5-6 0,0 0 0,1 0-1,1-1 1,0-1 0,0 0-1,0-1 1,1 0 0,19 5 0,-27-10-3,0 0 1,-1 0 0,1 0 0,0-1-1,-1 0 1,1 0 0,0 0 0,0-1-1,-1 0 1,1 0 0,-1-1 0,1 1-1,-1-1 1,1 0 0,-1-1 0,6-3-1,7-5-6,-1-1 0,0-1-1,17-16 1,-10 8-7,-5 5 10,-1-1 1,0-1-1,-2 0 0,0-1 0,-1-1 1,24-41-1,-32 48 24,-1 0 0,-1-1 0,0 0 0,-1 0 1,0 0-1,-1 0 0,-1 0 0,0-1 0,-1 1 0,-1-1 1,0 1-1,-1-1 0,-3-19 0,-3 1 62,-2 0 1,-1 0-1,-1 0 0,-2 2 1,-1-1-1,-1 2 0,-2 0 1,-38-50-1,48 72-66,0 0 1,-1 1-1,0 0 0,-1 0 1,0 1-1,0 0 0,0 1 0,0 0 1,-1 0-1,-10-3 0,-14-4 45,-57-12 0,82 23-59,1 0-1,0 0 1,0 1 0,0 0-1,0 0 1,-1 1 0,1 0-1,0 1 1,0 0 0,0 0-1,1 0 1,-1 1-1,0 0 1,-10 7 0,5-3 6,1 2 1,-1-1 0,1 2-1,1-1 1,0 2 0,0 0-1,-9 12 1,15-15-4,0 0 1,0 0-1,1 1 1,0 0-1,1 0 1,-4 13-1,-6 15-2,11-30-1,-1 1-1,1 1 1,1-1-1,-1 0 1,2 0-1,-1 1 1,1-1-1,0 0 1,1 1-1,-1-1 1,2 0-1,-1 0 1,1 0-1,1 0 1,5 14-1,-2-8 1,1 0 0,0-1 0,1 0 0,1 0 0,0-1 0,0 0 0,20 19 0,-24-28 1,-1 1-1,0-1 1,1 0 0,0-1-1,0 1 1,0-1-1,0 0 1,9 3 0,45 6 15,-52-10-17,0-1-2,0 0-1,0 0 0,0 0 1,0-1-1,0-1 0,-1 1 1,9-3-1,-5 1-4,0 1 1,20-3-1,7 2-654,0-3 1,68-19-1,-80 19-476,3-2-912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4.968"/>
    </inkml:context>
    <inkml:brush xml:id="br0">
      <inkml:brushProperty name="width" value="0.1" units="cm"/>
      <inkml:brushProperty name="height" value="0.1" units="cm"/>
    </inkml:brush>
  </inkml:definitions>
  <inkml:trace contextRef="#ctx0" brushRef="#br0">149 36 5185,'-16'-4'6872,"14"4"-6673,0 0 0,0 1 0,0-1 0,0 1 0,0-1 1,0 1-1,0 0 0,0-1 0,1 1 0,-4 2 0,-2 2-315,0 1 0,0 0-1,1 0 1,-11 14 0,-25 34 133,39-50-16,0 1 0,1-1 1,0 1-1,-1 0 0,1-1 0,1 1 1,-1 0-1,1 0 0,0 0 0,0 1 1,0-1-1,1 0 0,0 0 0,0 0 1,0 1-1,0-1 0,1 0 0,0 0 1,0 0-1,1 0 0,-1 0 0,1 0 1,0 0-1,0-1 0,1 1 0,-1 0 1,1-1-1,0 0 0,0 0 0,6 6 1,-6-7-2,0-1 0,0 1 1,0 0-1,1-1 0,-1 0 1,1 0-1,-1 0 0,1 0 0,0 0 1,0-1-1,0 1 0,0-1 1,0 0-1,0-1 0,0 1 1,0-1-1,0 1 0,0-1 1,0-1-1,1 1 0,-1 0 1,6-2-1,7-2-6,-1-1-1,0 0 1,0-1 0,16-8 0,-7 2-3,30-19 1,-47 26 10,-1 0-1,0-1 0,0 1 1,0-1-1,-1-1 0,0 1 1,0-1-1,5-9 1,-11 16-2,7-11 52,0-1 1,-1 1 0,0-1-1,-1 0 1,0 0-1,3-14 1,-8 25-26,0-1 1,0 1 0,0-1 0,0 1-1,0-1 1,-1 1 0,1-1-1,0 1 1,-1-1 0,1 1-1,-1 0 1,0-1 0,1 1 0,-1 0-1,0-1 1,0 1 0,0 0-1,0 0 1,0 0 0,0 0 0,0 0-1,0 0 1,0 0 0,-1 0-1,0-1 1,-37-17 471,18 12-415,-1 1 0,0 1 0,0 0 0,0 2 0,-1 1 0,1 1 0,-42 3 0,48 0-628,1 4-374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5.498"/>
    </inkml:context>
    <inkml:brush xml:id="br0">
      <inkml:brushProperty name="width" value="0.1" units="cm"/>
      <inkml:brushProperty name="height" value="0.1" units="cm"/>
    </inkml:brush>
  </inkml:definitions>
  <inkml:trace contextRef="#ctx0" brushRef="#br0">11 108 10306,'-2'-1'-79,"-7"-2"2017,22 0 864,15-1-2669,-1-2-1,1 0 0,32-13 1,-40 12-64,33-7-116,0 2 0,90-7 0,-60 9-1587,-47 7-1715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5.837"/>
    </inkml:context>
    <inkml:brush xml:id="br0">
      <inkml:brushProperty name="width" value="0.1" units="cm"/>
      <inkml:brushProperty name="height" value="0.1" units="cm"/>
    </inkml:brush>
  </inkml:definitions>
  <inkml:trace contextRef="#ctx0" brushRef="#br0">0 7 10858,'5'-4'736,"-1"2"17,-2 2 159,0 0-80,0 0-360,0 0-168,0 0-248,0 0-32,0 0-96,19 2-144,74 2-560,-47-4-576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7.734"/>
    </inkml:context>
    <inkml:brush xml:id="br0">
      <inkml:brushProperty name="width" value="0.1" units="cm"/>
      <inkml:brushProperty name="height" value="0.1" units="cm"/>
    </inkml:brush>
  </inkml:definitions>
  <inkml:trace contextRef="#ctx0" brushRef="#br0">215 546 4473,'0'-3'275,"1"-1"1,0 1-1,-1 0 0,0 0 0,1 0 1,-1 0-1,-1 0 0,1-1 1,0 1-1,-1 0 0,1 0 1,-1 0-1,0 0 0,0 0 0,-1 0 1,1 0-1,0 0 0,-1 1 1,0-1-1,-11 2 4492,-27 29-5038,30-21 281,1 0-1,0 0 1,0 1-1,0 0 0,1 1 1,0 0-1,1 0 1,0 1-1,-9 17 1,6-5 3,0 0 1,2 1 0,1 1 0,0-1-1,-5 44 1,11-59-28,0 0 1,1 1-1,0-1 1,1 0-1,-1 1 1,2-1-1,-1 0 0,1 0 1,0 0-1,1 0 1,0 0-1,0 0 1,0-1-1,1 1 0,0-1 1,1 0-1,0 0 1,0 0-1,0-1 1,11 10-1,-11-12-18,0-1 0,-1 1 1,2-1-1,-1 0 0,0 0 0,1-1 0,-1 1 0,1-1 1,0 0-1,-1-1 0,1 0 0,0 0 0,6 1 0,-3-2 7,0 0 0,0-1 0,0 0 0,0 0 0,0-1 0,-1 0 0,17-7 0,3-4 34,-1-1 0,-1-1 0,49-37 0,-74 51-7,32-24 99,0-1 0,-2-1 0,-1-2 0,40-50 0,-59 65 5,-1 0-1,-1-1 1,0 0-1,-1 0 0,0-1 1,-2 0-1,0-1 1,0 1-1,-2-1 1,0 0-1,-1 0 1,-1-1-1,1-27 1,-6 10 65,-2-1 0,-1 1 1,-2 0-1,-1 0 0,-2 1 0,-22-48 1,28 70-145,-1 1 0,0 0 1,0 0-1,-1 1 0,-1 0 0,0 0 1,0 0-1,-13-10 0,15 14-14,-1 1-1,-1 0 0,1 0 0,-1 1 1,1 0-1,-1 0 0,0 1 1,-1 0-1,1 0 0,-1 1 0,1 0 1,-15-1-1,-6 1-5,0 0-1,-53 6 1,68-2-14,0 1 1,0 0 0,0 1 0,0 0 0,1 1 0,0 1 0,-20 11 0,23-10 0,1 1 0,0 1 0,0 0 0,1 0 0,1 0 0,-1 1 0,1 0 0,-9 20 0,14-26 5,-8 13-4,0 0 0,2 1 1,0 0-1,-9 31 0,15-41 1,1 0 0,-1 1 0,2-1 1,-1 0-1,1 1 0,0-1 0,1 0 0,0 1 0,0-1 0,0 0 0,1 0 0,1 0 0,4 11 0,0-2-96,1-1 0,1 0 0,16 24 0,-21-36 65,0 1 0,0-1 0,0 1-1,0-1 1,1 0 0,-1-1 0,1 1 0,0-1 0,0 0-1,1 0 1,-1-1 0,0 1 0,1-1 0,0 0 0,6 1-1,1-1 0,0-1 0,0 0 0,1-1-1,-1 0 1,0-1 0,23-5 0,75-26-841,-28 6-866,-31 12-73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8.238"/>
    </inkml:context>
    <inkml:brush xml:id="br0">
      <inkml:brushProperty name="width" value="0.1" units="cm"/>
      <inkml:brushProperty name="height" value="0.1" units="cm"/>
    </inkml:brush>
  </inkml:definitions>
  <inkml:trace contextRef="#ctx0" brushRef="#br0">19 11 11138,'-4'-11'3953,"4"13"-3601,0 0-48,0 0-104,0 7-48,-4 27-80,-7 56-32,13-48-40,-2 4-80,2 3-368,5 1-320,-5-1-1136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8.742"/>
    </inkml:context>
    <inkml:brush xml:id="br0">
      <inkml:brushProperty name="width" value="0.1" units="cm"/>
      <inkml:brushProperty name="height" value="0.1" units="cm"/>
    </inkml:brush>
  </inkml:definitions>
  <inkml:trace contextRef="#ctx0" brushRef="#br0">1 93 11274,'2'-14'1073,"6"1"-457,3 0 168,-3 11 264,5 0-40,-1 2-303,3 0-185,8 0-224,0-4-56,9 4-48,6-8-32,-5-3-48,16 11-48,3-6-112,-6 2-144,11 4-536,-8-7-433,-10-1-1775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9.108"/>
    </inkml:context>
    <inkml:brush xml:id="br0">
      <inkml:brushProperty name="width" value="0.1" units="cm"/>
      <inkml:brushProperty name="height" value="0.1" units="cm"/>
    </inkml:brush>
  </inkml:definitions>
  <inkml:trace contextRef="#ctx0" brushRef="#br0">5 86 9842,'-5'-4'1160,"12"0"-800,-5 4 185,2 0 1287,-2 0-1160,11-2-192,22-9-336,62-20-96,-49 20-248,5 1-256,12-3-1168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3:59.703"/>
    </inkml:context>
    <inkml:brush xml:id="br0">
      <inkml:brushProperty name="width" value="0.1" units="cm"/>
      <inkml:brushProperty name="height" value="0.1" units="cm"/>
    </inkml:brush>
  </inkml:definitions>
  <inkml:trace contextRef="#ctx0" brushRef="#br0">224 84 6985,'-12'-5'1816,"11"5"-1749,1 0 0,0 0-1,0 0 1,0 0 0,-1 0 0,1 0 0,0 0 0,0 0 0,-1 0 0,1 0 0,0 0 0,0 0 0,-1 1 0,1-1 0,0 0 0,0 0 0,0 0 0,-1 0 0,1 0 0,0 0-1,0 1 1,0-1 0,-1 0 0,1 0 0,0 0 0,0 0 0,0 1 0,0-1 0,-1 0 0,1 0 0,0 0 0,0 1 0,0-1 0,0 0 0,0 0 0,0 1 0,0-1 0,0 0 0,0 0-1,0 1 1,0-1 0,0 0 0,0 0 0,0 1 0,-1 0 16,0 1 0,0-1 0,1 0 0,-1 0 0,0 0 0,0 0-1,-1 0 1,1 0 0,0 0 0,0 0 0,0 0 0,-1 0 0,1 0 0,-2 0-1,-14 11 59,6-4-81,0 1 0,1 1-1,-1-1 1,2 2 0,0-1-1,0 2 1,1-1-1,0 1 1,-11 24 0,4 3 36,-30 98 313,43-130-402,1 0 0,1 0 0,-1 1 0,1-1 0,0 0 0,0 0 0,1 1-1,0-1 1,1 0 0,-1 0 0,1 0 0,1 0 0,-1-1 0,1 1 0,0 0 0,1-1 0,0 0 0,0 0 0,0 0-1,7 8 1,-6-10-4,1 0-1,-1-1 1,0 1-1,1-1 0,0 0 1,0-1-1,0 1 0,0-1 1,0 0-1,1-1 1,10 2-1,-5-2 4,-1 0-1,0-2 1,1 1-1,-1-1 1,0-1 0,13-3-1,9-5 19,0-2-1,-1 0 0,42-25 1,-51 24 17,0 0 1,-2-1-1,1-2 1,37-34 0,-51 41 33,1 0 0,-1 0 0,0-1 0,-1 0 1,0-1-1,-1 1 0,0-1 0,-1 0 1,0-1-1,-1 1 0,0-1 0,4-19 0,-8 25-8,1 1-1,-1-1 0,0 0 0,-1 0 0,1 1 0,-1-1 0,0 0 0,0 1 1,-1-1-1,0 1 0,0-1 0,-4-7 0,1 4 37,-1 0 1,0 0-1,-1 1 0,0 0 1,0 0-1,-10-9 0,-5 0 106,0 1-1,-1 1 0,0 0 1,-36-15-1,51 27-275,0-1 1,1 1-1,-1 1 0,0 0 1,0 0-1,0 0 0,0 1 0,-1 0 1,1 1-1,0-1 0,0 2 1,-1-1-1,-11 3 0,-3 3-1396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06.048"/>
    </inkml:context>
    <inkml:brush xml:id="br0">
      <inkml:brushProperty name="width" value="0.1" units="cm"/>
      <inkml:brushProperty name="height" value="0.1" units="cm"/>
    </inkml:brush>
  </inkml:definitions>
  <inkml:trace contextRef="#ctx0" brushRef="#br0">285 301 7786,'-3'-13'3915,"-2"27"-1358,-1-1-2534,0 0 0,-1-1 1,-16 23-1,11-19-1,2 0-1,-13 26 0,7-12 3,-1 4-8,1 0 0,-14 45 0,26-68-15,1 0-1,1 0 0,0 1 0,1-1 0,0 1 1,0 0-1,1-1 0,1 1 0,0-1 0,1 1 1,5 18-1,-5-21 1,0-1-1,1 0 1,1 0 0,-1-1 0,1 1 0,1-1-1,-1 0 1,1 0 0,1 0 0,-1 0 0,1-1 0,0 0-1,0-1 1,1 1 0,0-1 0,0 0 0,0-1-1,0 1 1,1-2 0,0 1 0,0-1 0,16 5-1,-2-4 44,1-1 0,0-2 0,1 0 0,-1-1-1,0-1 1,0-1 0,0-1 0,0-1 0,-1-1-1,1-1 1,-1-1 0,-1-1 0,1-1 0,-1-1-1,-1 0 1,0-2 0,0-1 0,34-29 0,-39 29 72,-1-2 1,0 0-1,-2 0 0,0-1 1,15-26-1,-21 31-38,-1 0 0,-1 0 0,0-1 0,0 1 0,-1-1 0,-1 0 0,0 0 0,0 0 0,-1 0 0,-2-18 0,-1-6 92,-2 0 0,-2 0 0,-19-67 0,17 78-120,-1 1-1,-2 0 1,0 1-1,-1 0 1,-1 0-1,-19-23 1,23 36-46,0 0 1,-1 1 0,-1 0-1,0 0 1,0 1-1,-1 0 1,1 1 0,-2 1-1,1 0 1,-23-8-1,2 3-21,-1 2 1,-69-9-1,87 15 8,0 1 1,-1 1-1,1 1 1,0 0-1,-1 1 1,1 0-1,0 1 1,0 1-1,0 1 1,0 1-1,0 0 1,-17 8-1,17-6 0,0 1-1,1 1 0,0 0 1,0 1-1,-25 24 0,36-30 5,0 0 0,1 0-1,-1 0 1,1 1-1,0-1 1,0 1-1,1 0 1,0 0-1,-1 0 1,2 0-1,-1 1 1,1-1-1,-1 0 1,1 1-1,1-1 1,-1 1-1,1-1 1,0 1-1,0-1 1,1 1-1,0-1 1,0 0-1,2 10 1,3 1-25,0-1 1,1 0-1,1 0 1,0-1-1,1 1 0,0-2 1,1 0-1,1 0 1,0 0-1,0-2 1,17 14-1,-10-10 26,1-1 0,1-1 0,0-1-1,1 0 1,0-1 0,1-2 0,30 10 0,-36-15 20,0 0 0,0-2 0,1 0 1,-1 0-1,1-2 0,-1 0 0,29-4 1,2-4-475,62-20 1,-68 16-469,-9 7-556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06.831"/>
    </inkml:context>
    <inkml:brush xml:id="br0">
      <inkml:brushProperty name="width" value="0.1" units="cm"/>
      <inkml:brushProperty name="height" value="0.1" units="cm"/>
    </inkml:brush>
  </inkml:definitions>
  <inkml:trace contextRef="#ctx0" brushRef="#br0">162 88 8530,'-1'-4'388,"1"1"0,-1-1-1,0 0 1,0 1 0,0-1 0,0 0 0,-1 1 0,1-1 0,-3-3 0,3 6-291,0 0 0,0 0 1,-1 0-1,1 0 0,0 0 1,0 0-1,-1 0 1,1 1-1,0-1 0,-1 0 1,1 1-1,-1-1 0,1 1 1,0 0-1,-1-1 1,1 1-1,-1 0 0,1 0 1,-1 0-1,0 0 1,1 0-1,-1 0 0,1 0 1,-1 0-1,1 1 0,-1-1 1,0 1-1,-9 13 191,7-6-300,-64 96 3,64-97 6,1 0 0,-1 1 0,1-1 0,1 1 0,-1 0 0,1 0 0,1 0 0,-1 0 0,1 0 0,1 0 0,0 0 0,0 0 0,0 1 0,1-1 0,4 15 0,-5-20 2,0 0 0,1 0 0,0-1 0,0 1 0,0-1 0,0 1 0,0-1 0,0 1 0,1-1 0,-1 0 0,1 1 0,-1-1 0,1 0 0,0 0 0,0 0 0,0 0 0,0-1 0,1 1 0,-1 0 0,0-1 0,1 0 0,-1 1 0,5 1 1,-3-2 0,1 0 0,-1-1 0,1 1 0,-1-1 0,1 0 0,-1 0 0,0 0 1,1-1-1,-1 0 0,1 1 0,-1-1 0,0-1 0,0 1 0,5-3 1,8-5 6,0 0 1,0-2 0,28-24-1,-4 4 12,-29 22 17,0 0 0,0 0 0,-1-1 0,-1-1 0,17-21 0,-24 29-9,-1 0 1,0 1 0,-1-1 0,1 0 0,0 0 0,-1 0 0,0-1 0,1 1 0,-1 0 0,0 0 0,-1-1 0,1 1 0,-1-1 0,1 1 0,-1 0 0,0-1-1,0 1 1,-1-1 0,1 1 0,-1 0 0,0-1 0,1 1 0,-1 0 0,-1-1 0,1 1 0,0 0 0,-1 0 0,0 0 0,0 0 0,0 0 0,-3-3 0,-2-1-114,-1 0-1,0 0 1,0 1 0,-1 0 0,0 1 0,0 0 0,0 0 0,-1 1 0,0 0 0,1 1 0,-1 0 0,-1 0 0,1 1 0,0 1 0,-17-2 0,1 3-1202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08.177"/>
    </inkml:context>
    <inkml:brush xml:id="br0">
      <inkml:brushProperty name="width" value="0.1" units="cm"/>
      <inkml:brushProperty name="height" value="0.1" units="cm"/>
    </inkml:brush>
  </inkml:definitions>
  <inkml:trace contextRef="#ctx0" brushRef="#br0">32 61 8890,'-19'-10'791,"7"3"4242,13 6-4872,0 1 0,0-1-1,1 1 1,-1-1-1,1 1 1,-1-1-1,0 1 1,1 0-1,-1-1 1,1 1 0,-1 0-1,0 0 1,2 0-1,183-22 0,-12 8-720,-57 11-2779,-74 5 470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08.517"/>
    </inkml:context>
    <inkml:brush xml:id="br0">
      <inkml:brushProperty name="width" value="0.1" units="cm"/>
      <inkml:brushProperty name="height" value="0.1" units="cm"/>
    </inkml:brush>
  </inkml:definitions>
  <inkml:trace contextRef="#ctx0" brushRef="#br0">2 28 9738,'-2'-2'1352,"2"-7"-351,2 9-193,0 0-16,0 0-184,0 0-104,24-2-208,47-12-96,-41 14-232,-3 0-200,11 0-736,13 4-1040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08.988"/>
    </inkml:context>
    <inkml:brush xml:id="br0">
      <inkml:brushProperty name="width" value="0.1" units="cm"/>
      <inkml:brushProperty name="height" value="0.1" units="cm"/>
    </inkml:brush>
  </inkml:definitions>
  <inkml:trace contextRef="#ctx0" brushRef="#br0">147 8 6321,'2'-7'7173,"-9"10"-5807,-22 25-1856,-19 21 515,43-44-19,1 1-1,-1 0 0,1 0 1,0 0-1,1 1 1,0-1-1,0 1 1,-4 13-1,-1 3 1,4-14-5,1-1 0,0 1 0,1 0 0,-1 0 0,2 0 1,-2 12-1,3-17-4,0 0-1,1 0 1,-1 0 0,1 0 0,-1 0-1,1-1 1,0 1 0,1 0 0,-1 0 0,1 0-1,-1-1 1,1 1 0,0-1 0,1 1 0,-1-1-1,5 5 1,-3-4 1,0 0 0,1 0 0,-1-1-1,1 1 1,0-1 0,0 0 0,0 0 0,0-1 0,1 1 0,-1-1-1,1-1 1,-1 1 0,1-1 0,0 0 0,0 0 0,-1 0 0,1-1-1,0 0 1,0 0 0,0-1 0,0 1 0,5-3 0,21-1 19,34-11 1,-57 13 36,0-1-1,-1 0 1,0 0 0,1-1-1,-1 0 1,0-1 0,-1 0-1,1 0 1,7-7 0,-12 8-15,1 0 1,-1 0 0,0 0-1,0 0 1,0-1 0,-1 0-1,1 1 1,-1-1 0,-1 0-1,1 0 1,0 0-1,-1 0 1,0-1 0,0 1-1,-1 0 1,0 0 0,1-1-1,-2 1 1,1 0 0,-1-1-1,1 1 1,-2 0-1,1 0 1,-3-9 0,-3-3 71,5 9-48,-1 0 1,0 1 0,-8-14 0,9 18-69,0 0 0,0 1 0,-1-1 1,1 1-1,-1-1 0,0 1 0,0 0 0,1 0 0,-1 0 1,-1 0-1,-5-2 0,4 2-113,0 0 1,0 0-1,1 1 1,-1 0-1,0 0 1,-8-1-1,-21-3-833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0.062"/>
    </inkml:context>
    <inkml:brush xml:id="br0">
      <inkml:brushProperty name="width" value="0.1" units="cm"/>
      <inkml:brushProperty name="height" value="0.1" units="cm"/>
    </inkml:brush>
  </inkml:definitions>
  <inkml:trace contextRef="#ctx0" brushRef="#br0">35 423 11610,'-5'13'2061,"0"7"-1973,1 0 0,1 0 0,1 0 0,1 1 0,1-1 0,4 37 0,-2-25-78,-1-12-5,0-1 1,9 36-1,-8-48-4,0 0-1,1-1 0,0 1 0,0 0 0,1-1 0,0 0 0,0 0 1,0 0-1,1 0 0,0-1 0,6 7 0,-2-5-3,0 0-1,0 0 1,0-1-1,1-1 1,0 1-1,0-2 1,0 1-1,1-1 1,0-1-1,0 0 1,-1 0-1,2-1 1,-1-1-1,0 0 1,0 0-1,0-1 1,1-1-1,-1 0 1,0 0-1,12-4 1,7-2 9,0-2 0,-1-1 0,0-1-1,-1-2 1,0-1 0,28-19 0,-36 21 19,-1-1 0,-1-1 0,0-1 1,-1 0-1,0-2 0,-1 0 0,-1 0 0,-1-1 0,-1-1 0,0-1 1,-1 0-1,-1 0 0,-1-1 0,-1-1 0,-1 1 0,-1-1 0,-1-1 1,-1 1-1,3-26 0,-5 24 5,-1-1 1,-2 1 0,0 0-1,-1-1 1,-6-29-1,5 45-4,-1-1 1,1 1-1,-2 0 0,1 0 0,-1 0 1,-1 0-1,0 1 0,0-1 0,0 1 0,-1 1 1,0-1-1,-1 1 0,0 0 0,0 0 0,-15-11 1,7 9-33,0 1 0,-1 0 0,1 0 0,-1 2 0,-1 0 0,1 1 0,-1 0 0,0 2 1,0 0-1,0 1 0,-32 0 0,-4 4-84,0 2-1,-77 17 1,116-18 84,0 1-1,1-1 1,-1 2-1,1 0 1,0 1-1,1 0 1,-1 1 0,1 0-1,1 1 1,-1 0-1,-16 17 1,20-18 2,2 1 0,-1 0 0,1 0 0,0 1 1,0 0-1,1 0 0,0 0 0,1 1 0,0-1 0,1 1 1,0 0-1,0 0 0,1 0 0,0 1 0,1-1 0,0 14 1,1-14-5,1 0 1,0 0 0,1 0 0,0 0 0,1 0 0,0-1 0,0 1 0,1-1 0,0 0 0,0 0 0,1 0 0,1 0 0,-1-1 0,1 0-1,1 0 1,9 9 0,-6-8 6,1 0-1,0-1 0,0 0 1,0 0-1,1-1 0,0-1 1,0 0-1,1-1 0,0 0 1,0-1-1,23 5 0,-12-7-187,0 0 0,0-2 0,0-1 0,0 0-1,0-2 1,0-1 0,31-9 0,-2 1-1067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0.520"/>
    </inkml:context>
    <inkml:brush xml:id="br0">
      <inkml:brushProperty name="width" value="0.1" units="cm"/>
      <inkml:brushProperty name="height" value="0.1" units="cm"/>
    </inkml:brush>
  </inkml:definitions>
  <inkml:trace contextRef="#ctx0" brushRef="#br0">24 5 13019,'0'-2'880,"-2"0"-272,4 2-96,-2 2 24,2 0-104,-2 0-7,2 13-57,-2 29-88,-6 69-152,0-54-64,-1 0-176,3-4-136,0-7-561,6 0-455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1.061"/>
    </inkml:context>
    <inkml:brush xml:id="br0">
      <inkml:brushProperty name="width" value="0.1" units="cm"/>
      <inkml:brushProperty name="height" value="0.1" units="cm"/>
    </inkml:brush>
  </inkml:definitions>
  <inkml:trace contextRef="#ctx0" brushRef="#br0">0 133 9946,'9'-10'1688,"-1"-1"-519,9-1-249,2-3 16,6 0-144,2 5-136,0-1-223,7 1-105,8 3-232,2-1-152,7-5-633,1 3-503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1.460"/>
    </inkml:context>
    <inkml:brush xml:id="br0">
      <inkml:brushProperty name="width" value="0.1" units="cm"/>
      <inkml:brushProperty name="height" value="0.1" units="cm"/>
    </inkml:brush>
  </inkml:definitions>
  <inkml:trace contextRef="#ctx0" brushRef="#br0">1 81 11450,'18'-5'937,"6"-1"-193,9 0-104,9-1 72,2 1-184,11 0-112,8-3-248,2 3-296,9-9-1040,-1 1-1665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1.876"/>
    </inkml:context>
    <inkml:brush xml:id="br0">
      <inkml:brushProperty name="width" value="0.1" units="cm"/>
      <inkml:brushProperty name="height" value="0.1" units="cm"/>
    </inkml:brush>
  </inkml:definitions>
  <inkml:trace contextRef="#ctx0" brushRef="#br0">0 5 13947,'0'-4'3329,"3"6"-2665,-1 0-112,0 0-16,2 11-24,2 42-120,11 58-56,-6-29-200,3 6-80,1 7-272,0 2-320,-3 0-1096,-5 1-1273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2.992"/>
    </inkml:context>
    <inkml:brush xml:id="br0">
      <inkml:brushProperty name="width" value="0.1" units="cm"/>
      <inkml:brushProperty name="height" value="0.1" units="cm"/>
    </inkml:brush>
  </inkml:definitions>
  <inkml:trace contextRef="#ctx0" brushRef="#br0">31 6 2769,'8'-6'14284,"-8"7"-14664,0 1 383,0 0 0,-1 0 0,1-1-1,0 1 1,-1 0 0,1 0 0,-1-1 0,0 1 0,0 0 0,-1 1-1,-6 15 0,3-7-16,1 1 0,0-1-1,1 1 1,1 1 0,0-1 0,0 0-1,1 0 1,1 1 0,1 13 0,2 8-445,2 1-299</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4.582"/>
    </inkml:context>
    <inkml:brush xml:id="br0">
      <inkml:brushProperty name="width" value="0.1" units="cm"/>
      <inkml:brushProperty name="height" value="0.1" units="cm"/>
    </inkml:brush>
  </inkml:definitions>
  <inkml:trace contextRef="#ctx0" brushRef="#br0">2 1 2681,'-2'0'13277,"4"3"-13185,-1 0-1,1 0 1,-1 1-1,0-1 1,0 0-1,-1 1 1,1-1 0,0 4-1,1 12-37,34 141-2234,-27-124-41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5.668"/>
    </inkml:context>
    <inkml:brush xml:id="br0">
      <inkml:brushProperty name="width" value="0.1" units="cm"/>
      <inkml:brushProperty name="height" value="0.1" units="cm"/>
    </inkml:brush>
  </inkml:definitions>
  <inkml:trace contextRef="#ctx0" brushRef="#br0">19 15 3521,'-19'-14'16254,"20"23"-15465,1-1-2350,0 6 1401,0-1 0,1 1 0,1 0 0,7 17 0,-3-9-181,10 21-1077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6.643"/>
    </inkml:context>
    <inkml:brush xml:id="br0">
      <inkml:brushProperty name="width" value="0.1" units="cm"/>
      <inkml:brushProperty name="height" value="0.1" units="cm"/>
    </inkml:brush>
  </inkml:definitions>
  <inkml:trace contextRef="#ctx0" brushRef="#br0">3 36 6721,'1'-2'308,"-1"1"-1,1-1 0,-1 1 0,1-1 0,-1 0 1,0 1-1,0-1 0,0 0 0,0 1 0,0-1 1,0 0-1,0 1 0,0-1 0,-5-11 5002,6 84-4346,-1-51-970,1 0 0,5 31 0,17 109-2252,-14-110-536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7.514"/>
    </inkml:context>
    <inkml:brush xml:id="br0">
      <inkml:brushProperty name="width" value="0.1" units="cm"/>
      <inkml:brushProperty name="height" value="0.1" units="cm"/>
    </inkml:brush>
  </inkml:definitions>
  <inkml:trace contextRef="#ctx0" brushRef="#br0">1 35 9178,'0'0'203,"-1"-1"0,1 0 1,0 0-1,0 1 0,1-1 0,-1 0 0,0 0 1,0 1-1,0-1 0,0 0 0,1 0 0,-1 1 1,0-1-1,1 0 0,-1 1 0,0-1 1,1 0-1,-1 1 0,1-1 0,-1 1 0,1-1 1,-1 1-1,1-1 0,0 0 0,21-3 3795,4 0-4562,-12 1 568,-8 1-3,-1 1 0,1 0 1,0 0-1,0 0 0,0 0 1,0 1-1,0 0 0,1 1 1,-1-1-1,0 1 0,-1 0 1,1 0-1,8 4 0,2 2-9,1 1 0,-1 1-1,0 1 1,-1 0-1,26 23 1,-38-30-10,0 0-1,0 0 1,0 0 0,-1 0-1,1 1 1,-1-1 0,1 1 0,-1 0-1,0-1 1,-1 1 0,1 0 0,-1 0-1,0 0 1,0 0 0,0 1-1,0-1 1,0 0 0,-1 0 0,0 1-1,0-1 1,0 0 0,-1 0 0,1 1-1,-1-1 1,0 0 0,0 0-1,-1 0 1,1 0 0,-1 0 0,0 0-1,0 0 1,0-1 0,0 1 0,-1-1-1,0 1 1,1-1 0,-1 0-1,0 0 1,-6 4 0,-56 39-244,45-33 160,-27 23 1,42-32 113,0 1-70,0 0 0,0-1 0,0 2 0,0-1 0,-5 9 0,10-14 44,0 1-1,-1 0 1,1-1 0,0 1 0,-1 0 0,1-1-1,0 1 1,0 0 0,0 0 0,0-1 0,-1 1-1,1 0 1,0 0 0,0 0 0,1-1-1,-1 1 1,0 0 0,0 0 0,0-1 0,0 1-1,1 0 1,-1 1 0,1-1-5,1 0 1,-1 0-1,0 0 0,0 0 1,0 0-1,1-1 0,-1 1 1,0 0-1,1-1 0,-1 1 0,0 0 1,1-1-1,-1 0 0,1 1 1,-1-1-1,2 0 0,28 4-423,0-2 0,-1-1 0,1-1 0,43-6 1,-18 1-1707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8.442"/>
    </inkml:context>
    <inkml:brush xml:id="br0">
      <inkml:brushProperty name="width" value="0.1" units="cm"/>
      <inkml:brushProperty name="height" value="0.1" units="cm"/>
    </inkml:brush>
  </inkml:definitions>
  <inkml:trace contextRef="#ctx0" brushRef="#br0">5 48 10714,'0'0'143,"-1"-1"0,1 1 0,0-1 0,0 1 0,-1-1 0,1 1-1,0-1 1,0 1 0,0-1 0,0 0 0,0 1 0,0-1 0,0 1-1,0-1 1,0 1 0,0-1 0,0 1 0,0-1 0,1 1 0,-1-1 0,0 1-1,0-1 1,1 1 0,-1-1 0,0 1 0,0-1 0,1 0 0,18-6 2982,1 1-3824,-8 2 700,-5 1 0,0 0-1,0 1 1,0 0-1,0 0 1,1 1-1,-1 0 0,1 0 1,-1 1-1,1 0 1,0 0-1,8 2 1,-4 0-65,1 2 1,-1-1-1,-1 1 1,1 1-1,0 0 1,18 11 0,-27-14 46,0 0 0,0 0 0,-1 0 0,1 0 0,-1 0 0,1 0 0,-1 1 0,0-1 0,0 1 0,0-1 1,0 1-1,0 0 0,-1 0 0,1 0 0,-1 0 0,1 0 0,-1 0 0,0 0 0,-1 1 0,1-1 1,-1 0-1,1 0 0,-1 1 0,0-1 0,0 0 0,0 1 0,-1-1 0,1 0 0,-1 1 0,-1 3 0,1-4 2,-1 0 0,0 0 0,0 0 0,0 0-1,0 0 1,-1-1 0,1 1 0,-1-1 0,1 1-1,-1-1 1,0 0 0,0 0 0,-4 2 0,-44 21 14,50-25 1,-111 36 179,98-28-156,13-8-23,1 0-1,0 0 1,0 1-1,0-1 1,0 0-1,0 0 1,0 1-1,0-1 1,0 0-1,0 0 1,0 1-1,0-1 1,0 0-1,0 0 1,0 1-1,0-1 1,0 0-1,0 0 1,0 1-1,0-1 1,0 0-1,1 0 1,-1 1-1,0-1 1,0 0-1,0 0 1,0 0-1,0 1 1,1-1-1,-1 0 1,0 0-1,1 1 1,1 0-5,1 1 1,0 0-1,-1-1 1,1 1-1,0-1 1,0 0-1,5 1 0,29 7-4,-20-5 3,-1 1 0,0 0 0,0 1 1,19 10-1,-31-14 5,1 1 0,-1-1 0,0 1 0,0 0 0,-1 0 0,1 0 0,0 0 0,-1 0 0,0 1 0,0 0 0,5 8 0,-7-11 19,0 1 0,0 0 1,0 0-1,-1 0 0,1 0 0,-1 0 1,1 0-1,-1 0 0,0 1 1,1-1-1,-1 0 0,-1 0 0,1 0 1,0 0-1,0 0 0,-1 0 0,1 0 1,-1 0-1,1 0 0,-1 0 0,0 0 1,0 0-1,0 0 0,0 0 1,0-1-1,-1 1 0,1 0 0,0-1 1,-3 3-1,-1 1 71,0-1-1,0 0 1,-1-1 0,1 1-1,-1-1 1,1 0 0,-1 0-1,0-1 1,-8 3 0,-8 0 19,-30 5 1,22-6-213,-24 4-612,-7-5-274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19.965"/>
    </inkml:context>
    <inkml:brush xml:id="br0">
      <inkml:brushProperty name="width" value="0.1" units="cm"/>
      <inkml:brushProperty name="height" value="0.1" units="cm"/>
    </inkml:brush>
  </inkml:definitions>
  <inkml:trace contextRef="#ctx0" brushRef="#br0">99 1 496,'-13'11'9059,"13"-10"-8785,-2 1-11,0-1 0,0 0 0,0 0 0,0 0 1,-1 0-1,1 0 0,0 0 0,-1 0 0,-3 0 0,-8 3 172,-2 3-81,12-6-123,1 0 0,0 0 0,0 1 0,0-1 0,0 1 0,0 0 0,-5 4 1181,11-6-1345,-1 0-1,1 0 1,-1 0-1,0-1 1,1 1 0,-1-1-1,0 0 1,1 1-1,2-3 1,16-4-125,48-12-430,-20 13-963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4.181"/>
    </inkml:context>
    <inkml:brush xml:id="br0">
      <inkml:brushProperty name="width" value="0.1" units="cm"/>
      <inkml:brushProperty name="height" value="0.1" units="cm"/>
    </inkml:brush>
  </inkml:definitions>
  <inkml:trace contextRef="#ctx0" brushRef="#br0">56 116 2497,'2'-9'501,"-2"9"-261,1-1-1,-1 0 0,0 1 0,1-1 0,-1 0 0,0 0 0,0 0 0,0 1 0,0-1 0,0 0 0,0 0 0,0 0 1,0 1-1,0-1 0,0 0 0,0-1 0,-4-14 340,3 9 144,0 1 1,-1 0-1,0-1 0,-3-6 0,2 11-536,1-1 0,-1 1-1,1 0 1,-1 0-1,0 0 1,0 0 0,1 0-1,-1 1 1,-1-1-1,1 1 1,0 0 0,-6-2-1,8 3 61,1 1-197,0-1 0,0 1 0,1-1 1,-1 1-1,0-1 0,0 0 0,1 1 0,-1-1 0,0 1 1,1-1-1,-1 0 0,1 1 0,-1-1 0,0 0 0,1 1 1,-1-1-1,1 0 0,-1 1 0,1-1 0,-1 0 0,1 0 1,-1 0-1,1 0 0,-1 1 0,1-1 0,-1 0 0,2 0 1,24 3-192,-19-2 245,115 5 231,-168 1 548,32-4-864,4-1 5,0-1-1,-1 1 0,1-2 1,0 1-1,0-2 0,-16-1 1,30 2 32,0 0 1,1 0 0,-1 0 0,1-1 0,-1 0-1,0 0 1,6-2 0,18-3-29,192-22-953,-150 24-257</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5.311"/>
    </inkml:context>
    <inkml:brush xml:id="br0">
      <inkml:brushProperty name="width" value="0.1" units="cm"/>
      <inkml:brushProperty name="height" value="0.1" units="cm"/>
    </inkml:brush>
  </inkml:definitions>
  <inkml:trace contextRef="#ctx0" brushRef="#br0">70 9 9506,'-13'-8'10289,"10"8"-9603,-8-1-1219,10 1 548,1 0 0,-1 0-1,1 0 1,-1 0 0,1 0-1,-1 1 1,1-1 0,-1 0-1,1 0 1,-1 0 0,1 0-1,-1 1 1,1-1 0,-1 0-1,1 0 1,-1 1 0,1-1-1,0 0 1,-1 1-1,1-1 1,0 1 0,-1-1-1,1 0 1,0 1 0,-1 0-1,-4 17-71,0 1 71,0-2-35,1-8-12,1 1 0,1 0 0,0-1 0,0 1-1,1 0 1,0 0 0,0 0 0,2 13 0,3 24-742,2 5-437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7.205"/>
    </inkml:context>
    <inkml:brush xml:id="br0">
      <inkml:brushProperty name="width" value="0.1" units="cm"/>
      <inkml:brushProperty name="height" value="0.1" units="cm"/>
    </inkml:brush>
  </inkml:definitions>
  <inkml:trace contextRef="#ctx0" brushRef="#br0">45 65 9474,'-24'-30'2419,"17"12"-1258,6 18-1111,1-1-1,0 1 0,0-1 0,0 1 1,0 0-1,0-1 0,0 1 0,0-1 0,0 1 1,0-1-1,1 1 0,-1-1 0,0 1 1,0 0-1,0-1 0,0 1 0,1-1 0,-1 1 1,0 0-1,0-1 0,1 1 0,-1-1 1,0 1-1,1 0 0,-1 0 0,0-1 0,1 1 1,-1 0-1,1-1 0,1 0-12,1 0 0,0 1 0,-1-1 0,1 1 0,0-1 0,-1 1-1,1 0 1,0 0 0,0 0 0,-1 0 0,5 1 0,12 0 8,45 4-45,-56-4 0,-1 0 0,1 1 0,-1 0 0,1 1 0,-1 0 0,0 0 0,0 0 0,-1 1 0,1 0 0,6 6 0,2 0 0,2 1 0,0 1-1,27 26 0,-38-33 1,-1 0-1,0 1 1,0 0-1,0 0 0,-1 1 1,0-1-1,-1 1 1,1 0-1,-1 0 1,4 14-1,-7-18 1,1 0-1,-1 1 1,0-1-1,0 0 1,0 1-1,0-1 1,-1 0 0,0 1-1,1-1 1,-1 0-1,0 0 1,0 0-1,-1 0 1,1 1-1,-1-2 1,1 1-1,-1 0 1,-4 4-1,-3 4 2,0-1-1,-1-1 1,-14 11-1,10-8-1,-17 12-44,-46 28 1,48-34-87,28-17 119,0 0-1,-1-1 1,1 1 0,0 0-1,0 0 1,0 0-1,0 0 1,0 0 0,0 0-1,0 0 1,1 0-1,-1 0 1,0 1 0,1-1-1,-2 2 1,2-2 0,0-1 0,0 1 0,0 0 0,0 0 1,0-1-1,0 1 0,0 0 0,0 0 0,1-1 0,-1 1 1,0 0-1,0-1 0,1 1 0,-1 0 0,0-1 0,1 1 0,-1 0 1,1-1-1,-1 1 0,2 0 0,2 3-53,0-1 1,1 0-1,-1 0 0,1 0 1,0 0-1,5 1 0,0 1-14,13 7 41,-1 1 0,-1 2 0,0 0 0,-1 1 0,-1 0 0,0 2 0,-1 0 0,-1 1 0,-1 1 0,-1 1 0,14 24 0,-27-41 62,0-1 1,0 1-1,-1-1 0,1 1 0,-1 0 0,0 0 0,0-1 1,0 1-1,-1 0 0,1 0 0,-1 0 0,0 0 0,0 0 1,-1 0-1,1 0 0,-1 0 0,1 0 0,-1-1 0,0 1 1,-1 0-1,-2 5 0,2-5 42,-1 0 1,0 0-1,0-1 0,0 1 1,0-1-1,0 0 1,-1 0-1,0 0 1,1 0-1,-1 0 0,0-1 1,0 0-1,-1 0 1,1 0-1,0 0 0,-1-1 1,-6 2-1,-26 3 139,-1-2-1,1-2 0,-1-1 1,-59-7-1,50 3-310,15-1-660,4 0-576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1.664"/>
    </inkml:context>
    <inkml:brush xml:id="br0">
      <inkml:brushProperty name="width" value="0.1" units="cm"/>
      <inkml:brushProperty name="height" value="0.1" units="cm"/>
    </inkml:brush>
  </inkml:definitions>
  <inkml:trace contextRef="#ctx0" brushRef="#br0">1 152 1184,'4'-18'336,"-4"17"59,0-6 617,0 1-835,0 1 0,0 0 0,1-1 1,0 1-1,0 0 0,0-1 0,1 1 0,0 0 0,0 0 0,0 0 0,0 0 0,1 0 0,0 1 0,0-1 0,0 1 0,5-4 0,-6 6-14,0 1 0,0 0 0,0 1 0,1-1 0,-1 0 0,0 1 0,1-1 0,-1 1-1,0 0 1,1-1 0,-1 1 0,1 0 0,11 1 5180,-20-12-1283,4 10-4041,1-1 1,-1 1 0,0 0-1,0 0 1,0 0-1,0 0 1,0 0 0,0 0-1,0 1 1,0-1-1,-3 0 1,5 1 27,13-1-1122,14-4 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2.850"/>
    </inkml:context>
    <inkml:brush xml:id="br0">
      <inkml:brushProperty name="width" value="0.1" units="cm"/>
      <inkml:brushProperty name="height" value="0.1" units="cm"/>
    </inkml:brush>
  </inkml:definitions>
  <inkml:trace contextRef="#ctx0" brushRef="#br0">1 24 2761,'0'-6'9910,"8"2"-10293,5-3 20,0 1-912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6.223"/>
    </inkml:context>
    <inkml:brush xml:id="br0">
      <inkml:brushProperty name="width" value="0.1" units="cm"/>
      <inkml:brushProperty name="height" value="0.1" units="cm"/>
    </inkml:brush>
  </inkml:definitions>
  <inkml:trace contextRef="#ctx0" brushRef="#br0">73 64 10866,'-2'-2'297,"0"0"-1,-1 0 0,1 0 0,0 0 0,0 0 1,0 0-1,0 0 0,0-1 0,1 1 1,-1-1-1,1 1 0,-3-6 0,-6-11 1136,3 12-541,5 4-267,13 3-460,18 0-172,0 2 0,30 6 0,-53-6-29,0 0 0,0 0 1,0 0-1,0 1 0,0 0 0,-1 0 1,1 0-1,-1 0 0,0 1 1,0 0-1,-1 0 0,1 1 0,-1-1 1,0 1-1,0 0 0,0 0 0,0 0 1,-1 1-1,0-1 0,0 1 1,-1 0-1,0 0 0,0 0 0,0 0 1,0 0-1,-1 0 0,0 0 0,-1 0 1,1 1-1,-1-1 0,0 0 1,-1 1-1,1-1 0,-1 0 0,-1 0 1,1 0-1,-1 0 0,-4 11 0,-2-1-2,-1 1 0,0-1 0,-1 0 0,-1-1 0,-16 18-1,-68 62-441,35-38 227,58-55 250,-1 1 0,1 0 0,-1 0 0,1 0 0,0 0 0,0 0 0,0 0 0,1 1 0,-1-1 0,1 1 0,0-1 0,-2 5 0,3-7 4,1-1 0,-1 0 0,0 0 1,0 1-1,0-1 0,0 0 0,0 0 1,0 0-1,0 1 0,0-1 0,0 0 1,0 0-1,0 0 0,1 1 1,-1-1-1,0 0 0,0 0 0,0 0 1,0 0-1,1 0 0,-1 1 0,0-1 1,0 0-1,0 0 0,1 0 0,-1 0 1,0 0-1,0 0 0,0 0 0,1 0 1,-1 0-1,0 0 0,0 0 0,1 0 1,-1 0-1,0 0 0,13 0 20,-8-1-20,220-28-1223,-149 21-985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4:28.317"/>
    </inkml:context>
    <inkml:brush xml:id="br0">
      <inkml:brushProperty name="width" value="0.1" units="cm"/>
      <inkml:brushProperty name="height" value="0.1" units="cm"/>
    </inkml:brush>
  </inkml:definitions>
  <inkml:trace contextRef="#ctx0" brushRef="#br0">15 27 3497,'1'0'65,"-1"0"-1,1 0 1,-1-1 0,1 1 0,-1-1-1,0 1 1,1 0 0,-1-1 0,0 1-1,1-1 1,-1 1 0,0-1 0,1 1-1,-1-1 1,0 1 0,0-1 0,0 1 0,0-1-1,1 1 1,-1-1 0,0 1 0,0-1-1,0 1 1,0-1 0,0 1 0,0-1-1,0 1 1,-1-1 0,1 0 0,0 1 0,0-1-1,0 1 1,0-1 0,-1 1 0,1-1-1,0 1 1,-1-1 0,-17-8 4806,18 10-4855,0 0 1,1-1-1,-1 1 0,0-1 0,1 1 1,-1-1-1,0 1 0,1-1 1,-1 1-1,1-1 0,-1 1 0,0-1 1,1 1-1,-1-1 0,1 0 1,0 1-1,-1-1 0,1 0 1,-1 1-1,1-1 0,-1 0 0,1 0 1,0 0-1,-1 0 0,1 1 1,0-1-1,0 0 0,10 1 36,15 2 85,0 0 0,0-2 0,36-3 0,0-2 525,-64 14-462,-35-8-49,19-2-108,-87-1 515,105 1-570,-16-2 279,12 2-266,11 2-466,10-1-5,19 1-716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5:02.876"/>
    </inkml:context>
    <inkml:brush xml:id="br0">
      <inkml:brushProperty name="width" value="0.1" units="cm"/>
      <inkml:brushProperty name="height" value="0.1" units="cm"/>
      <inkml:brushProperty name="color" value="#004F8B"/>
      <inkml:brushProperty name="ignorePressure" value="1"/>
    </inkml:brush>
  </inkml:definitions>
  <inkml:trace contextRef="#ctx0" brushRef="#br0">47 1,'-46'0,"240"0,5750 0,-5942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0-26T13:25:26.963"/>
    </inkml:context>
    <inkml:brush xml:id="br0">
      <inkml:brushProperty name="width" value="0.1" units="cm"/>
      <inkml:brushProperty name="height" value="0.1" units="cm"/>
      <inkml:brushProperty name="color" value="#004F8B"/>
      <inkml:brushProperty name="ignorePressure" value="1"/>
    </inkml:brush>
  </inkml:definitions>
  <inkml:trace contextRef="#ctx0" brushRef="#br0">0 5895,'1'-1,"10"-10,92-92,5677-5676,-5810 5808,29-28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35.620"/>
    </inkml:context>
    <inkml:brush xml:id="br0">
      <inkml:brushProperty name="width" value="0.1" units="cm"/>
      <inkml:brushProperty name="height" value="0.1" units="cm"/>
      <inkml:brushProperty name="color" value="#004F8B"/>
    </inkml:brush>
  </inkml:definitions>
  <inkml:trace contextRef="#ctx0" brushRef="#br0">1 6 2296,'-1'-6'7514,"4"12"-6304,3 13-1884,15 104 698,-21-123-24,4 17 65,-2-10-1,-1-11 9,-1-8 43,0 0 1,-1 0 0,0 0-1,-5-18 1,-5-28 432,12 53-504,2 13-344,-1 8-277</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37.097"/>
    </inkml:context>
    <inkml:brush xml:id="br0">
      <inkml:brushProperty name="width" value="0.1" units="cm"/>
      <inkml:brushProperty name="height" value="0.1" units="cm"/>
      <inkml:brushProperty name="color" value="#004F8B"/>
    </inkml:brush>
  </inkml:definitions>
  <inkml:trace contextRef="#ctx0" brushRef="#br0">36 36 2377,'-1'-11'-651,"-4"-13"10085,0 38-8305,-11 74-1142,15-61 201,-6-120 216,7 91-356,0-1 0,0 1-1,-1-1 1,2 1 0,-1-1 0,0 1-1,0-1 1,1 1 0,-1 0 0,2-3 0,-2 5-45,0 0 1,0-1-1,0 1 1,0 0 0,0 0-1,0 0 1,0 0 0,0 0-1,0 0 1,0 0 0,1 0-1,-1 0 1,0-1 0,0 1-1,0 0 1,0 0 0,0 0-1,0 0 1,0 0-1,0 0 1,0 0 0,1 0-1,-1 0 1,0 0 0,0 0-1,0 0 1,0 0 0,0 0-1,0 0 1,0 0 0,1 0-1,-1 0 1,0 0 0,0 0-1,0 0 1,0 0 0,0 0-1,0 0 1,0 0-1,0 0 1,1 0 0,-1 0-1,0 0 1,0 1 0,0-1-1,0 0 1,0 0 0,0 0-1,0 0 1,0 0 0,0 0-1,5 13-290,3 22-668,11 34-968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38.325"/>
    </inkml:context>
    <inkml:brush xml:id="br0">
      <inkml:brushProperty name="width" value="0.1" units="cm"/>
      <inkml:brushProperty name="height" value="0.1" units="cm"/>
      <inkml:brushProperty name="color" value="#004F8B"/>
    </inkml:brush>
  </inkml:definitions>
  <inkml:trace contextRef="#ctx0" brushRef="#br0">40 17 2465,'8'-3'9231,"-8"10"-9518,-9 51 283,6-47 79,1-1 1,1 1-1,0 0 0,0 0 1,2 18-1,3-68 1109,-3 28-1077,0-8 290,0 0 0,-2 1-1,-4-35 1,2 50-265,1 10-4,-5 22 44,5-18-157,0 0-18,-4 17-245,2 1 1,-2 42-1,5-11-1009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41.543"/>
    </inkml:context>
    <inkml:brush xml:id="br0">
      <inkml:brushProperty name="width" value="0.1" units="cm"/>
      <inkml:brushProperty name="height" value="0.1" units="cm"/>
      <inkml:brushProperty name="color" value="#004F8B"/>
    </inkml:brush>
  </inkml:definitions>
  <inkml:trace contextRef="#ctx0" brushRef="#br0">51 45 2016,'14'-8'10603,"-16"7"-11191,1 1 615,1-1 0,-1 1-1,0 0 1,1-1 0,-1 1 0,0-1 0,1 1 0,-1-1 0,1 1 0,-1-1 0,0 1 0,1-1-1,0 1 1,-1-1 0,1 0 0,-1 1 0,1-1 0,0 0 0,-1 0 0,1 1 0,0-1-1,0 0 1,-1 0 0,1 1 0,0-1 0,0 0 0,0 0 0,0 0 0,-3-2 21,0 1-1,-1 0 1,1 0 0,-1 0 0,1 1 0,-7-2-1,6 2-39,3 1-14,0-1-1,1 1 0,-1 0 0,0 0 0,1-1 1,-1 1-1,0 0 0,1 0 0,-1 0 0,0 0 1,0 0-1,1 0 0,-1 0 0,0 0 1,1 1-1,-1-1 0,0 0 0,1 0 0,-1 0 1,0 1-1,0 0 0,1 1-346</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47.700"/>
    </inkml:context>
    <inkml:brush xml:id="br0">
      <inkml:brushProperty name="width" value="0.1" units="cm"/>
      <inkml:brushProperty name="height" value="0.1" units="cm"/>
      <inkml:brushProperty name="color" value="#004F8B"/>
    </inkml:brush>
  </inkml:definitions>
  <inkml:trace contextRef="#ctx0" brushRef="#br0">120 0 2016,'7'5'1324,"-6"-4"-1156,-1-1 0,1 0 0,-1 1 0,0-1 0,1 0 0,-1 1 0,1-1 0,-1 0 0,1 1 0,-1-1 0,0 1 0,1-1 0,-1 1-1,0-1 1,0 1 0,1-1 0,-1 1 0,0-1 0,0 1 0,0-1 0,0 1 0,1-1 0,-1 1 0,0-1 0,0 1 0,0 0 0,0 0 0,12 26 1439,-3-11-1588,-1 2 3277,-11-19-2786,-25-8-199,2-1 1,0-1-1,-34-20 0,40 16-137,19 14-185,32 14-93,26 17 96,-47-24 6,-1-1 0,1 0-1,0-1 1,0 0 0,0 0-1,16 3 1,-10-2 1,11 3-34,-23-8 93,-12-6 104,-95-53-39,93 51-108,2 3-60,14 11-216,-4-4-483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45.090"/>
    </inkml:context>
    <inkml:brush xml:id="br0">
      <inkml:brushProperty name="width" value="0.1" units="cm"/>
      <inkml:brushProperty name="height" value="0.1" units="cm"/>
      <inkml:brushProperty name="color" value="#004F8B"/>
    </inkml:brush>
  </inkml:definitions>
  <inkml:trace contextRef="#ctx0" brushRef="#br0">30 7 2465,'-3'-6'6969,"-9"8"-4817,11-1-2088,0-1-1,0 1 1,0-1-1,0 1 1,0 0-1,0-1 1,0 1 0,1 0-1,-1 0 1,0 0-1,0 0 1,1 0-1,-1 0 1,0 0 0,1 0-1,-2 2 1,2-3-64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46.207"/>
    </inkml:context>
    <inkml:brush xml:id="br0">
      <inkml:brushProperty name="width" value="0.1" units="cm"/>
      <inkml:brushProperty name="height" value="0.1" units="cm"/>
      <inkml:brushProperty name="color" value="#004F8B"/>
    </inkml:brush>
  </inkml:definitions>
  <inkml:trace contextRef="#ctx0" brushRef="#br0">54 57 5409,'-19'-26'6083,"37"62"-5652,-18-36-412,0 0 1,0 0-1,0 0 1,0 0-1,0 0 1,0 0-1,0 0 1,0 0-1,0 0 1,0 0-1,0 0 1,0 0-1,-1 0 1,1 0-1,0 0 1,0 0 0,0 0-1,0 0 1,0 0-1,0 0 1,0 0-1,0 0 1,0 0-1,0 0 1,0 0-1,0 0 1,0 0-1,0 0 1,-1 0-1,1 0 1,0 0-1,0 0 1,0 0 0,0 0-1,0 0 1,0 0-1,0 0 1,0 0-1,0 0 1,0 0-1,0 0 1,0 1-1,0-1 1,0 0-1,0 0 1,0 0-1,0 0 1,0 0 0,0 0-1,0 0 1,0 0-1,0 0 1,0 0-1,0 0 1,0 0-1,0 0 1,0 0-1,0 1 1,0-1-1,0 0 1,0 0-1,0 0 1,0 0-1,0 0 1,-10-5 317,-9-10-219,19 14-119,0 1 0,0 0 0,0 0 0,0 0-1,0 0 1,0 0 0,0 0 0,0 0 0,-1 0 0,1 0 0,0 0 0,0 0 0,0 0 0,0 0 0,0-1-1,0 1 1,0 0 0,0 0 0,0 0 0,0 0 0,0 0 0,0 0 0,0 0 0,0 0 0,0-1-1,0 1 1,0 0 0,0 0 0,0 0 0,0 0 0,0 0 0,0 0 0,0-1 0,0 1 0,0 0 0,0 0-1,0 0 1,0 0 0,0 0 0,0 0 0,0 0 0,0 0 0,0-1 0,0 1 0,0 0 0,0 0 0,0 0-1,0 0 1,0 0 0,1 0 0,-1 0 0,0 0 0,0 0 0,0 0 0,0 0 0,0-1 0,0 1-1,0 0 1,0 0 0,1 0 0,-1 0 0,0 0 0,0 0 0,14 4 1,14 3 3,-11-2-1,-12-3 2,1 0-1,0-1 0,0 0 1,0 0-1,0 0 0,9-1 1,-15 0-1,0 0 0,0 0 0,0 0 0,0 0 0,0 0 0,1 1 0,-1-1 0,0 0 0,0 0 0,0 0 0,0 0 0,0 0 0,1 0 0,-1 0 0,0 0 0,0 0 0,0 0 0,0 0 0,0 0 1,1 0-1,-1-1 0,0 1 0,0 0 0,0 0 0,0 0 0,0 0 0,0 0 0,1 0 0,-1 0 0,0 0 0,0 0 0,0 0 0,0-1 0,0 1 0,0 0 0,0 0 0,0 0 0,1 0 0,-1 0 0,0 0 1,0 0-1,0-1 0,0 1 0,0 0 0,0 0 0,0 0 0,0 0 0,0 0 0,0-1 0,0 1 0,0 0 0,-8-8 417,-23-11-57,-18-8-242,48 25-116,-1 1-1,0 0 0,0 0 0,0 1 0,0-1 0,0 0 0,1 0 1,-2 1-1,1 0 0,0-1 0,0 1 0,0 0 0,0 0 0,0 0 0,0 0 1,-4 1-1,5-1-6,1 1 1,-1-1 0,0 1 0,0-1 0,1 1-1,-1 0 1,0 0 0,1-1 0,-1 1 0,0 0-1,1 0 1,-1 0 0,1 0 0,0-1-1,-1 1 1,1 0 0,0 0 0,-1 0 0,1 0-1,0 0 1,0 0 0,0 0 0,0 0-1,0 0 1,0 0 0,0 1 0,3 3-623,0 3-343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48.974"/>
    </inkml:context>
    <inkml:brush xml:id="br0">
      <inkml:brushProperty name="width" value="0.1" units="cm"/>
      <inkml:brushProperty name="height" value="0.1" units="cm"/>
      <inkml:brushProperty name="color" value="#004F8B"/>
    </inkml:brush>
  </inkml:definitions>
  <inkml:trace contextRef="#ctx0" brushRef="#br0">187 43 3081,'-23'-16'6896,"-6"5"-5017,-27-1-3197,45 10 2021,10 1-681,0 1-1,0 0 1,0 0 0,0 0-1,0 0 1,0-1 0,0 1-1,0 1 1,0-1 0,0 0-1,0 0 1,0 0 0,0 0-1,0 1 1,0-1 0,-1 1-1,2-1 4,0 0-1,-1 1 1,1-1 0,0 0-1,-1 1 1,1-1-1,0 1 1,0-1-1,0 0 1,-1 1-1,1-1 1,0 1 0,0-1-1,0 0 1,0 1-1,0-1 1,0 1-1,0-1 1,0 1-1,0-1 1,0 0 0,0 1-1,0-1 1,0 1-1,10 21 373,-9-21-424,6 10 30,2 0 0,-1-1 0,1 0 0,17 14 0,-13-12 0,6 4-30,-18-16 77,-1 0 0,0 1 0,1-1 0,-1 0 0,1 0 0,-1 1 0,0-1 0,1 0 0,-1 1-1,0-1 1,1 1 0,-1-1 0,0 0 0,0 1 0,1-1 0,-1 1 0,0-1 0,0 1 0,0-1 0,1 1 0,-1-1-1,0 1 1,0-1 0,0 1 0,0-1 0,-1 4 1557,0-4-1543,-1-1 1,1 1 0,0 0 0,-1-1 0,1 1 0,0-1 0,-1 0-1,1 1 1,0-1 0,0 0 0,-1 0 0,1 0 0,-1-1-1,-10-7 50,4 4-85,-11-8 134,-1 1 1,0 1-1,-36-15 1,63 35-292,19 13 123,33 26-3,-51-42 6,1-1 1,-1 1 0,1-1 0,1-1 0,-1 0 0,0 0-1,1-1 1,0 0 0,13 2 0,-11-2 6,-4-3 2,-12-5 242,-8-4-1033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51.227"/>
    </inkml:context>
    <inkml:brush xml:id="br0">
      <inkml:brushProperty name="width" value="0.1" units="cm"/>
      <inkml:brushProperty name="height" value="0.1" units="cm"/>
      <inkml:brushProperty name="color" value="#004F8B"/>
    </inkml:brush>
  </inkml:definitions>
  <inkml:trace contextRef="#ctx0" brushRef="#br0">89 27 3449,'-21'-4'8211,"0"-5"-6073,16 7-2119,1 0 1,0 0-1,-1 0 1,1 1-1,-1-1 1,0 1 0,1 0-1,-6 0 1,15 22-40,10 5 22,25 27 5,-36-48-5,-1-1-1,1 1 1,0-1-1,1 0 1,-1 0-1,1-1 1,6 5-1,7 7 1821,-20-15-1741,-1-1 1,1 0 0,0 1-1,0-1 1,-1 0 0,1 0 0,0 0-1,0 0 1,0-1 0,0 1-1,0 0 1,0-1 0,1 0 0,-4-3-1,3-1-158,8 10-36,4 5 191,-1-6 512,-13-10-268,-23-25-25,-16-13-161,42 43-132,-1 1 0,1-1 0,-1 1 0,0-1 0,1 1 0,-1 0 0,0 0 0,0 0 0,0 0 0,0 0 0,0 0 0,0 0 0,0 1 0,0-1 0,0 1 0,-2-1 0,15 23-206,7 17 101,26 37-259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54.685"/>
    </inkml:context>
    <inkml:brush xml:id="br0">
      <inkml:brushProperty name="width" value="0.1" units="cm"/>
      <inkml:brushProperty name="height" value="0.1" units="cm"/>
      <inkml:brushProperty name="color" value="#004F8B"/>
    </inkml:brush>
  </inkml:definitions>
  <inkml:trace contextRef="#ctx0" brushRef="#br0">41 36 2272,'-3'-8'5366,"-9"0"-3259,11 7-2029,-1 1-1,1 0 1,-1 0-1,1-1 1,-1 1 0,0 0-1,1 0 1,-1 0-1,1 1 1,-1-1 0,1 0-1,-1 1 1,1-1-1,-3 2 1,4 31 49,0-30-127,1 0 1,0 0 0,0 0 0,0 0-1,0-1 1,0 1 0,0 0 0,1-1-1,-1 1 1,1-1 0,0 1 0,0-1-1,0 0 1,2 3 0,2-1 179,-1 1-1,1-1 1,0 0 0,12 6-1,-18-10-144,0 0 0,0 1 0,0-1 0,0 0 0,1 0 0,-1 0 0,0 0 0,0 0 0,0 0 0,0 0 0,1 0 0,-1 0 0,0 0 0,0 0 0,0 0 0,1 0 0,-1 0 0,0 0 0,0 0 0,0 0 0,1 0 0,-1 0 0,0 0 0,0 0 0,0 0 0,0 0 0,1 0 0,-1 0 0,0 0 1,0 0-1,0-1 0,0 1 0,1 0 0,-1 0 0,0 0 0,0 0 0,0 0 0,0-1 0,1-9 343,-10-23-277,-19-36 64,22 59-141,5 11-18,22 29-12,28 25 6,-38-45 4,1 0 0,0-1 0,0 0 0,1-1 0,0-1 0,1 0 0,-1 0-1,1-1 1,1-1 0,18 4 0,-6 0 5,-27-9-3,0 0 0,0 0 1,0 0-1,0 0 0,0 0 0,0 0 1,0 0-1,0-1 0,0 1 0,0 0 0,0 0 1,0 0-1,0 0 0,0 0 0,0 0 0,0 0 1,0 0-1,1 0 0,-1 0 0,0 0 1,0 0-1,0 0 0,0 0 0,0 0 0,0 0 1,0 0-1,0 0 0,0 0 0,0 0 1,0 0-1,0 0 0,0 0 0,0 0 0,0 0 1,0 0-1,1 0 0,-12-9 19,-16-13-13,6 2-5,5 4-1,-1 1-1,-24-17 1,37 29-25,-5-3 33,9 6-21,0 0-1,0 0 1,0 0 0,0 0-1,0 0 1,0 0-1,0 0 1,0 0-1,0 0 1,0 0-1,0 0 1,0 1 0,0-1-1,0 0 1,0 0-1,0 0 1,0 0-1,0 0 1,0 0 0,0 0-1,-1 0 1,1 0-1,0 0 1,0 0-1,0 0 1,0 0 0,0 0-1,0 0 1,0 0-1,0 0 1,0 0-1,0 0 1,0 0 0,0 0-1,0 0 1,-1 0-1,1 0 1,0 0-1,0 0 1,0 0 0,0 0-1,0 0 1,0 0-1,0 0 1,0 0-1,0 0 1,0 0 0,0 0-1,0-1 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5:56.742"/>
    </inkml:context>
    <inkml:brush xml:id="br0">
      <inkml:brushProperty name="width" value="0.1" units="cm"/>
      <inkml:brushProperty name="height" value="0.1" units="cm"/>
      <inkml:brushProperty name="color" value="#004F8B"/>
    </inkml:brush>
  </inkml:definitions>
  <inkml:trace contextRef="#ctx0" brushRef="#br0">31 7 2801,'3'-4'5311,"0"16"-3130,-2-10-2094,-1 0 0,1-1 1,0 1-1,0 0 0,0-1 0,0 1 0,0-1 1,0 1-1,1-1 0,-1 0 0,0 1 1,1-1-1,-1 0 0,1 0 0,2 1 0,13 12-46,80 63 103,-91-73-127,-1 0 0,0 0 0,1 1 0,-2-1 0,1 1 0,0 0 0,-1 1 1,7 10 155,-11-16-142,0 0 0,0 1 0,0-1 0,0 0 1,0 0-1,0 0 0,0 0 0,0 0 0,0 2 812,-1-2-812,1 0 0,0 0 0,0 0 0,0 0 1,0 0-1,0 0 0,0 0 0,0 0 0,0 0 1,0 0-1,0 0 0,-1 0 0,1 0 0,0 0 1,0 0-1,0 0 0,0 0 0,0 0 0,0 0 1,0 0-1,0 0 0,0 0 0,-11-4 378,-23-16-390,13 7 138,2-1 1,0-1-1,1-1 1,-17-18-1,17 11 130,15 18-238,-1 0-1,0 0 1,1 0 0,-2 1-1,1-1 1,0 1 0,-1 0 0,-8-5-1,13 9-54,0 0 0,0 0 0,0 0-1,0 0 1,0 0 0,0 0 0,0 0-1,0 0 1,0 1 0,0-1 0,0 0-1,0 0 1,0 0 0,0 0 0,0 0 0,0 0-1,0 0 1,0 0 0,0 0 0,1 0-1,-1 0 1,0 1 0,0-1 0,0 0-1,0 0 1,0 0 0,0 0 0,0 0-1,0 0 1,0 0 0,1 0 0,-1 0-1,0 0 1,0 0 0,0 0 0,0 0-1,0 0 1,0 0 0,0 0 0,1 0-1,-1 0 1,0 0 0,0 0 0,0 0-1,0 0 1,0 0 0,0 0 0,0-1 0,0 1-1,1 0 1,-1 0 0,0 0 0,0 0-1,0 0 1,0 0 0,0 0 0,0 0-1,0 0 1,0 0 0,0 0 0,0-1-1,0 1 1,0 0 0,0 0 0,0 0-1,0 0 1,0 0 0,0 0 0,3 2-836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6:13.441"/>
    </inkml:context>
    <inkml:brush xml:id="br0">
      <inkml:brushProperty name="width" value="0.1" units="cm"/>
      <inkml:brushProperty name="height" value="0.1" units="cm"/>
      <inkml:brushProperty name="color" value="#004F8B"/>
    </inkml:brush>
  </inkml:definitions>
  <inkml:trace contextRef="#ctx0" brushRef="#br0">1 11 2304,'35'-2'6242,"-27"3"-4845,-8-1-1296,1 0 0,-1 0 0,0 1 0,1-1 0,-1 0 0,1 0 0,-1 0-1,1 0 1,-1 0 0,0 0 0,1 0 0,-1 0 0,1 0 0,-1 0 0,1 0 0,-1 0 0,1 0 0,-1 0 0,0 0 0,1 0 0,-1-1-1,1 1 1,-1 0 0,0 0 0,1-1 0,-1 1 0,1 0 0,-1 0 0,0-1 0,1 1 0,-1 0 0,0-1 0,0 1 0,1 0 0,-1-1-1,0 1 1,0-1 0,1 1 0,-1 0 0,0-1 0,0 1 0,0-3 1092,0 22-1157,1 5-29,6 44 0,-7-65-19,1 0 1,0 1 0,0-2-1,0 1 1,1 0-1,-1 0 1,2 3 0,-2-5-1,10 18-331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6T13:26:15.310"/>
    </inkml:context>
    <inkml:brush xml:id="br0">
      <inkml:brushProperty name="width" value="0.1" units="cm"/>
      <inkml:brushProperty name="height" value="0.1" units="cm"/>
      <inkml:brushProperty name="color" value="#004F8B"/>
    </inkml:brush>
  </inkml:definitions>
  <inkml:trace contextRef="#ctx0" brushRef="#br0">29 49 1616,'-6'8'5209,"7"-8"-4914,1 0-1,-1 1 0,0-1 0,0 0 0,1 0 1,-1-1-1,0 1 0,0 0 0,1 0 0,-1-1 0,2 0 1,-2-4-68,0-1 1,0 1 0,0-1 0,-1 1 0,1-1 0,-2-6 0,1 2 1544,0 14-1768,0-1 0,-1 0 0,0 0 0,1 1 0,-1-1 0,0 0 0,0 0 0,-1 0 0,-1 4 0,-8 17 4,-9 28 0,19-49-29,1 0 1,-1 0-1,1 0 1,0-1-1,-1 1 0,1 0 1,1 0-1,-1 0 1,0 0-1,1 0 1,-1-1-1,1 1 0,0 0 1,0 0-1,0-1 1,0 1-1,1-1 1,-1 1-1,1-1 0,-1 1 1,1-1-1,2 3 1,2 4-603,7 9-1186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7013B1-2CB7-4CDB-AF85-EA6D937C6EB6}" type="datetimeFigureOut">
              <a:rPr lang="de-DE" smtClean="0"/>
              <a:t>24.02.2026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9C2E1-A975-44E9-B06A-FAEBDEEA23A9}" type="slidenum">
              <a:rPr lang="de-DE" smtClean="0"/>
              <a:t>‹#›</a:t>
            </a:fld>
            <a:endParaRPr lang="de-DE"/>
          </a:p>
        </p:txBody>
      </p:sp>
    </p:spTree>
    <p:extLst>
      <p:ext uri="{BB962C8B-B14F-4D97-AF65-F5344CB8AC3E}">
        <p14:creationId xmlns:p14="http://schemas.microsoft.com/office/powerpoint/2010/main" val="3569681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81105-32E1-197D-C87D-B3E6D03629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B0D8A4B8-F5F6-B081-749B-A79D61735C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88515C63-D77D-4395-D196-9E06DC580CA8}"/>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5" name="Footer Placeholder 4">
            <a:extLst>
              <a:ext uri="{FF2B5EF4-FFF2-40B4-BE49-F238E27FC236}">
                <a16:creationId xmlns:a16="http://schemas.microsoft.com/office/drawing/2014/main" id="{46CFBC88-352A-9637-FE40-C0200045B92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E1F6434A-3B60-7958-C643-75E231EA6E0F}"/>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17369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72890-1BD6-290B-0947-D0F9EA7D4E50}"/>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8B4A7A1C-6C96-CF8B-05FC-5AFF53E950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750C40DE-D033-9D08-54F5-846B1B7C69D6}"/>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5" name="Footer Placeholder 4">
            <a:extLst>
              <a:ext uri="{FF2B5EF4-FFF2-40B4-BE49-F238E27FC236}">
                <a16:creationId xmlns:a16="http://schemas.microsoft.com/office/drawing/2014/main" id="{6CC7E0A2-D7ED-63EB-575C-00012257D5A0}"/>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0926CA77-822F-6267-F6C1-DB71D1569F46}"/>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1597526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897E1-D577-EE08-7B8F-BA8F27F17D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520BCEA8-51DB-DC98-3CB9-D610987AB0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21A0D1-2A8B-177C-DF36-8256042795C2}"/>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5" name="Footer Placeholder 4">
            <a:extLst>
              <a:ext uri="{FF2B5EF4-FFF2-40B4-BE49-F238E27FC236}">
                <a16:creationId xmlns:a16="http://schemas.microsoft.com/office/drawing/2014/main" id="{6EEA13B8-D662-E974-0A90-F4BC5BAE87B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67EA3637-AC5A-AF59-8CA6-BACF64A0EE2C}"/>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263092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29D9-895B-1505-9326-1A3438EEB31E}"/>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E5AF048D-231A-DD25-C15E-1205390D0B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30F8F1AD-0FB5-98AE-447B-D71F450C31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8D816799-7ABD-D60C-9AF0-733703A6338E}"/>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6" name="Footer Placeholder 5">
            <a:extLst>
              <a:ext uri="{FF2B5EF4-FFF2-40B4-BE49-F238E27FC236}">
                <a16:creationId xmlns:a16="http://schemas.microsoft.com/office/drawing/2014/main" id="{9C921958-7527-71DA-0831-012697243148}"/>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81BAFDAB-DC1E-11AA-40D3-77107AD8ADD3}"/>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1606936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DF9C8-D20D-7B91-C098-3225EE60EEAD}"/>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EE5DDB96-5C07-6DDB-52B0-995E2E7A40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039E1C-C1B9-F1CE-E2BD-7DD2B1A4D4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F27FE11D-9276-F4CE-0072-F554F75B0E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095D6E-BCF6-81DB-090E-A6328EB621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37A1DE1E-41D9-2E2E-9773-97A38CD3B710}"/>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8" name="Footer Placeholder 7">
            <a:extLst>
              <a:ext uri="{FF2B5EF4-FFF2-40B4-BE49-F238E27FC236}">
                <a16:creationId xmlns:a16="http://schemas.microsoft.com/office/drawing/2014/main" id="{AF3D2B08-EAC9-DF46-DEF2-7455C03E79FC}"/>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961E8AAA-EF4D-45F1-F749-90FF8E71773E}"/>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378465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101E0-D848-0665-E3C5-0912833D69B8}"/>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D4171376-A460-7E87-439C-862F51494437}"/>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4" name="Footer Placeholder 3">
            <a:extLst>
              <a:ext uri="{FF2B5EF4-FFF2-40B4-BE49-F238E27FC236}">
                <a16:creationId xmlns:a16="http://schemas.microsoft.com/office/drawing/2014/main" id="{87420A9A-0195-B4C9-8571-794F78055053}"/>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6C79CB2C-F143-7C3C-2010-66BBFB461DB5}"/>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3750426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0D9462-2F00-2278-0F35-F45B3BD41DAC}"/>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3" name="Footer Placeholder 2">
            <a:extLst>
              <a:ext uri="{FF2B5EF4-FFF2-40B4-BE49-F238E27FC236}">
                <a16:creationId xmlns:a16="http://schemas.microsoft.com/office/drawing/2014/main" id="{261129C6-9A7D-1817-1377-C075C7640C84}"/>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F62B5018-2282-D1E7-A002-21F71317EC89}"/>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737898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E037D-79F2-4E24-9949-FCC5A1D148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F16628E9-10BF-011A-463B-1791347E7C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C9A755A7-AB15-099F-2BD2-D44320F60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C02B8-1A21-5BD5-0E8D-B2DC2494FB87}"/>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6" name="Footer Placeholder 5">
            <a:extLst>
              <a:ext uri="{FF2B5EF4-FFF2-40B4-BE49-F238E27FC236}">
                <a16:creationId xmlns:a16="http://schemas.microsoft.com/office/drawing/2014/main" id="{2E483859-C81C-235B-E72F-EF954D0D5B2E}"/>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FBD9F103-533B-1A7F-09BF-50B3987078F4}"/>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1049734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CAC81-040D-ED03-6B3D-029D6177C3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BC8A393E-F0F5-11D3-7841-052F7BDC56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9BEB9F0D-3EAC-5E71-C3B6-FEB43CC0BD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BCF1FD-212E-4D17-73E9-822AB70EE998}"/>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6" name="Footer Placeholder 5">
            <a:extLst>
              <a:ext uri="{FF2B5EF4-FFF2-40B4-BE49-F238E27FC236}">
                <a16:creationId xmlns:a16="http://schemas.microsoft.com/office/drawing/2014/main" id="{146DB64E-F110-4647-B5F7-1060B7D13838}"/>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87E0C94D-B56C-865A-1C1E-8DB142AB7784}"/>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2414906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B100-CF49-9C2C-EE40-45FEBD647D05}"/>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FBB1A282-79B5-FD24-BE39-F43CD9A3B1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A085FBDB-FA4C-650D-5B4D-CA8BA8BE7284}"/>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5" name="Footer Placeholder 4">
            <a:extLst>
              <a:ext uri="{FF2B5EF4-FFF2-40B4-BE49-F238E27FC236}">
                <a16:creationId xmlns:a16="http://schemas.microsoft.com/office/drawing/2014/main" id="{12DB5E8A-185C-CD7B-7D38-1E582EF096D3}"/>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A396F59C-6F20-B32E-46FB-55362245FED6}"/>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419713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5864C-1BD9-F824-B6C3-61F5AAFB1E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CF8360F-4C96-AB2E-1BF8-4C01B66634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B1AC811D-6F0B-9C1C-B02D-96402EAD0D58}"/>
              </a:ext>
            </a:extLst>
          </p:cNvPr>
          <p:cNvSpPr>
            <a:spLocks noGrp="1"/>
          </p:cNvSpPr>
          <p:nvPr>
            <p:ph type="dt" sz="half" idx="10"/>
          </p:nvPr>
        </p:nvSpPr>
        <p:spPr/>
        <p:txBody>
          <a:bodyPr/>
          <a:lstStyle/>
          <a:p>
            <a:fld id="{022A132E-AA79-40DA-8D32-55CF47C48190}" type="datetimeFigureOut">
              <a:rPr lang="de-DE" smtClean="0"/>
              <a:t>24.02.2026</a:t>
            </a:fld>
            <a:endParaRPr lang="de-DE"/>
          </a:p>
        </p:txBody>
      </p:sp>
      <p:sp>
        <p:nvSpPr>
          <p:cNvPr id="5" name="Footer Placeholder 4">
            <a:extLst>
              <a:ext uri="{FF2B5EF4-FFF2-40B4-BE49-F238E27FC236}">
                <a16:creationId xmlns:a16="http://schemas.microsoft.com/office/drawing/2014/main" id="{34306DF4-88CC-969A-6BCA-AD5B236AD90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6C38BE86-6F3B-2023-4770-D231C174E222}"/>
              </a:ext>
            </a:extLst>
          </p:cNvPr>
          <p:cNvSpPr>
            <a:spLocks noGrp="1"/>
          </p:cNvSpPr>
          <p:nvPr>
            <p:ph type="sldNum" sz="quarter" idx="12"/>
          </p:nvPr>
        </p:nvSpPr>
        <p:spPr/>
        <p:txBody>
          <a:bodyPr/>
          <a:lstStyle/>
          <a:p>
            <a:fld id="{EB5E54FB-C78E-4DBF-BF04-DF196CF04D6E}" type="slidenum">
              <a:rPr lang="de-DE" smtClean="0"/>
              <a:t>‹#›</a:t>
            </a:fld>
            <a:endParaRPr lang="de-DE"/>
          </a:p>
        </p:txBody>
      </p:sp>
    </p:spTree>
    <p:extLst>
      <p:ext uri="{BB962C8B-B14F-4D97-AF65-F5344CB8AC3E}">
        <p14:creationId xmlns:p14="http://schemas.microsoft.com/office/powerpoint/2010/main" val="697312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6DF288-E7A9-9976-C26F-9DEB9412D4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510B71D8-C37C-7584-DCBD-0DBABFED2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22A13E33-B035-EF41-009A-364BA1DFE6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2A132E-AA79-40DA-8D32-55CF47C48190}" type="datetimeFigureOut">
              <a:rPr lang="de-DE" smtClean="0"/>
              <a:t>24.02.2026</a:t>
            </a:fld>
            <a:endParaRPr lang="de-DE"/>
          </a:p>
        </p:txBody>
      </p:sp>
      <p:sp>
        <p:nvSpPr>
          <p:cNvPr id="5" name="Footer Placeholder 4">
            <a:extLst>
              <a:ext uri="{FF2B5EF4-FFF2-40B4-BE49-F238E27FC236}">
                <a16:creationId xmlns:a16="http://schemas.microsoft.com/office/drawing/2014/main" id="{4C5718CC-5A31-D537-1B35-3E9ACA8B84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CE74C780-3B29-FAE9-72AF-6F23808E33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E54FB-C78E-4DBF-BF04-DF196CF04D6E}" type="slidenum">
              <a:rPr lang="de-DE" smtClean="0"/>
              <a:t>‹#›</a:t>
            </a:fld>
            <a:endParaRPr lang="de-DE"/>
          </a:p>
        </p:txBody>
      </p:sp>
    </p:spTree>
    <p:extLst>
      <p:ext uri="{BB962C8B-B14F-4D97-AF65-F5344CB8AC3E}">
        <p14:creationId xmlns:p14="http://schemas.microsoft.com/office/powerpoint/2010/main" val="3610345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1" r:id="rId7"/>
    <p:sldLayoutId id="2147483656" r:id="rId8"/>
    <p:sldLayoutId id="2147483657" r:id="rId9"/>
    <p:sldLayoutId id="2147483658"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17" Type="http://schemas.openxmlformats.org/officeDocument/2006/relationships/image" Target="../media/image640.png"/><Relationship Id="rId21" Type="http://schemas.openxmlformats.org/officeDocument/2006/relationships/image" Target="../media/image160.png"/><Relationship Id="rId42" Type="http://schemas.openxmlformats.org/officeDocument/2006/relationships/customXml" Target="../ink/ink22.xml"/><Relationship Id="rId63" Type="http://schemas.openxmlformats.org/officeDocument/2006/relationships/image" Target="../media/image370.png"/><Relationship Id="rId84" Type="http://schemas.openxmlformats.org/officeDocument/2006/relationships/customXml" Target="../ink/ink43.xml"/><Relationship Id="rId138" Type="http://schemas.openxmlformats.org/officeDocument/2006/relationships/customXml" Target="../ink/ink70.xml"/><Relationship Id="rId107" Type="http://schemas.openxmlformats.org/officeDocument/2006/relationships/image" Target="../media/image590.png"/><Relationship Id="rId11" Type="http://schemas.openxmlformats.org/officeDocument/2006/relationships/image" Target="../media/image11.png"/><Relationship Id="rId32" Type="http://schemas.openxmlformats.org/officeDocument/2006/relationships/customXml" Target="../ink/ink17.xml"/><Relationship Id="rId53" Type="http://schemas.openxmlformats.org/officeDocument/2006/relationships/image" Target="../media/image320.png"/><Relationship Id="rId74" Type="http://schemas.openxmlformats.org/officeDocument/2006/relationships/customXml" Target="../ink/ink38.xml"/><Relationship Id="rId128" Type="http://schemas.openxmlformats.org/officeDocument/2006/relationships/customXml" Target="../ink/ink65.xml"/><Relationship Id="rId149" Type="http://schemas.openxmlformats.org/officeDocument/2006/relationships/image" Target="../media/image80.png"/><Relationship Id="rId5" Type="http://schemas.openxmlformats.org/officeDocument/2006/relationships/image" Target="../media/image810.png"/><Relationship Id="rId95" Type="http://schemas.openxmlformats.org/officeDocument/2006/relationships/image" Target="../media/image530.png"/><Relationship Id="rId22" Type="http://schemas.openxmlformats.org/officeDocument/2006/relationships/customXml" Target="../ink/ink12.xml"/><Relationship Id="rId27" Type="http://schemas.openxmlformats.org/officeDocument/2006/relationships/image" Target="../media/image19.png"/><Relationship Id="rId43" Type="http://schemas.openxmlformats.org/officeDocument/2006/relationships/image" Target="../media/image270.png"/><Relationship Id="rId48" Type="http://schemas.openxmlformats.org/officeDocument/2006/relationships/customXml" Target="../ink/ink25.xml"/><Relationship Id="rId64" Type="http://schemas.openxmlformats.org/officeDocument/2006/relationships/customXml" Target="../ink/ink33.xml"/><Relationship Id="rId69" Type="http://schemas.openxmlformats.org/officeDocument/2006/relationships/image" Target="../media/image400.png"/><Relationship Id="rId113" Type="http://schemas.openxmlformats.org/officeDocument/2006/relationships/image" Target="../media/image620.png"/><Relationship Id="rId118" Type="http://schemas.openxmlformats.org/officeDocument/2006/relationships/customXml" Target="../ink/ink60.xml"/><Relationship Id="rId134" Type="http://schemas.openxmlformats.org/officeDocument/2006/relationships/customXml" Target="../ink/ink68.xml"/><Relationship Id="rId139" Type="http://schemas.openxmlformats.org/officeDocument/2006/relationships/image" Target="../media/image75.png"/><Relationship Id="rId80" Type="http://schemas.openxmlformats.org/officeDocument/2006/relationships/customXml" Target="../ink/ink41.xml"/><Relationship Id="rId85" Type="http://schemas.openxmlformats.org/officeDocument/2006/relationships/image" Target="../media/image480.png"/><Relationship Id="rId150" Type="http://schemas.openxmlformats.org/officeDocument/2006/relationships/customXml" Target="../ink/ink76.xml"/><Relationship Id="rId12" Type="http://schemas.openxmlformats.org/officeDocument/2006/relationships/customXml" Target="../ink/ink7.xml"/><Relationship Id="rId17" Type="http://schemas.openxmlformats.org/officeDocument/2006/relationships/image" Target="../media/image140.png"/><Relationship Id="rId33" Type="http://schemas.openxmlformats.org/officeDocument/2006/relationships/image" Target="../media/image22.png"/><Relationship Id="rId38" Type="http://schemas.openxmlformats.org/officeDocument/2006/relationships/customXml" Target="../ink/ink20.xml"/><Relationship Id="rId59" Type="http://schemas.openxmlformats.org/officeDocument/2006/relationships/image" Target="../media/image35.png"/><Relationship Id="rId103" Type="http://schemas.openxmlformats.org/officeDocument/2006/relationships/image" Target="../media/image570.png"/><Relationship Id="rId108" Type="http://schemas.openxmlformats.org/officeDocument/2006/relationships/customXml" Target="../ink/ink55.xml"/><Relationship Id="rId124" Type="http://schemas.openxmlformats.org/officeDocument/2006/relationships/customXml" Target="../ink/ink63.xml"/><Relationship Id="rId129" Type="http://schemas.openxmlformats.org/officeDocument/2006/relationships/image" Target="../media/image700.png"/><Relationship Id="rId54" Type="http://schemas.openxmlformats.org/officeDocument/2006/relationships/customXml" Target="../ink/ink28.xml"/><Relationship Id="rId70" Type="http://schemas.openxmlformats.org/officeDocument/2006/relationships/customXml" Target="../ink/ink36.xml"/><Relationship Id="rId75" Type="http://schemas.openxmlformats.org/officeDocument/2006/relationships/image" Target="../media/image43.png"/><Relationship Id="rId91" Type="http://schemas.openxmlformats.org/officeDocument/2006/relationships/image" Target="../media/image510.png"/><Relationship Id="rId96" Type="http://schemas.openxmlformats.org/officeDocument/2006/relationships/customXml" Target="../ink/ink49.xml"/><Relationship Id="rId140" Type="http://schemas.openxmlformats.org/officeDocument/2006/relationships/customXml" Target="../ink/ink71.xml"/><Relationship Id="rId145"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customXml" Target="../ink/ink4.xml"/><Relationship Id="rId23" Type="http://schemas.openxmlformats.org/officeDocument/2006/relationships/image" Target="../media/image170.png"/><Relationship Id="rId28" Type="http://schemas.openxmlformats.org/officeDocument/2006/relationships/customXml" Target="../ink/ink15.xml"/><Relationship Id="rId49" Type="http://schemas.openxmlformats.org/officeDocument/2006/relationships/image" Target="../media/image30.png"/><Relationship Id="rId114" Type="http://schemas.openxmlformats.org/officeDocument/2006/relationships/customXml" Target="../ink/ink58.xml"/><Relationship Id="rId119" Type="http://schemas.openxmlformats.org/officeDocument/2006/relationships/image" Target="../media/image650.png"/><Relationship Id="rId44" Type="http://schemas.openxmlformats.org/officeDocument/2006/relationships/customXml" Target="../ink/ink23.xml"/><Relationship Id="rId60" Type="http://schemas.openxmlformats.org/officeDocument/2006/relationships/customXml" Target="../ink/ink31.xml"/><Relationship Id="rId65" Type="http://schemas.openxmlformats.org/officeDocument/2006/relationships/image" Target="../media/image38.png"/><Relationship Id="rId81" Type="http://schemas.openxmlformats.org/officeDocument/2006/relationships/image" Target="../media/image460.png"/><Relationship Id="rId86" Type="http://schemas.openxmlformats.org/officeDocument/2006/relationships/customXml" Target="../ink/ink44.xml"/><Relationship Id="rId130" Type="http://schemas.openxmlformats.org/officeDocument/2006/relationships/customXml" Target="../ink/ink66.xml"/><Relationship Id="rId135" Type="http://schemas.openxmlformats.org/officeDocument/2006/relationships/image" Target="../media/image730.png"/><Relationship Id="rId151" Type="http://schemas.openxmlformats.org/officeDocument/2006/relationships/image" Target="../media/image81.png"/><Relationship Id="rId13" Type="http://schemas.openxmlformats.org/officeDocument/2006/relationships/image" Target="../media/image12.png"/><Relationship Id="rId18" Type="http://schemas.openxmlformats.org/officeDocument/2006/relationships/customXml" Target="../ink/ink10.xml"/><Relationship Id="rId39" Type="http://schemas.openxmlformats.org/officeDocument/2006/relationships/image" Target="../media/image25.png"/><Relationship Id="rId109" Type="http://schemas.openxmlformats.org/officeDocument/2006/relationships/image" Target="../media/image600.png"/><Relationship Id="rId34" Type="http://schemas.openxmlformats.org/officeDocument/2006/relationships/customXml" Target="../ink/ink18.xml"/><Relationship Id="rId50" Type="http://schemas.openxmlformats.org/officeDocument/2006/relationships/customXml" Target="../ink/ink26.xml"/><Relationship Id="rId55" Type="http://schemas.openxmlformats.org/officeDocument/2006/relationships/image" Target="../media/image330.png"/><Relationship Id="rId76" Type="http://schemas.openxmlformats.org/officeDocument/2006/relationships/customXml" Target="../ink/ink39.xml"/><Relationship Id="rId97" Type="http://schemas.openxmlformats.org/officeDocument/2006/relationships/image" Target="../media/image540.png"/><Relationship Id="rId104" Type="http://schemas.openxmlformats.org/officeDocument/2006/relationships/customXml" Target="../ink/ink53.xml"/><Relationship Id="rId120" Type="http://schemas.openxmlformats.org/officeDocument/2006/relationships/customXml" Target="../ink/ink61.xml"/><Relationship Id="rId125" Type="http://schemas.openxmlformats.org/officeDocument/2006/relationships/image" Target="../media/image680.png"/><Relationship Id="rId141" Type="http://schemas.openxmlformats.org/officeDocument/2006/relationships/image" Target="../media/image76.png"/><Relationship Id="rId146" Type="http://schemas.openxmlformats.org/officeDocument/2006/relationships/customXml" Target="../ink/ink74.xml"/><Relationship Id="rId7" Type="http://schemas.openxmlformats.org/officeDocument/2006/relationships/image" Target="../media/image95.png"/><Relationship Id="rId71" Type="http://schemas.openxmlformats.org/officeDocument/2006/relationships/image" Target="../media/image411.png"/><Relationship Id="rId92" Type="http://schemas.openxmlformats.org/officeDocument/2006/relationships/customXml" Target="../ink/ink47.xml"/><Relationship Id="rId2" Type="http://schemas.openxmlformats.org/officeDocument/2006/relationships/customXml" Target="../ink/ink2.xml"/><Relationship Id="rId29" Type="http://schemas.openxmlformats.org/officeDocument/2006/relationships/image" Target="../media/image200.png"/><Relationship Id="rId24" Type="http://schemas.openxmlformats.org/officeDocument/2006/relationships/customXml" Target="../ink/ink13.xml"/><Relationship Id="rId40" Type="http://schemas.openxmlformats.org/officeDocument/2006/relationships/customXml" Target="../ink/ink21.xml"/><Relationship Id="rId45" Type="http://schemas.openxmlformats.org/officeDocument/2006/relationships/image" Target="../media/image280.png"/><Relationship Id="rId66" Type="http://schemas.openxmlformats.org/officeDocument/2006/relationships/customXml" Target="../ink/ink34.xml"/><Relationship Id="rId87" Type="http://schemas.openxmlformats.org/officeDocument/2006/relationships/image" Target="../media/image490.png"/><Relationship Id="rId110" Type="http://schemas.openxmlformats.org/officeDocument/2006/relationships/customXml" Target="../ink/ink56.xml"/><Relationship Id="rId115" Type="http://schemas.openxmlformats.org/officeDocument/2006/relationships/image" Target="../media/image630.png"/><Relationship Id="rId131" Type="http://schemas.openxmlformats.org/officeDocument/2006/relationships/image" Target="../media/image712.png"/><Relationship Id="rId136" Type="http://schemas.openxmlformats.org/officeDocument/2006/relationships/customXml" Target="../ink/ink69.xml"/><Relationship Id="rId61" Type="http://schemas.openxmlformats.org/officeDocument/2006/relationships/image" Target="../media/image36.png"/><Relationship Id="rId82" Type="http://schemas.openxmlformats.org/officeDocument/2006/relationships/customXml" Target="../ink/ink42.xml"/><Relationship Id="rId152" Type="http://schemas.openxmlformats.org/officeDocument/2006/relationships/customXml" Target="../ink/ink77.xml"/><Relationship Id="rId19" Type="http://schemas.openxmlformats.org/officeDocument/2006/relationships/image" Target="../media/image150.png"/><Relationship Id="rId14" Type="http://schemas.openxmlformats.org/officeDocument/2006/relationships/customXml" Target="../ink/ink8.xml"/><Relationship Id="rId30" Type="http://schemas.openxmlformats.org/officeDocument/2006/relationships/customXml" Target="../ink/ink16.xml"/><Relationship Id="rId35" Type="http://schemas.openxmlformats.org/officeDocument/2006/relationships/image" Target="../media/image230.png"/><Relationship Id="rId56" Type="http://schemas.openxmlformats.org/officeDocument/2006/relationships/customXml" Target="../ink/ink29.xml"/><Relationship Id="rId77" Type="http://schemas.openxmlformats.org/officeDocument/2006/relationships/image" Target="../media/image440.png"/><Relationship Id="rId100" Type="http://schemas.openxmlformats.org/officeDocument/2006/relationships/customXml" Target="../ink/ink51.xml"/><Relationship Id="rId105" Type="http://schemas.openxmlformats.org/officeDocument/2006/relationships/image" Target="../media/image580.png"/><Relationship Id="rId126" Type="http://schemas.openxmlformats.org/officeDocument/2006/relationships/customXml" Target="../ink/ink64.xml"/><Relationship Id="rId147" Type="http://schemas.openxmlformats.org/officeDocument/2006/relationships/image" Target="../media/image79.png"/><Relationship Id="rId8" Type="http://schemas.openxmlformats.org/officeDocument/2006/relationships/customXml" Target="../ink/ink5.xml"/><Relationship Id="rId51" Type="http://schemas.openxmlformats.org/officeDocument/2006/relationships/image" Target="../media/image310.png"/><Relationship Id="rId72" Type="http://schemas.openxmlformats.org/officeDocument/2006/relationships/customXml" Target="../ink/ink37.xml"/><Relationship Id="rId93" Type="http://schemas.openxmlformats.org/officeDocument/2006/relationships/image" Target="../media/image520.png"/><Relationship Id="rId98" Type="http://schemas.openxmlformats.org/officeDocument/2006/relationships/customXml" Target="../ink/ink50.xml"/><Relationship Id="rId121" Type="http://schemas.openxmlformats.org/officeDocument/2006/relationships/image" Target="../media/image660.png"/><Relationship Id="rId142" Type="http://schemas.openxmlformats.org/officeDocument/2006/relationships/customXml" Target="../ink/ink72.xml"/><Relationship Id="rId3" Type="http://schemas.openxmlformats.org/officeDocument/2006/relationships/image" Target="../media/image711.png"/><Relationship Id="rId25" Type="http://schemas.openxmlformats.org/officeDocument/2006/relationships/image" Target="../media/image180.png"/><Relationship Id="rId46" Type="http://schemas.openxmlformats.org/officeDocument/2006/relationships/customXml" Target="../ink/ink24.xml"/><Relationship Id="rId67" Type="http://schemas.openxmlformats.org/officeDocument/2006/relationships/image" Target="../media/image39.png"/><Relationship Id="rId116" Type="http://schemas.openxmlformats.org/officeDocument/2006/relationships/customXml" Target="../ink/ink59.xml"/><Relationship Id="rId137" Type="http://schemas.openxmlformats.org/officeDocument/2006/relationships/image" Target="../media/image740.png"/><Relationship Id="rId20" Type="http://schemas.openxmlformats.org/officeDocument/2006/relationships/customXml" Target="../ink/ink11.xml"/><Relationship Id="rId41" Type="http://schemas.openxmlformats.org/officeDocument/2006/relationships/image" Target="../media/image260.png"/><Relationship Id="rId62" Type="http://schemas.openxmlformats.org/officeDocument/2006/relationships/customXml" Target="../ink/ink32.xml"/><Relationship Id="rId83" Type="http://schemas.openxmlformats.org/officeDocument/2006/relationships/image" Target="../media/image470.png"/><Relationship Id="rId88" Type="http://schemas.openxmlformats.org/officeDocument/2006/relationships/customXml" Target="../ink/ink45.xml"/><Relationship Id="rId111" Type="http://schemas.openxmlformats.org/officeDocument/2006/relationships/image" Target="../media/image611.png"/><Relationship Id="rId132" Type="http://schemas.openxmlformats.org/officeDocument/2006/relationships/customXml" Target="../ink/ink67.xml"/><Relationship Id="rId153" Type="http://schemas.openxmlformats.org/officeDocument/2006/relationships/image" Target="../media/image82.png"/><Relationship Id="rId15" Type="http://schemas.openxmlformats.org/officeDocument/2006/relationships/image" Target="../media/image130.png"/><Relationship Id="rId36" Type="http://schemas.openxmlformats.org/officeDocument/2006/relationships/customXml" Target="../ink/ink19.xml"/><Relationship Id="rId57" Type="http://schemas.openxmlformats.org/officeDocument/2006/relationships/image" Target="../media/image34.png"/><Relationship Id="rId106" Type="http://schemas.openxmlformats.org/officeDocument/2006/relationships/customXml" Target="../ink/ink54.xml"/><Relationship Id="rId127" Type="http://schemas.openxmlformats.org/officeDocument/2006/relationships/image" Target="../media/image690.png"/><Relationship Id="rId10" Type="http://schemas.openxmlformats.org/officeDocument/2006/relationships/customXml" Target="../ink/ink6.xml"/><Relationship Id="rId31" Type="http://schemas.openxmlformats.org/officeDocument/2006/relationships/image" Target="../media/image21.png"/><Relationship Id="rId52" Type="http://schemas.openxmlformats.org/officeDocument/2006/relationships/customXml" Target="../ink/ink27.xml"/><Relationship Id="rId73" Type="http://schemas.openxmlformats.org/officeDocument/2006/relationships/image" Target="../media/image420.png"/><Relationship Id="rId78" Type="http://schemas.openxmlformats.org/officeDocument/2006/relationships/customXml" Target="../ink/ink40.xml"/><Relationship Id="rId94" Type="http://schemas.openxmlformats.org/officeDocument/2006/relationships/customXml" Target="../ink/ink48.xml"/><Relationship Id="rId99" Type="http://schemas.openxmlformats.org/officeDocument/2006/relationships/image" Target="../media/image550.png"/><Relationship Id="rId101" Type="http://schemas.openxmlformats.org/officeDocument/2006/relationships/image" Target="../media/image560.png"/><Relationship Id="rId122" Type="http://schemas.openxmlformats.org/officeDocument/2006/relationships/customXml" Target="../ink/ink62.xml"/><Relationship Id="rId143" Type="http://schemas.openxmlformats.org/officeDocument/2006/relationships/image" Target="../media/image77.png"/><Relationship Id="rId148" Type="http://schemas.openxmlformats.org/officeDocument/2006/relationships/customXml" Target="../ink/ink75.xml"/><Relationship Id="rId4" Type="http://schemas.openxmlformats.org/officeDocument/2006/relationships/customXml" Target="../ink/ink3.xml"/><Relationship Id="rId9" Type="http://schemas.openxmlformats.org/officeDocument/2006/relationships/image" Target="../media/image10.png"/><Relationship Id="rId26" Type="http://schemas.openxmlformats.org/officeDocument/2006/relationships/customXml" Target="../ink/ink14.xml"/><Relationship Id="rId47" Type="http://schemas.openxmlformats.org/officeDocument/2006/relationships/image" Target="../media/image290.png"/><Relationship Id="rId68" Type="http://schemas.openxmlformats.org/officeDocument/2006/relationships/customXml" Target="../ink/ink35.xml"/><Relationship Id="rId89" Type="http://schemas.openxmlformats.org/officeDocument/2006/relationships/image" Target="../media/image500.png"/><Relationship Id="rId112" Type="http://schemas.openxmlformats.org/officeDocument/2006/relationships/customXml" Target="../ink/ink57.xml"/><Relationship Id="rId133" Type="http://schemas.openxmlformats.org/officeDocument/2006/relationships/image" Target="../media/image720.png"/><Relationship Id="rId16" Type="http://schemas.openxmlformats.org/officeDocument/2006/relationships/customXml" Target="../ink/ink9.xml"/><Relationship Id="rId37" Type="http://schemas.openxmlformats.org/officeDocument/2006/relationships/image" Target="../media/image240.png"/><Relationship Id="rId58" Type="http://schemas.openxmlformats.org/officeDocument/2006/relationships/customXml" Target="../ink/ink30.xml"/><Relationship Id="rId79" Type="http://schemas.openxmlformats.org/officeDocument/2006/relationships/image" Target="../media/image45.png"/><Relationship Id="rId102" Type="http://schemas.openxmlformats.org/officeDocument/2006/relationships/customXml" Target="../ink/ink52.xml"/><Relationship Id="rId123" Type="http://schemas.openxmlformats.org/officeDocument/2006/relationships/image" Target="../media/image670.png"/><Relationship Id="rId144" Type="http://schemas.openxmlformats.org/officeDocument/2006/relationships/customXml" Target="../ink/ink73.xml"/><Relationship Id="rId90" Type="http://schemas.openxmlformats.org/officeDocument/2006/relationships/customXml" Target="../ink/ink4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2" Type="http://schemas.openxmlformats.org/officeDocument/2006/relationships/image" Target="../media/image68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4233-1EBC-CED6-E691-DBFF0DDF5906}"/>
              </a:ext>
            </a:extLst>
          </p:cNvPr>
          <p:cNvSpPr>
            <a:spLocks noGrp="1"/>
          </p:cNvSpPr>
          <p:nvPr>
            <p:ph type="ctrTitle"/>
          </p:nvPr>
        </p:nvSpPr>
        <p:spPr>
          <a:xfrm>
            <a:off x="1524000" y="1132195"/>
            <a:ext cx="9144000" cy="2387600"/>
          </a:xfrm>
        </p:spPr>
        <p:txBody>
          <a:bodyPr/>
          <a:lstStyle/>
          <a:p>
            <a:r>
              <a:rPr lang="en-US"/>
              <a:t>Machine Learning</a:t>
            </a:r>
            <a:endParaRPr lang="de-DE" dirty="0"/>
          </a:p>
        </p:txBody>
      </p:sp>
      <p:sp>
        <p:nvSpPr>
          <p:cNvPr id="3" name="Subtitle 2">
            <a:extLst>
              <a:ext uri="{FF2B5EF4-FFF2-40B4-BE49-F238E27FC236}">
                <a16:creationId xmlns:a16="http://schemas.microsoft.com/office/drawing/2014/main" id="{714ED69C-495E-33A8-8972-4790979755D8}"/>
              </a:ext>
            </a:extLst>
          </p:cNvPr>
          <p:cNvSpPr>
            <a:spLocks noGrp="1"/>
          </p:cNvSpPr>
          <p:nvPr>
            <p:ph type="subTitle" idx="1"/>
          </p:nvPr>
        </p:nvSpPr>
        <p:spPr>
          <a:xfrm>
            <a:off x="1524000" y="5038266"/>
            <a:ext cx="9144000" cy="707203"/>
          </a:xfrm>
        </p:spPr>
        <p:txBody>
          <a:bodyPr>
            <a:normAutofit/>
          </a:bodyPr>
          <a:lstStyle/>
          <a:p>
            <a:r>
              <a:rPr lang="en-US" sz="3200"/>
              <a:t>Lecture 03 </a:t>
            </a:r>
            <a:endParaRPr lang="en-US" sz="3200" dirty="0"/>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07581A9B-0DD0-281E-AC5B-4335A0E992E9}"/>
                  </a:ext>
                </a:extLst>
              </p14:cNvPr>
              <p14:cNvContentPartPr/>
              <p14:nvPr/>
            </p14:nvContentPartPr>
            <p14:xfrm>
              <a:off x="6158876" y="4119257"/>
              <a:ext cx="360" cy="360"/>
            </p14:xfrm>
          </p:contentPart>
        </mc:Choice>
        <mc:Fallback xmlns="">
          <p:pic>
            <p:nvPicPr>
              <p:cNvPr id="10" name="Ink 9">
                <a:extLst>
                  <a:ext uri="{FF2B5EF4-FFF2-40B4-BE49-F238E27FC236}">
                    <a16:creationId xmlns:a16="http://schemas.microsoft.com/office/drawing/2014/main" id="{07581A9B-0DD0-281E-AC5B-4335A0E992E9}"/>
                  </a:ext>
                </a:extLst>
              </p:cNvPr>
              <p:cNvPicPr/>
              <p:nvPr/>
            </p:nvPicPr>
            <p:blipFill>
              <a:blip r:embed="rId3"/>
              <a:stretch>
                <a:fillRect/>
              </a:stretch>
            </p:blipFill>
            <p:spPr>
              <a:xfrm>
                <a:off x="6149876" y="4110257"/>
                <a:ext cx="18000" cy="18000"/>
              </a:xfrm>
              <a:prstGeom prst="rect">
                <a:avLst/>
              </a:prstGeom>
            </p:spPr>
          </p:pic>
        </mc:Fallback>
      </mc:AlternateContent>
    </p:spTree>
    <p:extLst>
      <p:ext uri="{BB962C8B-B14F-4D97-AF65-F5344CB8AC3E}">
        <p14:creationId xmlns:p14="http://schemas.microsoft.com/office/powerpoint/2010/main" val="503668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305EB-CEBB-42FA-298A-F1016467C631}"/>
              </a:ext>
            </a:extLst>
          </p:cNvPr>
          <p:cNvSpPr>
            <a:spLocks noGrp="1"/>
          </p:cNvSpPr>
          <p:nvPr>
            <p:ph type="title"/>
          </p:nvPr>
        </p:nvSpPr>
        <p:spPr/>
        <p:txBody>
          <a:bodyPr/>
          <a:lstStyle/>
          <a:p>
            <a:r>
              <a:rPr lang="en-US" dirty="0"/>
              <a:t>Linear Regression </a:t>
            </a:r>
          </a:p>
        </p:txBody>
      </p:sp>
      <p:sp>
        <p:nvSpPr>
          <p:cNvPr id="3" name="Content Placeholder 2">
            <a:extLst>
              <a:ext uri="{FF2B5EF4-FFF2-40B4-BE49-F238E27FC236}">
                <a16:creationId xmlns:a16="http://schemas.microsoft.com/office/drawing/2014/main" id="{2B443434-0A6B-5DEC-F967-BBFFCE408AB2}"/>
              </a:ext>
            </a:extLst>
          </p:cNvPr>
          <p:cNvSpPr>
            <a:spLocks noGrp="1"/>
          </p:cNvSpPr>
          <p:nvPr>
            <p:ph idx="1"/>
          </p:nvPr>
        </p:nvSpPr>
        <p:spPr/>
        <p:txBody>
          <a:bodyPr>
            <a:normAutofit fontScale="92500"/>
          </a:bodyPr>
          <a:lstStyle/>
          <a:p>
            <a:r>
              <a:rPr lang="en-US" dirty="0"/>
              <a:t>A Supervised learning algorithm</a:t>
            </a:r>
          </a:p>
          <a:p>
            <a:r>
              <a:rPr lang="en-US" dirty="0"/>
              <a:t>Taking input variables and trying to fit the output onto continuous values. </a:t>
            </a:r>
          </a:p>
          <a:p>
            <a:r>
              <a:rPr lang="en-US" dirty="0"/>
              <a:t>Linear regression with one variable is also known as “Univariate linear regression”.</a:t>
            </a:r>
          </a:p>
          <a:p>
            <a:r>
              <a:rPr lang="en-US" dirty="0"/>
              <a:t>Univariate linear regression is used when you want to predict a single output value </a:t>
            </a:r>
            <a:r>
              <a:rPr lang="en-US" b="1" dirty="0"/>
              <a:t>y</a:t>
            </a:r>
            <a:r>
              <a:rPr lang="en-US" dirty="0"/>
              <a:t> from a single input value </a:t>
            </a:r>
            <a:r>
              <a:rPr lang="en-US" b="1" dirty="0"/>
              <a:t>x</a:t>
            </a:r>
            <a:r>
              <a:rPr lang="en-US" dirty="0"/>
              <a:t>.</a:t>
            </a:r>
          </a:p>
          <a:p>
            <a:r>
              <a:rPr lang="en-US" dirty="0"/>
              <a:t>Assumes that there is a linear relation between the input and output, means the output changes at a constant rate as the input changes. </a:t>
            </a:r>
          </a:p>
          <a:p>
            <a:r>
              <a:rPr lang="en-US" dirty="0"/>
              <a:t>Given the training data with right answers, predict the real-valued output for the test data.</a:t>
            </a:r>
          </a:p>
        </p:txBody>
      </p:sp>
    </p:spTree>
    <p:extLst>
      <p:ext uri="{BB962C8B-B14F-4D97-AF65-F5344CB8AC3E}">
        <p14:creationId xmlns:p14="http://schemas.microsoft.com/office/powerpoint/2010/main" val="3825995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5D4C-0561-41CF-B63D-B6D4CD2175FE}"/>
              </a:ext>
            </a:extLst>
          </p:cNvPr>
          <p:cNvSpPr>
            <a:spLocks noGrp="1"/>
          </p:cNvSpPr>
          <p:nvPr>
            <p:ph type="title"/>
          </p:nvPr>
        </p:nvSpPr>
        <p:spPr/>
        <p:txBody>
          <a:bodyPr/>
          <a:lstStyle/>
          <a:p>
            <a:r>
              <a:rPr lang="en-US" dirty="0"/>
              <a:t>Best Fit line in Linear Regression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F6394C-72E6-FE3A-C3B6-408C1F0051FD}"/>
                  </a:ext>
                </a:extLst>
              </p:cNvPr>
              <p:cNvSpPr>
                <a:spLocks noGrp="1"/>
              </p:cNvSpPr>
              <p:nvPr>
                <p:ph idx="1"/>
              </p:nvPr>
            </p:nvSpPr>
            <p:spPr/>
            <p:txBody>
              <a:bodyPr/>
              <a:lstStyle/>
              <a:p>
                <a:r>
                  <a:rPr lang="en-US" dirty="0"/>
                  <a:t>It computes the “best-fit” straight-line often using the Hypothesis Function/model </a:t>
                </a:r>
                <a14:m>
                  <m:oMath xmlns:m="http://schemas.openxmlformats.org/officeDocument/2006/math">
                    <m:r>
                      <a:rPr lang="en-US" i="1" dirty="0">
                        <a:latin typeface="Cambria Math" panose="02040503050406030204" pitchFamily="18" charset="0"/>
                      </a:rPr>
                      <m:t>𝑦</m:t>
                    </m:r>
                    <m:r>
                      <a:rPr lang="en-US" b="0" i="1" dirty="0" smtClean="0">
                        <a:latin typeface="Cambria Math" panose="02040503050406030204" pitchFamily="18" charset="0"/>
                      </a:rPr>
                      <m:t>=</m:t>
                    </m:r>
                    <m:r>
                      <a:rPr lang="en-US" b="0" i="1" dirty="0" smtClean="0">
                        <a:latin typeface="Cambria Math" panose="02040503050406030204" pitchFamily="18" charset="0"/>
                      </a:rPr>
                      <m:t>𝑚𝑥</m:t>
                    </m:r>
                    <m:r>
                      <a:rPr lang="en-US" b="0" i="1" dirty="0" smtClean="0">
                        <a:latin typeface="Cambria Math" panose="02040503050406030204" pitchFamily="18" charset="0"/>
                      </a:rPr>
                      <m:t>+</m:t>
                    </m:r>
                    <m:r>
                      <a:rPr lang="en-US" b="0" i="1" dirty="0" smtClean="0">
                        <a:latin typeface="Cambria Math" panose="02040503050406030204" pitchFamily="18" charset="0"/>
                      </a:rPr>
                      <m:t>𝑐</m:t>
                    </m:r>
                    <m:r>
                      <a:rPr lang="en-US" b="0" i="1" dirty="0" smtClean="0">
                        <a:latin typeface="Cambria Math" panose="02040503050406030204" pitchFamily="18" charset="0"/>
                      </a:rPr>
                      <m:t> </m:t>
                    </m:r>
                  </m:oMath>
                </a14:m>
                <a:r>
                  <a:rPr lang="en-US" dirty="0"/>
                  <a:t> or  </a:t>
                </a:r>
                <a14:m>
                  <m:oMath xmlns:m="http://schemas.openxmlformats.org/officeDocument/2006/math">
                    <m:r>
                      <a:rPr lang="en-US" i="1" dirty="0">
                        <a:latin typeface="Cambria Math" panose="02040503050406030204" pitchFamily="18" charset="0"/>
                      </a:rPr>
                      <m:t>𝑦</m:t>
                    </m:r>
                    <m:r>
                      <a:rPr lang="en-US" i="1" dirty="0">
                        <a:latin typeface="Cambria Math" panose="02040503050406030204" pitchFamily="18" charset="0"/>
                      </a:rPr>
                      <m:t>’ = </m:t>
                    </m:r>
                    <m:r>
                      <a:rPr lang="en-US" i="1" dirty="0">
                        <a:latin typeface="Cambria Math" panose="02040503050406030204" pitchFamily="18" charset="0"/>
                      </a:rPr>
                      <m:t>h</m:t>
                    </m:r>
                    <m:r>
                      <a:rPr lang="el-GR" i="1" dirty="0">
                        <a:latin typeface="Cambria Math" panose="02040503050406030204" pitchFamily="18" charset="0"/>
                      </a:rPr>
                      <m:t>𝜃</m:t>
                    </m:r>
                    <m:d>
                      <m:dPr>
                        <m:ctrlPr>
                          <a:rPr lang="el-GR"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 </m:t>
                    </m:r>
                    <m:r>
                      <a:rPr lang="el-GR" i="1" dirty="0">
                        <a:latin typeface="Cambria Math" panose="02040503050406030204" pitchFamily="18" charset="0"/>
                      </a:rPr>
                      <m:t>𝜃</m:t>
                    </m:r>
                    <m:r>
                      <a:rPr lang="el-GR" i="1" baseline="-25000" dirty="0">
                        <a:latin typeface="Cambria Math" panose="02040503050406030204" pitchFamily="18" charset="0"/>
                      </a:rPr>
                      <m:t>0</m:t>
                    </m:r>
                    <m:r>
                      <a:rPr lang="en-US" i="1" dirty="0">
                        <a:latin typeface="Cambria Math" panose="02040503050406030204" pitchFamily="18" charset="0"/>
                      </a:rPr>
                      <m:t> </m:t>
                    </m:r>
                    <m:r>
                      <a:rPr lang="el-GR" i="1" dirty="0">
                        <a:latin typeface="Cambria Math" panose="02040503050406030204" pitchFamily="18" charset="0"/>
                      </a:rPr>
                      <m:t>+</m:t>
                    </m:r>
                    <m:r>
                      <a:rPr lang="en-US" i="1" dirty="0">
                        <a:latin typeface="Cambria Math" panose="02040503050406030204" pitchFamily="18" charset="0"/>
                      </a:rPr>
                      <m:t> </m:t>
                    </m:r>
                    <m:r>
                      <a:rPr lang="el-GR" i="1" dirty="0">
                        <a:latin typeface="Cambria Math" panose="02040503050406030204" pitchFamily="18" charset="0"/>
                      </a:rPr>
                      <m:t>𝜃</m:t>
                    </m:r>
                    <m:r>
                      <a:rPr lang="el-GR" i="1" baseline="-25000" dirty="0">
                        <a:latin typeface="Cambria Math" panose="02040503050406030204" pitchFamily="18" charset="0"/>
                      </a:rPr>
                      <m:t>1</m:t>
                    </m:r>
                    <m:r>
                      <a:rPr lang="en-US" i="1" dirty="0">
                        <a:latin typeface="Cambria Math" panose="02040503050406030204" pitchFamily="18" charset="0"/>
                      </a:rPr>
                      <m:t>𝑥</m:t>
                    </m:r>
                    <m:r>
                      <a:rPr lang="en-US" b="0" i="0" dirty="0" smtClean="0">
                        <a:latin typeface="Cambria Math" panose="02040503050406030204" pitchFamily="18" charset="0"/>
                      </a:rPr>
                      <m:t>  </m:t>
                    </m:r>
                  </m:oMath>
                </a14:m>
                <a:endParaRPr lang="en-US" b="0" dirty="0"/>
              </a:p>
              <a:p>
                <a:pPr marL="0" indent="0">
                  <a:buNone/>
                </a:pPr>
                <a:r>
                  <a:rPr lang="en-US" dirty="0"/>
                  <a:t>   that minimizes the distance/error between observed data points.</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D9F6394C-72E6-FE3A-C3B6-408C1F0051F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59A6C1F-7579-15E5-AD29-F966F902B531}"/>
              </a:ext>
            </a:extLst>
          </p:cNvPr>
          <p:cNvPicPr>
            <a:picLocks noChangeAspect="1"/>
          </p:cNvPicPr>
          <p:nvPr/>
        </p:nvPicPr>
        <p:blipFill>
          <a:blip r:embed="rId3"/>
          <a:stretch>
            <a:fillRect/>
          </a:stretch>
        </p:blipFill>
        <p:spPr>
          <a:xfrm>
            <a:off x="3783883" y="3325455"/>
            <a:ext cx="3562350" cy="3333750"/>
          </a:xfrm>
          <a:prstGeom prst="rect">
            <a:avLst/>
          </a:prstGeom>
        </p:spPr>
      </p:pic>
    </p:spTree>
    <p:extLst>
      <p:ext uri="{BB962C8B-B14F-4D97-AF65-F5344CB8AC3E}">
        <p14:creationId xmlns:p14="http://schemas.microsoft.com/office/powerpoint/2010/main" val="2854466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2EF90-EA42-2AEC-A2BF-E387C750341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513D30A-D0F2-4645-54D4-DE75CD780770}"/>
              </a:ext>
            </a:extLst>
          </p:cNvPr>
          <p:cNvSpPr>
            <a:spLocks noGrp="1"/>
          </p:cNvSpPr>
          <p:nvPr>
            <p:ph idx="1"/>
          </p:nvPr>
        </p:nvSpPr>
        <p:spPr/>
        <p:txBody>
          <a:bodyPr/>
          <a:lstStyle/>
          <a:p>
            <a:pPr fontAlgn="base"/>
            <a:r>
              <a:rPr lang="en-GB" dirty="0"/>
              <a:t>We want to predict a student's exam score based on how many hours they studied. We observe that as students study more hours, their scores go up. In the example of predicting exam scores based on hours studied. Here:</a:t>
            </a:r>
          </a:p>
          <a:p>
            <a:pPr fontAlgn="base"/>
            <a:r>
              <a:rPr lang="en-GB" b="1" dirty="0"/>
              <a:t>Independent variable (input):</a:t>
            </a:r>
            <a:r>
              <a:rPr lang="en-GB" dirty="0"/>
              <a:t> Hours studied because it's the factor we control or observe.</a:t>
            </a:r>
          </a:p>
          <a:p>
            <a:pPr fontAlgn="base"/>
            <a:r>
              <a:rPr lang="en-GB" b="1" dirty="0"/>
              <a:t>Dependent variable (output): </a:t>
            </a:r>
            <a:r>
              <a:rPr lang="en-GB" dirty="0"/>
              <a:t>Exam score because it depends on how many hours were studied.</a:t>
            </a:r>
          </a:p>
          <a:p>
            <a:endParaRPr lang="en-US" dirty="0"/>
          </a:p>
        </p:txBody>
      </p:sp>
    </p:spTree>
    <p:extLst>
      <p:ext uri="{BB962C8B-B14F-4D97-AF65-F5344CB8AC3E}">
        <p14:creationId xmlns:p14="http://schemas.microsoft.com/office/powerpoint/2010/main" val="2174149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3E6D6-3CF3-FCE5-0281-D9C63C457685}"/>
              </a:ext>
            </a:extLst>
          </p:cNvPr>
          <p:cNvSpPr>
            <a:spLocks noGrp="1"/>
          </p:cNvSpPr>
          <p:nvPr>
            <p:ph type="title"/>
          </p:nvPr>
        </p:nvSpPr>
        <p:spPr/>
        <p:txBody>
          <a:bodyPr/>
          <a:lstStyle/>
          <a:p>
            <a:r>
              <a:rPr lang="en-US" dirty="0"/>
              <a:t>More Examples</a:t>
            </a:r>
          </a:p>
        </p:txBody>
      </p:sp>
      <p:sp>
        <p:nvSpPr>
          <p:cNvPr id="3" name="Content Placeholder 2">
            <a:extLst>
              <a:ext uri="{FF2B5EF4-FFF2-40B4-BE49-F238E27FC236}">
                <a16:creationId xmlns:a16="http://schemas.microsoft.com/office/drawing/2014/main" id="{0FABC63C-5F22-6181-37EB-5D09765FC773}"/>
              </a:ext>
            </a:extLst>
          </p:cNvPr>
          <p:cNvSpPr>
            <a:spLocks noGrp="1"/>
          </p:cNvSpPr>
          <p:nvPr>
            <p:ph idx="1"/>
          </p:nvPr>
        </p:nvSpPr>
        <p:spPr/>
        <p:txBody>
          <a:bodyPr/>
          <a:lstStyle/>
          <a:p>
            <a:r>
              <a:rPr lang="en-US" dirty="0"/>
              <a:t>Predicting sales, stock market, trends etc. </a:t>
            </a:r>
          </a:p>
          <a:p>
            <a:r>
              <a:rPr lang="en-US" dirty="0"/>
              <a:t>Predicting salaries based on experience.</a:t>
            </a:r>
          </a:p>
          <a:p>
            <a:r>
              <a:rPr lang="en-US" dirty="0"/>
              <a:t>Predicting weight based on height.</a:t>
            </a:r>
          </a:p>
          <a:p>
            <a:r>
              <a:rPr lang="en-US" dirty="0"/>
              <a:t>Predicting crop yield based on rain fall. </a:t>
            </a:r>
          </a:p>
          <a:p>
            <a:r>
              <a:rPr lang="en-US" dirty="0"/>
              <a:t>Determining optimal medicine dosage based on blood pressure levels.</a:t>
            </a:r>
          </a:p>
          <a:p>
            <a:r>
              <a:rPr lang="en-US" dirty="0"/>
              <a:t>Assessing training impact on athlete’s performance.</a:t>
            </a:r>
          </a:p>
          <a:p>
            <a:r>
              <a:rPr lang="en-US" dirty="0"/>
              <a:t>Estimation of property prices based on location/size.</a:t>
            </a:r>
          </a:p>
        </p:txBody>
      </p:sp>
    </p:spTree>
    <p:extLst>
      <p:ext uri="{BB962C8B-B14F-4D97-AF65-F5344CB8AC3E}">
        <p14:creationId xmlns:p14="http://schemas.microsoft.com/office/powerpoint/2010/main" val="3501567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5AF1-2259-9BA7-D19F-36B4D1868A17}"/>
              </a:ext>
            </a:extLst>
          </p:cNvPr>
          <p:cNvSpPr>
            <a:spLocks noGrp="1"/>
          </p:cNvSpPr>
          <p:nvPr>
            <p:ph type="title"/>
          </p:nvPr>
        </p:nvSpPr>
        <p:spPr/>
        <p:txBody>
          <a:bodyPr/>
          <a:lstStyle/>
          <a:p>
            <a:r>
              <a:rPr lang="en-US" dirty="0"/>
              <a:t>Dataset and Plotted Graph</a:t>
            </a:r>
            <a:endParaRPr lang="de-DE" dirty="0"/>
          </a:p>
        </p:txBody>
      </p:sp>
      <p:grpSp>
        <p:nvGrpSpPr>
          <p:cNvPr id="3" name="Group 2">
            <a:extLst>
              <a:ext uri="{FF2B5EF4-FFF2-40B4-BE49-F238E27FC236}">
                <a16:creationId xmlns:a16="http://schemas.microsoft.com/office/drawing/2014/main" id="{73AA4EC2-79E8-758C-2996-CC92FC3122B7}"/>
              </a:ext>
            </a:extLst>
          </p:cNvPr>
          <p:cNvGrpSpPr/>
          <p:nvPr/>
        </p:nvGrpSpPr>
        <p:grpSpPr>
          <a:xfrm>
            <a:off x="5373077" y="1418545"/>
            <a:ext cx="6405266" cy="4378501"/>
            <a:chOff x="5830277" y="2022223"/>
            <a:chExt cx="6405266" cy="4378501"/>
          </a:xfrm>
        </p:grpSpPr>
        <p:sp>
          <p:nvSpPr>
            <p:cNvPr id="4" name="TextBox 3">
              <a:extLst>
                <a:ext uri="{FF2B5EF4-FFF2-40B4-BE49-F238E27FC236}">
                  <a16:creationId xmlns:a16="http://schemas.microsoft.com/office/drawing/2014/main" id="{DB15E662-8950-EB73-9D51-781A31A24223}"/>
                </a:ext>
              </a:extLst>
            </p:cNvPr>
            <p:cNvSpPr txBox="1"/>
            <p:nvPr/>
          </p:nvSpPr>
          <p:spPr>
            <a:xfrm>
              <a:off x="8982756" y="5939059"/>
              <a:ext cx="827314" cy="461665"/>
            </a:xfrm>
            <a:prstGeom prst="rect">
              <a:avLst/>
            </a:prstGeom>
            <a:noFill/>
          </p:spPr>
          <p:txBody>
            <a:bodyPr wrap="square" rtlCol="0">
              <a:spAutoFit/>
            </a:bodyPr>
            <a:lstStyle/>
            <a:p>
              <a:r>
                <a:rPr lang="en-US" sz="2400" b="1" dirty="0"/>
                <a:t>Size</a:t>
              </a:r>
              <a:endParaRPr lang="de-DE" sz="2400" b="1" dirty="0"/>
            </a:p>
          </p:txBody>
        </p:sp>
        <p:sp>
          <p:nvSpPr>
            <p:cNvPr id="5" name="TextBox 4">
              <a:extLst>
                <a:ext uri="{FF2B5EF4-FFF2-40B4-BE49-F238E27FC236}">
                  <a16:creationId xmlns:a16="http://schemas.microsoft.com/office/drawing/2014/main" id="{6FC67C75-75E3-336E-B32F-0638B821B9F9}"/>
                </a:ext>
              </a:extLst>
            </p:cNvPr>
            <p:cNvSpPr txBox="1"/>
            <p:nvPr/>
          </p:nvSpPr>
          <p:spPr>
            <a:xfrm rot="16200000">
              <a:off x="5525923" y="3271295"/>
              <a:ext cx="1070374" cy="461665"/>
            </a:xfrm>
            <a:prstGeom prst="rect">
              <a:avLst/>
            </a:prstGeom>
            <a:noFill/>
          </p:spPr>
          <p:txBody>
            <a:bodyPr wrap="square" rtlCol="0">
              <a:spAutoFit/>
            </a:bodyPr>
            <a:lstStyle/>
            <a:p>
              <a:r>
                <a:rPr lang="en-US" sz="2400" b="1" dirty="0"/>
                <a:t>Price</a:t>
              </a:r>
              <a:endParaRPr lang="de-DE" sz="2400" b="1" dirty="0"/>
            </a:p>
          </p:txBody>
        </p:sp>
        <p:pic>
          <p:nvPicPr>
            <p:cNvPr id="1026" name="Picture 2">
              <a:extLst>
                <a:ext uri="{FF2B5EF4-FFF2-40B4-BE49-F238E27FC236}">
                  <a16:creationId xmlns:a16="http://schemas.microsoft.com/office/drawing/2014/main" id="{CE93BE43-7C36-5C27-80D2-72EC69635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1943" y="2022223"/>
              <a:ext cx="5943600" cy="399958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6" name="Table 4">
            <a:extLst>
              <a:ext uri="{FF2B5EF4-FFF2-40B4-BE49-F238E27FC236}">
                <a16:creationId xmlns:a16="http://schemas.microsoft.com/office/drawing/2014/main" id="{B9AF4315-E05B-2757-2A50-E056972A03A8}"/>
              </a:ext>
            </a:extLst>
          </p:cNvPr>
          <p:cNvGraphicFramePr>
            <a:graphicFrameLocks noGrp="1"/>
          </p:cNvGraphicFramePr>
          <p:nvPr/>
        </p:nvGraphicFramePr>
        <p:xfrm>
          <a:off x="838200" y="1690688"/>
          <a:ext cx="4016830" cy="2743200"/>
        </p:xfrm>
        <a:graphic>
          <a:graphicData uri="http://schemas.openxmlformats.org/drawingml/2006/table">
            <a:tbl>
              <a:tblPr firstRow="1" bandRow="1">
                <a:tableStyleId>{5C22544A-7EE6-4342-B048-85BDC9FD1C3A}</a:tableStyleId>
              </a:tblPr>
              <a:tblGrid>
                <a:gridCol w="2008415">
                  <a:extLst>
                    <a:ext uri="{9D8B030D-6E8A-4147-A177-3AD203B41FA5}">
                      <a16:colId xmlns:a16="http://schemas.microsoft.com/office/drawing/2014/main" val="757568652"/>
                    </a:ext>
                  </a:extLst>
                </a:gridCol>
                <a:gridCol w="2008415">
                  <a:extLst>
                    <a:ext uri="{9D8B030D-6E8A-4147-A177-3AD203B41FA5}">
                      <a16:colId xmlns:a16="http://schemas.microsoft.com/office/drawing/2014/main" val="2085500183"/>
                    </a:ext>
                  </a:extLst>
                </a:gridCol>
              </a:tblGrid>
              <a:tr h="548640">
                <a:tc>
                  <a:txBody>
                    <a:bodyPr/>
                    <a:lstStyle/>
                    <a:p>
                      <a:r>
                        <a:rPr lang="en-US" dirty="0"/>
                        <a:t>Input Data (</a:t>
                      </a:r>
                      <a:r>
                        <a:rPr lang="en-US" b="1" dirty="0"/>
                        <a:t>x</a:t>
                      </a:r>
                      <a:r>
                        <a:rPr lang="en-US" dirty="0"/>
                        <a:t>)</a:t>
                      </a:r>
                      <a:endParaRPr lang="de-DE" dirty="0"/>
                    </a:p>
                  </a:txBody>
                  <a:tcPr/>
                </a:tc>
                <a:tc>
                  <a:txBody>
                    <a:bodyPr/>
                    <a:lstStyle/>
                    <a:p>
                      <a:r>
                        <a:rPr lang="en-US" dirty="0"/>
                        <a:t> Correct Answer (y)</a:t>
                      </a:r>
                      <a:endParaRPr lang="de-DE" dirty="0"/>
                    </a:p>
                  </a:txBody>
                  <a:tcPr/>
                </a:tc>
                <a:extLst>
                  <a:ext uri="{0D108BD9-81ED-4DB2-BD59-A6C34878D82A}">
                    <a16:rowId xmlns:a16="http://schemas.microsoft.com/office/drawing/2014/main" val="157047395"/>
                  </a:ext>
                </a:extLst>
              </a:tr>
              <a:tr h="548640">
                <a:tc>
                  <a:txBody>
                    <a:bodyPr/>
                    <a:lstStyle/>
                    <a:p>
                      <a:pPr algn="ctr"/>
                      <a:r>
                        <a:rPr lang="de-DE" sz="2800" b="0" i="0" dirty="0">
                          <a:solidFill>
                            <a:srgbClr val="212121"/>
                          </a:solidFill>
                          <a:effectLst/>
                          <a:latin typeface="+mn-lt"/>
                        </a:rPr>
                        <a:t>8.3</a:t>
                      </a:r>
                      <a:endParaRPr lang="de-DE" sz="2800" dirty="0">
                        <a:latin typeface="+mn-lt"/>
                      </a:endParaRPr>
                    </a:p>
                  </a:txBody>
                  <a:tcPr/>
                </a:tc>
                <a:tc>
                  <a:txBody>
                    <a:bodyPr/>
                    <a:lstStyle/>
                    <a:p>
                      <a:pPr algn="ctr"/>
                      <a:r>
                        <a:rPr lang="en-US" sz="2800" dirty="0">
                          <a:latin typeface="+mn-lt"/>
                        </a:rPr>
                        <a:t>20.99</a:t>
                      </a:r>
                      <a:endParaRPr lang="de-DE" sz="2800" dirty="0">
                        <a:latin typeface="+mn-lt"/>
                      </a:endParaRPr>
                    </a:p>
                  </a:txBody>
                  <a:tcPr/>
                </a:tc>
                <a:extLst>
                  <a:ext uri="{0D108BD9-81ED-4DB2-BD59-A6C34878D82A}">
                    <a16:rowId xmlns:a16="http://schemas.microsoft.com/office/drawing/2014/main" val="1926273037"/>
                  </a:ext>
                </a:extLst>
              </a:tr>
              <a:tr h="548640">
                <a:tc>
                  <a:txBody>
                    <a:bodyPr/>
                    <a:lstStyle/>
                    <a:p>
                      <a:pPr algn="ctr"/>
                      <a:r>
                        <a:rPr lang="de-DE" sz="2800" b="0" i="0" dirty="0">
                          <a:solidFill>
                            <a:srgbClr val="212121"/>
                          </a:solidFill>
                          <a:effectLst/>
                          <a:latin typeface="+mn-lt"/>
                        </a:rPr>
                        <a:t>14.4</a:t>
                      </a:r>
                      <a:endParaRPr lang="de-DE" sz="2800" dirty="0">
                        <a:latin typeface="+mn-lt"/>
                      </a:endParaRPr>
                    </a:p>
                  </a:txBody>
                  <a:tcPr/>
                </a:tc>
                <a:tc>
                  <a:txBody>
                    <a:bodyPr/>
                    <a:lstStyle/>
                    <a:p>
                      <a:pPr algn="ctr"/>
                      <a:r>
                        <a:rPr lang="en-US" sz="2800" dirty="0">
                          <a:latin typeface="+mn-lt"/>
                        </a:rPr>
                        <a:t>32.89</a:t>
                      </a:r>
                      <a:endParaRPr lang="de-DE" sz="2800" dirty="0">
                        <a:latin typeface="+mn-lt"/>
                      </a:endParaRPr>
                    </a:p>
                  </a:txBody>
                  <a:tcPr/>
                </a:tc>
                <a:extLst>
                  <a:ext uri="{0D108BD9-81ED-4DB2-BD59-A6C34878D82A}">
                    <a16:rowId xmlns:a16="http://schemas.microsoft.com/office/drawing/2014/main" val="2543204615"/>
                  </a:ext>
                </a:extLst>
              </a:tr>
              <a:tr h="548640">
                <a:tc>
                  <a:txBody>
                    <a:bodyPr/>
                    <a:lstStyle/>
                    <a:p>
                      <a:pPr algn="ctr"/>
                      <a:r>
                        <a:rPr lang="de-DE" sz="2800" b="0" i="0" dirty="0">
                          <a:solidFill>
                            <a:srgbClr val="212121"/>
                          </a:solidFill>
                          <a:effectLst/>
                          <a:latin typeface="+mn-lt"/>
                        </a:rPr>
                        <a:t>6.05</a:t>
                      </a:r>
                      <a:endParaRPr lang="de-DE" sz="2800" dirty="0">
                        <a:latin typeface="+mn-lt"/>
                      </a:endParaRPr>
                    </a:p>
                  </a:txBody>
                  <a:tcPr/>
                </a:tc>
                <a:tc>
                  <a:txBody>
                    <a:bodyPr/>
                    <a:lstStyle/>
                    <a:p>
                      <a:pPr algn="ctr"/>
                      <a:r>
                        <a:rPr lang="en-US" sz="2800" dirty="0">
                          <a:latin typeface="+mn-lt"/>
                        </a:rPr>
                        <a:t>17.08</a:t>
                      </a:r>
                      <a:endParaRPr lang="de-DE" sz="2800" dirty="0">
                        <a:latin typeface="+mn-lt"/>
                      </a:endParaRPr>
                    </a:p>
                  </a:txBody>
                  <a:tcPr/>
                </a:tc>
                <a:extLst>
                  <a:ext uri="{0D108BD9-81ED-4DB2-BD59-A6C34878D82A}">
                    <a16:rowId xmlns:a16="http://schemas.microsoft.com/office/drawing/2014/main" val="3707459190"/>
                  </a:ext>
                </a:extLst>
              </a:tr>
              <a:tr h="548640">
                <a:tc>
                  <a:txBody>
                    <a:bodyPr/>
                    <a:lstStyle/>
                    <a:p>
                      <a:pPr algn="ctr"/>
                      <a:r>
                        <a:rPr lang="de-DE" sz="2800" b="0" i="0" dirty="0">
                          <a:solidFill>
                            <a:srgbClr val="212121"/>
                          </a:solidFill>
                          <a:effectLst/>
                          <a:latin typeface="+mn-lt"/>
                        </a:rPr>
                        <a:t>..</a:t>
                      </a:r>
                      <a:endParaRPr lang="de-DE" sz="2800" dirty="0">
                        <a:latin typeface="+mn-lt"/>
                      </a:endParaRPr>
                    </a:p>
                  </a:txBody>
                  <a:tcPr/>
                </a:tc>
                <a:tc>
                  <a:txBody>
                    <a:bodyPr/>
                    <a:lstStyle/>
                    <a:p>
                      <a:pPr algn="ctr"/>
                      <a:r>
                        <a:rPr lang="de-DE" sz="2800" b="0" i="0" dirty="0">
                          <a:solidFill>
                            <a:srgbClr val="212121"/>
                          </a:solidFill>
                          <a:effectLst/>
                          <a:latin typeface="+mn-lt"/>
                        </a:rPr>
                        <a:t>..</a:t>
                      </a:r>
                      <a:endParaRPr lang="de-DE" sz="2800" dirty="0">
                        <a:latin typeface="+mn-lt"/>
                      </a:endParaRPr>
                    </a:p>
                  </a:txBody>
                  <a:tcPr/>
                </a:tc>
                <a:extLst>
                  <a:ext uri="{0D108BD9-81ED-4DB2-BD59-A6C34878D82A}">
                    <a16:rowId xmlns:a16="http://schemas.microsoft.com/office/drawing/2014/main" val="3912690848"/>
                  </a:ext>
                </a:extLst>
              </a:tr>
            </a:tbl>
          </a:graphicData>
        </a:graphic>
      </p:graphicFrame>
    </p:spTree>
    <p:extLst>
      <p:ext uri="{BB962C8B-B14F-4D97-AF65-F5344CB8AC3E}">
        <p14:creationId xmlns:p14="http://schemas.microsoft.com/office/powerpoint/2010/main" val="3263467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1CBB5-E9C8-4F3E-00BD-C99F11C67B10}"/>
              </a:ext>
            </a:extLst>
          </p:cNvPr>
          <p:cNvSpPr>
            <a:spLocks noGrp="1"/>
          </p:cNvSpPr>
          <p:nvPr>
            <p:ph type="title"/>
          </p:nvPr>
        </p:nvSpPr>
        <p:spPr>
          <a:xfrm>
            <a:off x="838200" y="299811"/>
            <a:ext cx="10515600" cy="1325563"/>
          </a:xfrm>
        </p:spPr>
        <p:txBody>
          <a:bodyPr/>
          <a:lstStyle/>
          <a:p>
            <a:r>
              <a:rPr lang="en-US" dirty="0"/>
              <a:t>Dataset and Notations</a:t>
            </a:r>
            <a:endParaRPr lang="de-DE" dirty="0"/>
          </a:p>
        </p:txBody>
      </p:sp>
      <p:graphicFrame>
        <p:nvGraphicFramePr>
          <p:cNvPr id="4" name="Table 4">
            <a:extLst>
              <a:ext uri="{FF2B5EF4-FFF2-40B4-BE49-F238E27FC236}">
                <a16:creationId xmlns:a16="http://schemas.microsoft.com/office/drawing/2014/main" id="{0DE32844-2EB4-325E-9CA6-3681B0EEABAE}"/>
              </a:ext>
            </a:extLst>
          </p:cNvPr>
          <p:cNvGraphicFramePr>
            <a:graphicFrameLocks noGrp="1"/>
          </p:cNvGraphicFramePr>
          <p:nvPr/>
        </p:nvGraphicFramePr>
        <p:xfrm>
          <a:off x="7336970" y="1825625"/>
          <a:ext cx="4016830" cy="2743200"/>
        </p:xfrm>
        <a:graphic>
          <a:graphicData uri="http://schemas.openxmlformats.org/drawingml/2006/table">
            <a:tbl>
              <a:tblPr firstRow="1" bandRow="1">
                <a:tableStyleId>{5C22544A-7EE6-4342-B048-85BDC9FD1C3A}</a:tableStyleId>
              </a:tblPr>
              <a:tblGrid>
                <a:gridCol w="2008415">
                  <a:extLst>
                    <a:ext uri="{9D8B030D-6E8A-4147-A177-3AD203B41FA5}">
                      <a16:colId xmlns:a16="http://schemas.microsoft.com/office/drawing/2014/main" val="757568652"/>
                    </a:ext>
                  </a:extLst>
                </a:gridCol>
                <a:gridCol w="2008415">
                  <a:extLst>
                    <a:ext uri="{9D8B030D-6E8A-4147-A177-3AD203B41FA5}">
                      <a16:colId xmlns:a16="http://schemas.microsoft.com/office/drawing/2014/main" val="2085500183"/>
                    </a:ext>
                  </a:extLst>
                </a:gridCol>
              </a:tblGrid>
              <a:tr h="548640">
                <a:tc>
                  <a:txBody>
                    <a:bodyPr/>
                    <a:lstStyle/>
                    <a:p>
                      <a:r>
                        <a:rPr lang="en-US" dirty="0"/>
                        <a:t>Input Data (</a:t>
                      </a:r>
                      <a:r>
                        <a:rPr lang="en-US" b="1" dirty="0"/>
                        <a:t>x</a:t>
                      </a:r>
                      <a:r>
                        <a:rPr lang="en-US" dirty="0"/>
                        <a:t>)</a:t>
                      </a:r>
                      <a:endParaRPr lang="de-DE" dirty="0"/>
                    </a:p>
                  </a:txBody>
                  <a:tcPr/>
                </a:tc>
                <a:tc>
                  <a:txBody>
                    <a:bodyPr/>
                    <a:lstStyle/>
                    <a:p>
                      <a:r>
                        <a:rPr lang="en-US" dirty="0"/>
                        <a:t> Correct Answer (y)</a:t>
                      </a:r>
                      <a:endParaRPr lang="de-DE" dirty="0"/>
                    </a:p>
                  </a:txBody>
                  <a:tcPr/>
                </a:tc>
                <a:extLst>
                  <a:ext uri="{0D108BD9-81ED-4DB2-BD59-A6C34878D82A}">
                    <a16:rowId xmlns:a16="http://schemas.microsoft.com/office/drawing/2014/main" val="157047395"/>
                  </a:ext>
                </a:extLst>
              </a:tr>
              <a:tr h="548640">
                <a:tc>
                  <a:txBody>
                    <a:bodyPr/>
                    <a:lstStyle/>
                    <a:p>
                      <a:pPr algn="ctr"/>
                      <a:r>
                        <a:rPr lang="de-DE" sz="2800" b="0" i="0" dirty="0">
                          <a:solidFill>
                            <a:srgbClr val="212121"/>
                          </a:solidFill>
                          <a:effectLst/>
                          <a:latin typeface="+mn-lt"/>
                        </a:rPr>
                        <a:t>8.3</a:t>
                      </a:r>
                      <a:endParaRPr lang="de-DE" sz="2800" dirty="0">
                        <a:latin typeface="+mn-lt"/>
                      </a:endParaRPr>
                    </a:p>
                  </a:txBody>
                  <a:tcPr/>
                </a:tc>
                <a:tc>
                  <a:txBody>
                    <a:bodyPr/>
                    <a:lstStyle/>
                    <a:p>
                      <a:pPr algn="ctr"/>
                      <a:r>
                        <a:rPr lang="en-US" sz="2800" dirty="0">
                          <a:latin typeface="+mn-lt"/>
                        </a:rPr>
                        <a:t>20.99</a:t>
                      </a:r>
                      <a:endParaRPr lang="de-DE" sz="2800" dirty="0">
                        <a:latin typeface="+mn-lt"/>
                      </a:endParaRPr>
                    </a:p>
                  </a:txBody>
                  <a:tcPr/>
                </a:tc>
                <a:extLst>
                  <a:ext uri="{0D108BD9-81ED-4DB2-BD59-A6C34878D82A}">
                    <a16:rowId xmlns:a16="http://schemas.microsoft.com/office/drawing/2014/main" val="1926273037"/>
                  </a:ext>
                </a:extLst>
              </a:tr>
              <a:tr h="548640">
                <a:tc>
                  <a:txBody>
                    <a:bodyPr/>
                    <a:lstStyle/>
                    <a:p>
                      <a:pPr algn="ctr"/>
                      <a:r>
                        <a:rPr lang="de-DE" sz="2800" b="0" i="0" dirty="0">
                          <a:solidFill>
                            <a:srgbClr val="212121"/>
                          </a:solidFill>
                          <a:effectLst/>
                          <a:latin typeface="+mn-lt"/>
                        </a:rPr>
                        <a:t>14.4</a:t>
                      </a:r>
                      <a:endParaRPr lang="de-DE" sz="2800" dirty="0">
                        <a:latin typeface="+mn-lt"/>
                      </a:endParaRPr>
                    </a:p>
                  </a:txBody>
                  <a:tcPr/>
                </a:tc>
                <a:tc>
                  <a:txBody>
                    <a:bodyPr/>
                    <a:lstStyle/>
                    <a:p>
                      <a:pPr algn="ctr"/>
                      <a:r>
                        <a:rPr lang="en-US" sz="2800" dirty="0">
                          <a:latin typeface="+mn-lt"/>
                        </a:rPr>
                        <a:t>32.89</a:t>
                      </a:r>
                      <a:endParaRPr lang="de-DE" sz="2800" dirty="0">
                        <a:latin typeface="+mn-lt"/>
                      </a:endParaRPr>
                    </a:p>
                  </a:txBody>
                  <a:tcPr/>
                </a:tc>
                <a:extLst>
                  <a:ext uri="{0D108BD9-81ED-4DB2-BD59-A6C34878D82A}">
                    <a16:rowId xmlns:a16="http://schemas.microsoft.com/office/drawing/2014/main" val="2543204615"/>
                  </a:ext>
                </a:extLst>
              </a:tr>
              <a:tr h="548640">
                <a:tc>
                  <a:txBody>
                    <a:bodyPr/>
                    <a:lstStyle/>
                    <a:p>
                      <a:pPr algn="ctr"/>
                      <a:r>
                        <a:rPr lang="de-DE" sz="2800" b="0" i="0" dirty="0">
                          <a:solidFill>
                            <a:srgbClr val="212121"/>
                          </a:solidFill>
                          <a:effectLst/>
                          <a:latin typeface="+mn-lt"/>
                        </a:rPr>
                        <a:t>6.05</a:t>
                      </a:r>
                      <a:endParaRPr lang="de-DE" sz="2800" dirty="0">
                        <a:latin typeface="+mn-lt"/>
                      </a:endParaRPr>
                    </a:p>
                  </a:txBody>
                  <a:tcPr/>
                </a:tc>
                <a:tc>
                  <a:txBody>
                    <a:bodyPr/>
                    <a:lstStyle/>
                    <a:p>
                      <a:pPr algn="ctr"/>
                      <a:r>
                        <a:rPr lang="en-US" sz="2800" dirty="0">
                          <a:latin typeface="+mn-lt"/>
                        </a:rPr>
                        <a:t>17.1</a:t>
                      </a:r>
                      <a:endParaRPr lang="de-DE" sz="2800" dirty="0">
                        <a:latin typeface="+mn-lt"/>
                      </a:endParaRPr>
                    </a:p>
                  </a:txBody>
                  <a:tcPr/>
                </a:tc>
                <a:extLst>
                  <a:ext uri="{0D108BD9-81ED-4DB2-BD59-A6C34878D82A}">
                    <a16:rowId xmlns:a16="http://schemas.microsoft.com/office/drawing/2014/main" val="3707459190"/>
                  </a:ext>
                </a:extLst>
              </a:tr>
              <a:tr h="548640">
                <a:tc>
                  <a:txBody>
                    <a:bodyPr/>
                    <a:lstStyle/>
                    <a:p>
                      <a:pPr algn="ctr"/>
                      <a:r>
                        <a:rPr lang="de-DE" sz="2800" b="0" i="0" dirty="0">
                          <a:solidFill>
                            <a:srgbClr val="212121"/>
                          </a:solidFill>
                          <a:effectLst/>
                          <a:latin typeface="+mn-lt"/>
                        </a:rPr>
                        <a:t>..</a:t>
                      </a:r>
                      <a:endParaRPr lang="de-DE" sz="2800" dirty="0">
                        <a:latin typeface="+mn-lt"/>
                      </a:endParaRPr>
                    </a:p>
                  </a:txBody>
                  <a:tcPr/>
                </a:tc>
                <a:tc>
                  <a:txBody>
                    <a:bodyPr/>
                    <a:lstStyle/>
                    <a:p>
                      <a:pPr algn="ctr"/>
                      <a:r>
                        <a:rPr lang="de-DE" sz="2800" b="0" i="0" dirty="0">
                          <a:solidFill>
                            <a:srgbClr val="212121"/>
                          </a:solidFill>
                          <a:effectLst/>
                          <a:latin typeface="+mn-lt"/>
                        </a:rPr>
                        <a:t>..</a:t>
                      </a:r>
                      <a:endParaRPr lang="de-DE" sz="2800" dirty="0">
                        <a:latin typeface="+mn-lt"/>
                      </a:endParaRPr>
                    </a:p>
                  </a:txBody>
                  <a:tcPr/>
                </a:tc>
                <a:extLst>
                  <a:ext uri="{0D108BD9-81ED-4DB2-BD59-A6C34878D82A}">
                    <a16:rowId xmlns:a16="http://schemas.microsoft.com/office/drawing/2014/main" val="3912690848"/>
                  </a:ext>
                </a:extLst>
              </a:tr>
            </a:tbl>
          </a:graphicData>
        </a:graphic>
      </p:graphicFrame>
      <p:sp>
        <p:nvSpPr>
          <p:cNvPr id="6" name="Content Placeholder 5">
            <a:extLst>
              <a:ext uri="{FF2B5EF4-FFF2-40B4-BE49-F238E27FC236}">
                <a16:creationId xmlns:a16="http://schemas.microsoft.com/office/drawing/2014/main" id="{1DA80924-3A9B-41E5-FE00-BF0A9EC3319D}"/>
              </a:ext>
            </a:extLst>
          </p:cNvPr>
          <p:cNvSpPr>
            <a:spLocks noGrp="1"/>
          </p:cNvSpPr>
          <p:nvPr>
            <p:ph idx="1"/>
          </p:nvPr>
        </p:nvSpPr>
        <p:spPr>
          <a:xfrm>
            <a:off x="838200" y="1825625"/>
            <a:ext cx="5606143" cy="4351338"/>
          </a:xfrm>
        </p:spPr>
        <p:txBody>
          <a:bodyPr>
            <a:normAutofit/>
          </a:bodyPr>
          <a:lstStyle/>
          <a:p>
            <a:r>
              <a:rPr lang="en-US" b="1" dirty="0"/>
              <a:t>m</a:t>
            </a:r>
            <a:r>
              <a:rPr lang="en-US" dirty="0"/>
              <a:t> = Number of Training Examples</a:t>
            </a:r>
          </a:p>
          <a:p>
            <a:r>
              <a:rPr lang="de-DE" b="1" dirty="0"/>
              <a:t>x</a:t>
            </a:r>
            <a:r>
              <a:rPr lang="de-DE" dirty="0"/>
              <a:t> = Input Variable</a:t>
            </a:r>
          </a:p>
          <a:p>
            <a:r>
              <a:rPr lang="de-DE" b="1" dirty="0"/>
              <a:t>y </a:t>
            </a:r>
            <a:r>
              <a:rPr lang="de-DE" dirty="0"/>
              <a:t> = Output Variable / Target Value</a:t>
            </a:r>
          </a:p>
          <a:p>
            <a:r>
              <a:rPr lang="de-DE" b="1" dirty="0"/>
              <a:t>(x, y) </a:t>
            </a:r>
            <a:r>
              <a:rPr lang="de-DE" dirty="0"/>
              <a:t>is one training example</a:t>
            </a:r>
          </a:p>
          <a:p>
            <a:r>
              <a:rPr lang="de-DE" b="1" dirty="0"/>
              <a:t>(x</a:t>
            </a:r>
            <a:r>
              <a:rPr lang="de-DE" b="1" baseline="30000" dirty="0"/>
              <a:t>(i)</a:t>
            </a:r>
            <a:r>
              <a:rPr lang="de-DE" b="1" dirty="0"/>
              <a:t>,y</a:t>
            </a:r>
            <a:r>
              <a:rPr lang="de-DE" b="1" baseline="30000" dirty="0"/>
              <a:t>(i)</a:t>
            </a:r>
            <a:r>
              <a:rPr lang="de-DE" b="1" dirty="0"/>
              <a:t>) </a:t>
            </a:r>
            <a:r>
              <a:rPr lang="de-DE" dirty="0"/>
              <a:t> </a:t>
            </a:r>
            <a:r>
              <a:rPr lang="de-DE" dirty="0" err="1"/>
              <a:t>is</a:t>
            </a:r>
            <a:r>
              <a:rPr lang="de-DE" dirty="0"/>
              <a:t> </a:t>
            </a:r>
            <a:r>
              <a:rPr lang="de-DE" dirty="0" err="1"/>
              <a:t>i</a:t>
            </a:r>
            <a:r>
              <a:rPr lang="de-DE" baseline="30000" dirty="0" err="1"/>
              <a:t>th</a:t>
            </a:r>
            <a:r>
              <a:rPr lang="de-DE" baseline="30000" dirty="0"/>
              <a:t> </a:t>
            </a:r>
            <a:r>
              <a:rPr lang="de-DE" dirty="0" err="1"/>
              <a:t>training</a:t>
            </a:r>
            <a:r>
              <a:rPr lang="de-DE" dirty="0"/>
              <a:t> </a:t>
            </a:r>
            <a:r>
              <a:rPr lang="de-DE" dirty="0" err="1"/>
              <a:t>example</a:t>
            </a:r>
            <a:r>
              <a:rPr lang="de-DE" sz="2400" dirty="0"/>
              <a:t> </a:t>
            </a:r>
          </a:p>
          <a:p>
            <a:r>
              <a:rPr lang="de-DE" b="1" dirty="0"/>
              <a:t>(x</a:t>
            </a:r>
            <a:r>
              <a:rPr lang="de-DE" b="1" baseline="30000" dirty="0"/>
              <a:t>(1)</a:t>
            </a:r>
            <a:r>
              <a:rPr lang="de-DE" b="1" dirty="0"/>
              <a:t>,y</a:t>
            </a:r>
            <a:r>
              <a:rPr lang="de-DE" b="1" baseline="30000" dirty="0"/>
              <a:t>(1)</a:t>
            </a:r>
            <a:r>
              <a:rPr lang="de-DE" b="1" dirty="0"/>
              <a:t>) = (8.3, 20.99)</a:t>
            </a:r>
            <a:endParaRPr lang="de-DE" dirty="0"/>
          </a:p>
        </p:txBody>
      </p:sp>
    </p:spTree>
    <p:extLst>
      <p:ext uri="{BB962C8B-B14F-4D97-AF65-F5344CB8AC3E}">
        <p14:creationId xmlns:p14="http://schemas.microsoft.com/office/powerpoint/2010/main" val="1968625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B65B-83C0-B757-2018-B887DBD57A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E6DACE-3341-818F-07CC-7B02B5F6442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C32D6EF-D65C-4D25-BD2B-F58F894A9C83}"/>
              </a:ext>
            </a:extLst>
          </p:cNvPr>
          <p:cNvPicPr>
            <a:picLocks noChangeAspect="1"/>
          </p:cNvPicPr>
          <p:nvPr/>
        </p:nvPicPr>
        <p:blipFill>
          <a:blip r:embed="rId2"/>
          <a:stretch>
            <a:fillRect/>
          </a:stretch>
        </p:blipFill>
        <p:spPr>
          <a:xfrm>
            <a:off x="123667" y="0"/>
            <a:ext cx="11944666" cy="6685935"/>
          </a:xfrm>
          <a:prstGeom prst="rect">
            <a:avLst/>
          </a:prstGeom>
        </p:spPr>
      </p:pic>
    </p:spTree>
    <p:extLst>
      <p:ext uri="{BB962C8B-B14F-4D97-AF65-F5344CB8AC3E}">
        <p14:creationId xmlns:p14="http://schemas.microsoft.com/office/powerpoint/2010/main" val="3967326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5AF1-2259-9BA7-D19F-36B4D1868A17}"/>
              </a:ext>
            </a:extLst>
          </p:cNvPr>
          <p:cNvSpPr>
            <a:spLocks noGrp="1"/>
          </p:cNvSpPr>
          <p:nvPr>
            <p:ph type="title"/>
          </p:nvPr>
        </p:nvSpPr>
        <p:spPr/>
        <p:txBody>
          <a:bodyPr/>
          <a:lstStyle/>
          <a:p>
            <a:r>
              <a:rPr lang="en-US" dirty="0"/>
              <a:t>Linear Regression with One Variable</a:t>
            </a:r>
            <a:endParaRPr lang="de-DE"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EDB388C-5150-610D-798C-588A15DF832F}"/>
                  </a:ext>
                </a:extLst>
              </p:cNvPr>
              <p:cNvSpPr txBox="1"/>
              <p:nvPr/>
            </p:nvSpPr>
            <p:spPr>
              <a:xfrm>
                <a:off x="446314" y="2236151"/>
                <a:ext cx="5497287" cy="3785652"/>
              </a:xfrm>
              <a:prstGeom prst="rect">
                <a:avLst/>
              </a:prstGeom>
              <a:noFill/>
            </p:spPr>
            <p:txBody>
              <a:bodyPr wrap="square">
                <a:spAutoFit/>
              </a:bodyPr>
              <a:lstStyle/>
              <a:p>
                <a:pPr marL="342900" indent="-342900">
                  <a:buFont typeface="Arial" panose="020B0604020202020204" pitchFamily="34" charset="0"/>
                  <a:buChar char="•"/>
                </a:pPr>
                <a:r>
                  <a:rPr lang="en-US" sz="2400" dirty="0"/>
                  <a:t>This is like the equation of a straight line.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We give  ℎ𝜃​(𝑥) values for </a:t>
                </a:r>
                <a14:m>
                  <m:oMath xmlns:m="http://schemas.openxmlformats.org/officeDocument/2006/math">
                    <m:r>
                      <a:rPr lang="el-GR" sz="2400" dirty="0">
                        <a:latin typeface="Cambria Math" panose="02040503050406030204" pitchFamily="18" charset="0"/>
                      </a:rPr>
                      <m:t>𝜃</m:t>
                    </m:r>
                    <m:r>
                      <a:rPr lang="en-US" sz="2400" b="0" i="0" baseline="-25000" dirty="0" smtClean="0">
                        <a:latin typeface="Cambria Math" panose="02040503050406030204" pitchFamily="18" charset="0"/>
                      </a:rPr>
                      <m:t>0</m:t>
                    </m:r>
                  </m:oMath>
                </a14:m>
                <a:r>
                  <a:rPr lang="en-US" sz="2400" dirty="0"/>
                  <a:t> and </a:t>
                </a:r>
                <a14:m>
                  <m:oMath xmlns:m="http://schemas.openxmlformats.org/officeDocument/2006/math">
                    <m:r>
                      <a:rPr lang="el-GR" sz="2400" dirty="0">
                        <a:latin typeface="Cambria Math" panose="02040503050406030204" pitchFamily="18" charset="0"/>
                      </a:rPr>
                      <m:t>𝜃</m:t>
                    </m:r>
                    <m:r>
                      <a:rPr lang="en-US" sz="2400" b="0" i="0" baseline="-25000" dirty="0" smtClean="0">
                        <a:latin typeface="Cambria Math" panose="02040503050406030204" pitchFamily="18" charset="0"/>
                      </a:rPr>
                      <m:t>1</m:t>
                    </m:r>
                  </m:oMath>
                </a14:m>
                <a:r>
                  <a:rPr lang="en-US" sz="2400" dirty="0"/>
                  <a:t> to get our estimated output 𝑦’.</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We are trying to create a function that will map out input data to our output data.</a:t>
                </a:r>
              </a:p>
              <a:p>
                <a:pPr marL="342900" indent="-342900">
                  <a:buFont typeface="Arial" panose="020B0604020202020204" pitchFamily="34" charset="0"/>
                  <a:buChar char="•"/>
                </a:pPr>
                <a:endParaRPr lang="de-DE" sz="2400" dirty="0"/>
              </a:p>
            </p:txBody>
          </p:sp>
        </mc:Choice>
        <mc:Fallback xmlns="">
          <p:sp>
            <p:nvSpPr>
              <p:cNvPr id="13" name="TextBox 12">
                <a:extLst>
                  <a:ext uri="{FF2B5EF4-FFF2-40B4-BE49-F238E27FC236}">
                    <a16:creationId xmlns:a16="http://schemas.microsoft.com/office/drawing/2014/main" id="{7EDB388C-5150-610D-798C-588A15DF832F}"/>
                  </a:ext>
                </a:extLst>
              </p:cNvPr>
              <p:cNvSpPr txBox="1">
                <a:spLocks noRot="1" noChangeAspect="1" noMove="1" noResize="1" noEditPoints="1" noAdjustHandles="1" noChangeArrowheads="1" noChangeShapeType="1" noTextEdit="1"/>
              </p:cNvSpPr>
              <p:nvPr/>
            </p:nvSpPr>
            <p:spPr>
              <a:xfrm>
                <a:off x="446314" y="2236151"/>
                <a:ext cx="5497287" cy="3785652"/>
              </a:xfrm>
              <a:prstGeom prst="rect">
                <a:avLst/>
              </a:prstGeom>
              <a:blipFill>
                <a:blip r:embed="rId2"/>
                <a:stretch>
                  <a:fillRect l="-1441" t="-1288"/>
                </a:stretch>
              </a:blipFill>
            </p:spPr>
            <p:txBody>
              <a:bodyPr/>
              <a:lstStyle/>
              <a:p>
                <a:r>
                  <a:rPr lang="de-DE">
                    <a:noFill/>
                  </a:rPr>
                  <a:t> </a:t>
                </a:r>
              </a:p>
            </p:txBody>
          </p:sp>
        </mc:Fallback>
      </mc:AlternateContent>
      <p:grpSp>
        <p:nvGrpSpPr>
          <p:cNvPr id="3" name="Group 2">
            <a:extLst>
              <a:ext uri="{FF2B5EF4-FFF2-40B4-BE49-F238E27FC236}">
                <a16:creationId xmlns:a16="http://schemas.microsoft.com/office/drawing/2014/main" id="{73AA4EC2-79E8-758C-2996-CC92FC3122B7}"/>
              </a:ext>
            </a:extLst>
          </p:cNvPr>
          <p:cNvGrpSpPr/>
          <p:nvPr/>
        </p:nvGrpSpPr>
        <p:grpSpPr>
          <a:xfrm>
            <a:off x="5830277" y="2022223"/>
            <a:ext cx="6405266" cy="4378501"/>
            <a:chOff x="5830277" y="2022223"/>
            <a:chExt cx="6405266" cy="4378501"/>
          </a:xfrm>
        </p:grpSpPr>
        <p:sp>
          <p:nvSpPr>
            <p:cNvPr id="4" name="TextBox 3">
              <a:extLst>
                <a:ext uri="{FF2B5EF4-FFF2-40B4-BE49-F238E27FC236}">
                  <a16:creationId xmlns:a16="http://schemas.microsoft.com/office/drawing/2014/main" id="{DB15E662-8950-EB73-9D51-781A31A24223}"/>
                </a:ext>
              </a:extLst>
            </p:cNvPr>
            <p:cNvSpPr txBox="1"/>
            <p:nvPr/>
          </p:nvSpPr>
          <p:spPr>
            <a:xfrm>
              <a:off x="8982756" y="5939059"/>
              <a:ext cx="827314" cy="461665"/>
            </a:xfrm>
            <a:prstGeom prst="rect">
              <a:avLst/>
            </a:prstGeom>
            <a:noFill/>
          </p:spPr>
          <p:txBody>
            <a:bodyPr wrap="square" rtlCol="0">
              <a:spAutoFit/>
            </a:bodyPr>
            <a:lstStyle/>
            <a:p>
              <a:r>
                <a:rPr lang="en-US" sz="2400" b="1" dirty="0"/>
                <a:t>Size</a:t>
              </a:r>
              <a:endParaRPr lang="de-DE" sz="2400" b="1" dirty="0"/>
            </a:p>
          </p:txBody>
        </p:sp>
        <p:sp>
          <p:nvSpPr>
            <p:cNvPr id="5" name="TextBox 4">
              <a:extLst>
                <a:ext uri="{FF2B5EF4-FFF2-40B4-BE49-F238E27FC236}">
                  <a16:creationId xmlns:a16="http://schemas.microsoft.com/office/drawing/2014/main" id="{6FC67C75-75E3-336E-B32F-0638B821B9F9}"/>
                </a:ext>
              </a:extLst>
            </p:cNvPr>
            <p:cNvSpPr txBox="1"/>
            <p:nvPr/>
          </p:nvSpPr>
          <p:spPr>
            <a:xfrm rot="16200000">
              <a:off x="5525923" y="3271295"/>
              <a:ext cx="1070374" cy="461665"/>
            </a:xfrm>
            <a:prstGeom prst="rect">
              <a:avLst/>
            </a:prstGeom>
            <a:noFill/>
          </p:spPr>
          <p:txBody>
            <a:bodyPr wrap="square" rtlCol="0">
              <a:spAutoFit/>
            </a:bodyPr>
            <a:lstStyle/>
            <a:p>
              <a:r>
                <a:rPr lang="en-US" sz="2400" b="1" dirty="0"/>
                <a:t>Price</a:t>
              </a:r>
              <a:endParaRPr lang="de-DE" sz="2400" b="1" dirty="0"/>
            </a:p>
          </p:txBody>
        </p:sp>
        <p:pic>
          <p:nvPicPr>
            <p:cNvPr id="1026" name="Picture 2">
              <a:extLst>
                <a:ext uri="{FF2B5EF4-FFF2-40B4-BE49-F238E27FC236}">
                  <a16:creationId xmlns:a16="http://schemas.microsoft.com/office/drawing/2014/main" id="{CE93BE43-7C36-5C27-80D2-72EC69635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1943" y="2022223"/>
              <a:ext cx="5943600" cy="39995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97148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E2BBD-6605-8A28-5993-47A52C2BF5C3}"/>
              </a:ext>
            </a:extLst>
          </p:cNvPr>
          <p:cNvSpPr>
            <a:spLocks noGrp="1"/>
          </p:cNvSpPr>
          <p:nvPr>
            <p:ph type="title"/>
          </p:nvPr>
        </p:nvSpPr>
        <p:spPr/>
        <p:txBody>
          <a:bodyPr/>
          <a:lstStyle/>
          <a:p>
            <a:r>
              <a:rPr lang="en-US" dirty="0"/>
              <a:t>Linear Functions With Varying Values of Ɵ </a:t>
            </a:r>
            <a:endParaRPr lang="de-DE" dirty="0"/>
          </a:p>
        </p:txBody>
      </p:sp>
      <p:sp>
        <p:nvSpPr>
          <p:cNvPr id="3" name="Content Placeholder 2">
            <a:extLst>
              <a:ext uri="{FF2B5EF4-FFF2-40B4-BE49-F238E27FC236}">
                <a16:creationId xmlns:a16="http://schemas.microsoft.com/office/drawing/2014/main" id="{5BDBE790-1335-EA71-514A-25197D7531D4}"/>
              </a:ext>
            </a:extLst>
          </p:cNvPr>
          <p:cNvSpPr>
            <a:spLocks noGrp="1"/>
          </p:cNvSpPr>
          <p:nvPr>
            <p:ph idx="1"/>
          </p:nvPr>
        </p:nvSpPr>
        <p:spPr/>
        <p:txBody>
          <a:bodyPr/>
          <a:lstStyle/>
          <a:p>
            <a:endParaRPr lang="de-DE"/>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06E6A8C-BDCD-BC78-C933-10AC36BCB1B5}"/>
                  </a:ext>
                </a:extLst>
              </p14:cNvPr>
              <p14:cNvContentPartPr/>
              <p14:nvPr/>
            </p14:nvContentPartPr>
            <p14:xfrm>
              <a:off x="3229305" y="4726198"/>
              <a:ext cx="2545560" cy="360"/>
            </p14:xfrm>
          </p:contentPart>
        </mc:Choice>
        <mc:Fallback xmlns="">
          <p:pic>
            <p:nvPicPr>
              <p:cNvPr id="7" name="Ink 6">
                <a:extLst>
                  <a:ext uri="{FF2B5EF4-FFF2-40B4-BE49-F238E27FC236}">
                    <a16:creationId xmlns:a16="http://schemas.microsoft.com/office/drawing/2014/main" id="{106E6A8C-BDCD-BC78-C933-10AC36BCB1B5}"/>
                  </a:ext>
                </a:extLst>
              </p:cNvPr>
              <p:cNvPicPr/>
              <p:nvPr/>
            </p:nvPicPr>
            <p:blipFill>
              <a:blip r:embed="rId3"/>
              <a:stretch>
                <a:fillRect/>
              </a:stretch>
            </p:blipFill>
            <p:spPr>
              <a:xfrm>
                <a:off x="3211305" y="4708198"/>
                <a:ext cx="2581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11A4283-C2CA-08F9-4245-D0208D5C7F07}"/>
                  </a:ext>
                </a:extLst>
              </p14:cNvPr>
              <p14:cNvContentPartPr/>
              <p14:nvPr/>
            </p14:nvContentPartPr>
            <p14:xfrm>
              <a:off x="7823265" y="4726198"/>
              <a:ext cx="2494440" cy="360"/>
            </p14:xfrm>
          </p:contentPart>
        </mc:Choice>
        <mc:Fallback xmlns="">
          <p:pic>
            <p:nvPicPr>
              <p:cNvPr id="8" name="Ink 7">
                <a:extLst>
                  <a:ext uri="{FF2B5EF4-FFF2-40B4-BE49-F238E27FC236}">
                    <a16:creationId xmlns:a16="http://schemas.microsoft.com/office/drawing/2014/main" id="{811A4283-C2CA-08F9-4245-D0208D5C7F07}"/>
                  </a:ext>
                </a:extLst>
              </p:cNvPr>
              <p:cNvPicPr/>
              <p:nvPr/>
            </p:nvPicPr>
            <p:blipFill>
              <a:blip r:embed="rId5"/>
              <a:stretch>
                <a:fillRect/>
              </a:stretch>
            </p:blipFill>
            <p:spPr>
              <a:xfrm>
                <a:off x="7805625" y="4708198"/>
                <a:ext cx="2530080" cy="36000"/>
              </a:xfrm>
              <a:prstGeom prst="rect">
                <a:avLst/>
              </a:prstGeom>
            </p:spPr>
          </p:pic>
        </mc:Fallback>
      </mc:AlternateContent>
      <p:grpSp>
        <p:nvGrpSpPr>
          <p:cNvPr id="17" name="Group 16">
            <a:extLst>
              <a:ext uri="{FF2B5EF4-FFF2-40B4-BE49-F238E27FC236}">
                <a16:creationId xmlns:a16="http://schemas.microsoft.com/office/drawing/2014/main" id="{6DB82FA7-DC08-E2C3-2CC6-B03174E3AEFB}"/>
              </a:ext>
            </a:extLst>
          </p:cNvPr>
          <p:cNvGrpSpPr/>
          <p:nvPr/>
        </p:nvGrpSpPr>
        <p:grpSpPr>
          <a:xfrm>
            <a:off x="7776825" y="2312398"/>
            <a:ext cx="360" cy="2416680"/>
            <a:chOff x="7776825" y="2312398"/>
            <a:chExt cx="360" cy="241668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6F56237-1568-99C4-00F0-142A54C298F8}"/>
                    </a:ext>
                  </a:extLst>
                </p14:cNvPr>
                <p14:cNvContentPartPr/>
                <p14:nvPr/>
              </p14:nvContentPartPr>
              <p14:xfrm>
                <a:off x="7776825" y="2312398"/>
                <a:ext cx="360" cy="2397600"/>
              </p14:xfrm>
            </p:contentPart>
          </mc:Choice>
          <mc:Fallback xmlns="">
            <p:pic>
              <p:nvPicPr>
                <p:cNvPr id="11" name="Ink 10">
                  <a:extLst>
                    <a:ext uri="{FF2B5EF4-FFF2-40B4-BE49-F238E27FC236}">
                      <a16:creationId xmlns:a16="http://schemas.microsoft.com/office/drawing/2014/main" id="{76F56237-1568-99C4-00F0-142A54C298F8}"/>
                    </a:ext>
                  </a:extLst>
                </p:cNvPr>
                <p:cNvPicPr/>
                <p:nvPr/>
              </p:nvPicPr>
              <p:blipFill>
                <a:blip r:embed="rId7"/>
                <a:stretch>
                  <a:fillRect/>
                </a:stretch>
              </p:blipFill>
              <p:spPr>
                <a:xfrm>
                  <a:off x="7759185" y="2294758"/>
                  <a:ext cx="36000" cy="2433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5124C2D1-F4D9-CF01-9E92-8A5FCA720C6D}"/>
                    </a:ext>
                  </a:extLst>
                </p14:cNvPr>
                <p14:cNvContentPartPr/>
                <p14:nvPr/>
              </p14:nvContentPartPr>
              <p14:xfrm>
                <a:off x="7776825" y="4645558"/>
                <a:ext cx="360" cy="83520"/>
              </p14:xfrm>
            </p:contentPart>
          </mc:Choice>
          <mc:Fallback xmlns="">
            <p:pic>
              <p:nvPicPr>
                <p:cNvPr id="12" name="Ink 11">
                  <a:extLst>
                    <a:ext uri="{FF2B5EF4-FFF2-40B4-BE49-F238E27FC236}">
                      <a16:creationId xmlns:a16="http://schemas.microsoft.com/office/drawing/2014/main" id="{5124C2D1-F4D9-CF01-9E92-8A5FCA720C6D}"/>
                    </a:ext>
                  </a:extLst>
                </p:cNvPr>
                <p:cNvPicPr/>
                <p:nvPr/>
              </p:nvPicPr>
              <p:blipFill>
                <a:blip r:embed="rId9"/>
                <a:stretch>
                  <a:fillRect/>
                </a:stretch>
              </p:blipFill>
              <p:spPr>
                <a:xfrm>
                  <a:off x="7759185" y="4627558"/>
                  <a:ext cx="360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2806FEE2-AAD7-5B58-3E12-164EA1081230}"/>
                    </a:ext>
                  </a:extLst>
                </p14:cNvPr>
                <p14:cNvContentPartPr/>
                <p14:nvPr/>
              </p14:nvContentPartPr>
              <p14:xfrm>
                <a:off x="7776825" y="4702078"/>
                <a:ext cx="360" cy="14040"/>
              </p14:xfrm>
            </p:contentPart>
          </mc:Choice>
          <mc:Fallback xmlns="">
            <p:pic>
              <p:nvPicPr>
                <p:cNvPr id="14" name="Ink 13">
                  <a:extLst>
                    <a:ext uri="{FF2B5EF4-FFF2-40B4-BE49-F238E27FC236}">
                      <a16:creationId xmlns:a16="http://schemas.microsoft.com/office/drawing/2014/main" id="{2806FEE2-AAD7-5B58-3E12-164EA1081230}"/>
                    </a:ext>
                  </a:extLst>
                </p:cNvPr>
                <p:cNvPicPr/>
                <p:nvPr/>
              </p:nvPicPr>
              <p:blipFill>
                <a:blip r:embed="rId11"/>
                <a:stretch>
                  <a:fillRect/>
                </a:stretch>
              </p:blipFill>
              <p:spPr>
                <a:xfrm>
                  <a:off x="7759185" y="4684438"/>
                  <a:ext cx="360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C115B624-3E44-54C2-F418-D6EA070A1629}"/>
                    </a:ext>
                  </a:extLst>
                </p14:cNvPr>
                <p14:cNvContentPartPr/>
                <p14:nvPr/>
              </p14:nvContentPartPr>
              <p14:xfrm>
                <a:off x="7776825" y="4692358"/>
                <a:ext cx="360" cy="10080"/>
              </p14:xfrm>
            </p:contentPart>
          </mc:Choice>
          <mc:Fallback xmlns="">
            <p:pic>
              <p:nvPicPr>
                <p:cNvPr id="16" name="Ink 15">
                  <a:extLst>
                    <a:ext uri="{FF2B5EF4-FFF2-40B4-BE49-F238E27FC236}">
                      <a16:creationId xmlns:a16="http://schemas.microsoft.com/office/drawing/2014/main" id="{C115B624-3E44-54C2-F418-D6EA070A1629}"/>
                    </a:ext>
                  </a:extLst>
                </p:cNvPr>
                <p:cNvPicPr/>
                <p:nvPr/>
              </p:nvPicPr>
              <p:blipFill>
                <a:blip r:embed="rId13"/>
                <a:stretch>
                  <a:fillRect/>
                </a:stretch>
              </p:blipFill>
              <p:spPr>
                <a:xfrm>
                  <a:off x="7759185" y="4674718"/>
                  <a:ext cx="36000" cy="4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1A91C7A6-25F0-6F97-C107-7248CCA3B731}"/>
                  </a:ext>
                </a:extLst>
              </p14:cNvPr>
              <p14:cNvContentPartPr/>
              <p14:nvPr/>
            </p14:nvContentPartPr>
            <p14:xfrm>
              <a:off x="3233985" y="2515078"/>
              <a:ext cx="360" cy="2235600"/>
            </p14:xfrm>
          </p:contentPart>
        </mc:Choice>
        <mc:Fallback xmlns="">
          <p:pic>
            <p:nvPicPr>
              <p:cNvPr id="18" name="Ink 17">
                <a:extLst>
                  <a:ext uri="{FF2B5EF4-FFF2-40B4-BE49-F238E27FC236}">
                    <a16:creationId xmlns:a16="http://schemas.microsoft.com/office/drawing/2014/main" id="{1A91C7A6-25F0-6F97-C107-7248CCA3B731}"/>
                  </a:ext>
                </a:extLst>
              </p:cNvPr>
              <p:cNvPicPr/>
              <p:nvPr/>
            </p:nvPicPr>
            <p:blipFill>
              <a:blip r:embed="rId15"/>
              <a:stretch>
                <a:fillRect/>
              </a:stretch>
            </p:blipFill>
            <p:spPr>
              <a:xfrm>
                <a:off x="3216345" y="2497438"/>
                <a:ext cx="36000" cy="2271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34B7181E-0973-E2F6-ABAC-6F710153013A}"/>
                  </a:ext>
                </a:extLst>
              </p14:cNvPr>
              <p14:cNvContentPartPr/>
              <p14:nvPr/>
            </p14:nvContentPartPr>
            <p14:xfrm>
              <a:off x="3718545" y="4655998"/>
              <a:ext cx="23040" cy="106200"/>
            </p14:xfrm>
          </p:contentPart>
        </mc:Choice>
        <mc:Fallback xmlns="">
          <p:pic>
            <p:nvPicPr>
              <p:cNvPr id="19" name="Ink 18">
                <a:extLst>
                  <a:ext uri="{FF2B5EF4-FFF2-40B4-BE49-F238E27FC236}">
                    <a16:creationId xmlns:a16="http://schemas.microsoft.com/office/drawing/2014/main" id="{34B7181E-0973-E2F6-ABAC-6F710153013A}"/>
                  </a:ext>
                </a:extLst>
              </p:cNvPr>
              <p:cNvPicPr/>
              <p:nvPr/>
            </p:nvPicPr>
            <p:blipFill>
              <a:blip r:embed="rId17"/>
              <a:stretch>
                <a:fillRect/>
              </a:stretch>
            </p:blipFill>
            <p:spPr>
              <a:xfrm>
                <a:off x="3700905" y="4638358"/>
                <a:ext cx="586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166A6A2D-D20C-A97B-89B9-F613D2E56AAD}"/>
                  </a:ext>
                </a:extLst>
              </p14:cNvPr>
              <p14:cNvContentPartPr/>
              <p14:nvPr/>
            </p14:nvContentPartPr>
            <p14:xfrm>
              <a:off x="4281225" y="4646278"/>
              <a:ext cx="40320" cy="74520"/>
            </p14:xfrm>
          </p:contentPart>
        </mc:Choice>
        <mc:Fallback xmlns="">
          <p:pic>
            <p:nvPicPr>
              <p:cNvPr id="20" name="Ink 19">
                <a:extLst>
                  <a:ext uri="{FF2B5EF4-FFF2-40B4-BE49-F238E27FC236}">
                    <a16:creationId xmlns:a16="http://schemas.microsoft.com/office/drawing/2014/main" id="{166A6A2D-D20C-A97B-89B9-F613D2E56AAD}"/>
                  </a:ext>
                </a:extLst>
              </p:cNvPr>
              <p:cNvPicPr/>
              <p:nvPr/>
            </p:nvPicPr>
            <p:blipFill>
              <a:blip r:embed="rId19"/>
              <a:stretch>
                <a:fillRect/>
              </a:stretch>
            </p:blipFill>
            <p:spPr>
              <a:xfrm>
                <a:off x="4263585" y="4628278"/>
                <a:ext cx="759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EC054ABC-AC45-2EDE-085A-063291E4C2E8}"/>
                  </a:ext>
                </a:extLst>
              </p14:cNvPr>
              <p14:cNvContentPartPr/>
              <p14:nvPr/>
            </p14:nvContentPartPr>
            <p14:xfrm>
              <a:off x="4941825" y="4624318"/>
              <a:ext cx="23760" cy="126720"/>
            </p14:xfrm>
          </p:contentPart>
        </mc:Choice>
        <mc:Fallback xmlns="">
          <p:pic>
            <p:nvPicPr>
              <p:cNvPr id="21" name="Ink 20">
                <a:extLst>
                  <a:ext uri="{FF2B5EF4-FFF2-40B4-BE49-F238E27FC236}">
                    <a16:creationId xmlns:a16="http://schemas.microsoft.com/office/drawing/2014/main" id="{EC054ABC-AC45-2EDE-085A-063291E4C2E8}"/>
                  </a:ext>
                </a:extLst>
              </p:cNvPr>
              <p:cNvPicPr/>
              <p:nvPr/>
            </p:nvPicPr>
            <p:blipFill>
              <a:blip r:embed="rId21"/>
              <a:stretch>
                <a:fillRect/>
              </a:stretch>
            </p:blipFill>
            <p:spPr>
              <a:xfrm>
                <a:off x="4924185" y="4606318"/>
                <a:ext cx="59400" cy="162360"/>
              </a:xfrm>
              <a:prstGeom prst="rect">
                <a:avLst/>
              </a:prstGeom>
            </p:spPr>
          </p:pic>
        </mc:Fallback>
      </mc:AlternateContent>
      <p:grpSp>
        <p:nvGrpSpPr>
          <p:cNvPr id="29" name="Group 28">
            <a:extLst>
              <a:ext uri="{FF2B5EF4-FFF2-40B4-BE49-F238E27FC236}">
                <a16:creationId xmlns:a16="http://schemas.microsoft.com/office/drawing/2014/main" id="{B1DA4C94-3387-C149-E2C8-CD54A4C37543}"/>
              </a:ext>
            </a:extLst>
          </p:cNvPr>
          <p:cNvGrpSpPr/>
          <p:nvPr/>
        </p:nvGrpSpPr>
        <p:grpSpPr>
          <a:xfrm>
            <a:off x="3405705" y="5015998"/>
            <a:ext cx="1886760" cy="759240"/>
            <a:chOff x="3405705" y="5015998"/>
            <a:chExt cx="1886760" cy="759240"/>
          </a:xfrm>
        </p:grpSpPr>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7587151A-80A6-DFDA-CD88-044F3B9F4944}"/>
                    </a:ext>
                  </a:extLst>
                </p14:cNvPr>
                <p14:cNvContentPartPr/>
                <p14:nvPr/>
              </p14:nvContentPartPr>
              <p14:xfrm>
                <a:off x="3750585" y="5015998"/>
                <a:ext cx="28080" cy="199440"/>
              </p14:xfrm>
            </p:contentPart>
          </mc:Choice>
          <mc:Fallback xmlns="">
            <p:pic>
              <p:nvPicPr>
                <p:cNvPr id="22" name="Ink 21">
                  <a:extLst>
                    <a:ext uri="{FF2B5EF4-FFF2-40B4-BE49-F238E27FC236}">
                      <a16:creationId xmlns:a16="http://schemas.microsoft.com/office/drawing/2014/main" id="{7587151A-80A6-DFDA-CD88-044F3B9F4944}"/>
                    </a:ext>
                  </a:extLst>
                </p:cNvPr>
                <p:cNvPicPr/>
                <p:nvPr/>
              </p:nvPicPr>
              <p:blipFill>
                <a:blip r:embed="rId23"/>
                <a:stretch>
                  <a:fillRect/>
                </a:stretch>
              </p:blipFill>
              <p:spPr>
                <a:xfrm>
                  <a:off x="3732585" y="4998358"/>
                  <a:ext cx="6372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881B7A9B-AF4A-B3A7-230D-4D86C67D56FF}"/>
                    </a:ext>
                  </a:extLst>
                </p14:cNvPr>
                <p14:cNvContentPartPr/>
                <p14:nvPr/>
              </p14:nvContentPartPr>
              <p14:xfrm>
                <a:off x="4261785" y="5027518"/>
                <a:ext cx="264960" cy="189000"/>
              </p14:xfrm>
            </p:contentPart>
          </mc:Choice>
          <mc:Fallback xmlns="">
            <p:pic>
              <p:nvPicPr>
                <p:cNvPr id="23" name="Ink 22">
                  <a:extLst>
                    <a:ext uri="{FF2B5EF4-FFF2-40B4-BE49-F238E27FC236}">
                      <a16:creationId xmlns:a16="http://schemas.microsoft.com/office/drawing/2014/main" id="{881B7A9B-AF4A-B3A7-230D-4D86C67D56FF}"/>
                    </a:ext>
                  </a:extLst>
                </p:cNvPr>
                <p:cNvPicPr/>
                <p:nvPr/>
              </p:nvPicPr>
              <p:blipFill>
                <a:blip r:embed="rId25"/>
                <a:stretch>
                  <a:fillRect/>
                </a:stretch>
              </p:blipFill>
              <p:spPr>
                <a:xfrm>
                  <a:off x="4243785" y="5009518"/>
                  <a:ext cx="3006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D90E09D5-E1DE-8488-DA8A-11C1A4A51FA2}"/>
                    </a:ext>
                  </a:extLst>
                </p14:cNvPr>
                <p14:cNvContentPartPr/>
                <p14:nvPr/>
              </p14:nvContentPartPr>
              <p14:xfrm>
                <a:off x="4906185" y="5024278"/>
                <a:ext cx="238680" cy="222120"/>
              </p14:xfrm>
            </p:contentPart>
          </mc:Choice>
          <mc:Fallback xmlns="">
            <p:pic>
              <p:nvPicPr>
                <p:cNvPr id="24" name="Ink 23">
                  <a:extLst>
                    <a:ext uri="{FF2B5EF4-FFF2-40B4-BE49-F238E27FC236}">
                      <a16:creationId xmlns:a16="http://schemas.microsoft.com/office/drawing/2014/main" id="{D90E09D5-E1DE-8488-DA8A-11C1A4A51FA2}"/>
                    </a:ext>
                  </a:extLst>
                </p:cNvPr>
                <p:cNvPicPr/>
                <p:nvPr/>
              </p:nvPicPr>
              <p:blipFill>
                <a:blip r:embed="rId27"/>
                <a:stretch>
                  <a:fillRect/>
                </a:stretch>
              </p:blipFill>
              <p:spPr>
                <a:xfrm>
                  <a:off x="4888185" y="5006278"/>
                  <a:ext cx="2743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0547FC7D-7628-41E7-B016-BE9946D195FB}"/>
                    </a:ext>
                  </a:extLst>
                </p14:cNvPr>
                <p14:cNvContentPartPr/>
                <p14:nvPr/>
              </p14:nvContentPartPr>
              <p14:xfrm>
                <a:off x="3405705" y="5424598"/>
                <a:ext cx="340920" cy="192240"/>
              </p14:xfrm>
            </p:contentPart>
          </mc:Choice>
          <mc:Fallback xmlns="">
            <p:pic>
              <p:nvPicPr>
                <p:cNvPr id="25" name="Ink 24">
                  <a:extLst>
                    <a:ext uri="{FF2B5EF4-FFF2-40B4-BE49-F238E27FC236}">
                      <a16:creationId xmlns:a16="http://schemas.microsoft.com/office/drawing/2014/main" id="{0547FC7D-7628-41E7-B016-BE9946D195FB}"/>
                    </a:ext>
                  </a:extLst>
                </p:cNvPr>
                <p:cNvPicPr/>
                <p:nvPr/>
              </p:nvPicPr>
              <p:blipFill>
                <a:blip r:embed="rId29"/>
                <a:stretch>
                  <a:fillRect/>
                </a:stretch>
              </p:blipFill>
              <p:spPr>
                <a:xfrm>
                  <a:off x="3388065" y="5406958"/>
                  <a:ext cx="3765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6FD80E4D-5A4E-8540-0F47-964CAC678E83}"/>
                    </a:ext>
                  </a:extLst>
                </p14:cNvPr>
                <p14:cNvContentPartPr/>
                <p14:nvPr/>
              </p14:nvContentPartPr>
              <p14:xfrm>
                <a:off x="3976305" y="5502718"/>
                <a:ext cx="1112040" cy="22680"/>
              </p14:xfrm>
            </p:contentPart>
          </mc:Choice>
          <mc:Fallback xmlns="">
            <p:pic>
              <p:nvPicPr>
                <p:cNvPr id="26" name="Ink 25">
                  <a:extLst>
                    <a:ext uri="{FF2B5EF4-FFF2-40B4-BE49-F238E27FC236}">
                      <a16:creationId xmlns:a16="http://schemas.microsoft.com/office/drawing/2014/main" id="{6FD80E4D-5A4E-8540-0F47-964CAC678E83}"/>
                    </a:ext>
                  </a:extLst>
                </p:cNvPr>
                <p:cNvPicPr/>
                <p:nvPr/>
              </p:nvPicPr>
              <p:blipFill>
                <a:blip r:embed="rId31"/>
                <a:stretch>
                  <a:fillRect/>
                </a:stretch>
              </p:blipFill>
              <p:spPr>
                <a:xfrm>
                  <a:off x="3958305" y="5484718"/>
                  <a:ext cx="114768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871AC8C4-C181-81D0-D9E7-5DEAB7760B05}"/>
                    </a:ext>
                  </a:extLst>
                </p14:cNvPr>
                <p14:cNvContentPartPr/>
                <p14:nvPr/>
              </p14:nvContentPartPr>
              <p14:xfrm>
                <a:off x="5145225" y="5418118"/>
                <a:ext cx="147240" cy="113760"/>
              </p14:xfrm>
            </p:contentPart>
          </mc:Choice>
          <mc:Fallback xmlns="">
            <p:pic>
              <p:nvPicPr>
                <p:cNvPr id="27" name="Ink 26">
                  <a:extLst>
                    <a:ext uri="{FF2B5EF4-FFF2-40B4-BE49-F238E27FC236}">
                      <a16:creationId xmlns:a16="http://schemas.microsoft.com/office/drawing/2014/main" id="{871AC8C4-C181-81D0-D9E7-5DEAB7760B05}"/>
                    </a:ext>
                  </a:extLst>
                </p:cNvPr>
                <p:cNvPicPr/>
                <p:nvPr/>
              </p:nvPicPr>
              <p:blipFill>
                <a:blip r:embed="rId33"/>
                <a:stretch>
                  <a:fillRect/>
                </a:stretch>
              </p:blipFill>
              <p:spPr>
                <a:xfrm>
                  <a:off x="5127585" y="5400118"/>
                  <a:ext cx="1828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79183625-1AF1-7211-41F4-7062E5291219}"/>
                    </a:ext>
                  </a:extLst>
                </p14:cNvPr>
                <p14:cNvContentPartPr/>
                <p14:nvPr/>
              </p14:nvContentPartPr>
              <p14:xfrm>
                <a:off x="5044785" y="5550238"/>
                <a:ext cx="239040" cy="225000"/>
              </p14:xfrm>
            </p:contentPart>
          </mc:Choice>
          <mc:Fallback xmlns="">
            <p:pic>
              <p:nvPicPr>
                <p:cNvPr id="28" name="Ink 27">
                  <a:extLst>
                    <a:ext uri="{FF2B5EF4-FFF2-40B4-BE49-F238E27FC236}">
                      <a16:creationId xmlns:a16="http://schemas.microsoft.com/office/drawing/2014/main" id="{79183625-1AF1-7211-41F4-7062E5291219}"/>
                    </a:ext>
                  </a:extLst>
                </p:cNvPr>
                <p:cNvPicPr/>
                <p:nvPr/>
              </p:nvPicPr>
              <p:blipFill>
                <a:blip r:embed="rId35"/>
                <a:stretch>
                  <a:fillRect/>
                </a:stretch>
              </p:blipFill>
              <p:spPr>
                <a:xfrm>
                  <a:off x="5026785" y="5532238"/>
                  <a:ext cx="274680" cy="260640"/>
                </a:xfrm>
                <a:prstGeom prst="rect">
                  <a:avLst/>
                </a:prstGeom>
              </p:spPr>
            </p:pic>
          </mc:Fallback>
        </mc:AlternateContent>
      </p:grpSp>
      <p:grpSp>
        <p:nvGrpSpPr>
          <p:cNvPr id="41" name="Group 40">
            <a:extLst>
              <a:ext uri="{FF2B5EF4-FFF2-40B4-BE49-F238E27FC236}">
                <a16:creationId xmlns:a16="http://schemas.microsoft.com/office/drawing/2014/main" id="{7B59E7FA-68EC-9C49-E770-E1D67CA57B4F}"/>
              </a:ext>
            </a:extLst>
          </p:cNvPr>
          <p:cNvGrpSpPr/>
          <p:nvPr/>
        </p:nvGrpSpPr>
        <p:grpSpPr>
          <a:xfrm>
            <a:off x="2081625" y="3050038"/>
            <a:ext cx="1269720" cy="1322280"/>
            <a:chOff x="2081625" y="3050038"/>
            <a:chExt cx="1269720" cy="1322280"/>
          </a:xfrm>
        </p:grpSpPr>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95FC6086-D1A6-7962-CE40-244E07973219}"/>
                    </a:ext>
                  </a:extLst>
                </p14:cNvPr>
                <p14:cNvContentPartPr/>
                <p14:nvPr/>
              </p14:nvContentPartPr>
              <p14:xfrm>
                <a:off x="2081625" y="3811438"/>
                <a:ext cx="223200" cy="560880"/>
              </p14:xfrm>
            </p:contentPart>
          </mc:Choice>
          <mc:Fallback xmlns="">
            <p:pic>
              <p:nvPicPr>
                <p:cNvPr id="31" name="Ink 30">
                  <a:extLst>
                    <a:ext uri="{FF2B5EF4-FFF2-40B4-BE49-F238E27FC236}">
                      <a16:creationId xmlns:a16="http://schemas.microsoft.com/office/drawing/2014/main" id="{95FC6086-D1A6-7962-CE40-244E07973219}"/>
                    </a:ext>
                  </a:extLst>
                </p:cNvPr>
                <p:cNvPicPr/>
                <p:nvPr/>
              </p:nvPicPr>
              <p:blipFill>
                <a:blip r:embed="rId37"/>
                <a:stretch>
                  <a:fillRect/>
                </a:stretch>
              </p:blipFill>
              <p:spPr>
                <a:xfrm>
                  <a:off x="2063625" y="3793798"/>
                  <a:ext cx="258840" cy="5965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id="{16C661FA-190B-87ED-3F55-CCE0A5F6176C}"/>
                    </a:ext>
                  </a:extLst>
                </p14:cNvPr>
                <p14:cNvContentPartPr/>
                <p14:nvPr/>
              </p14:nvContentPartPr>
              <p14:xfrm>
                <a:off x="2583825" y="3152278"/>
                <a:ext cx="56520" cy="957960"/>
              </p14:xfrm>
            </p:contentPart>
          </mc:Choice>
          <mc:Fallback xmlns="">
            <p:pic>
              <p:nvPicPr>
                <p:cNvPr id="32" name="Ink 31">
                  <a:extLst>
                    <a:ext uri="{FF2B5EF4-FFF2-40B4-BE49-F238E27FC236}">
                      <a16:creationId xmlns:a16="http://schemas.microsoft.com/office/drawing/2014/main" id="{16C661FA-190B-87ED-3F55-CCE0A5F6176C}"/>
                    </a:ext>
                  </a:extLst>
                </p:cNvPr>
                <p:cNvPicPr/>
                <p:nvPr/>
              </p:nvPicPr>
              <p:blipFill>
                <a:blip r:embed="rId39"/>
                <a:stretch>
                  <a:fillRect/>
                </a:stretch>
              </p:blipFill>
              <p:spPr>
                <a:xfrm>
                  <a:off x="2566185" y="3134278"/>
                  <a:ext cx="92160" cy="993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3" name="Ink 32">
                  <a:extLst>
                    <a:ext uri="{FF2B5EF4-FFF2-40B4-BE49-F238E27FC236}">
                      <a16:creationId xmlns:a16="http://schemas.microsoft.com/office/drawing/2014/main" id="{E88C7D00-0A2E-05E7-0785-0539624305FB}"/>
                    </a:ext>
                  </a:extLst>
                </p14:cNvPr>
                <p14:cNvContentPartPr/>
                <p14:nvPr/>
              </p14:nvContentPartPr>
              <p14:xfrm>
                <a:off x="2341185" y="3050038"/>
                <a:ext cx="245520" cy="168120"/>
              </p14:xfrm>
            </p:contentPart>
          </mc:Choice>
          <mc:Fallback xmlns="">
            <p:pic>
              <p:nvPicPr>
                <p:cNvPr id="33" name="Ink 32">
                  <a:extLst>
                    <a:ext uri="{FF2B5EF4-FFF2-40B4-BE49-F238E27FC236}">
                      <a16:creationId xmlns:a16="http://schemas.microsoft.com/office/drawing/2014/main" id="{E88C7D00-0A2E-05E7-0785-0539624305FB}"/>
                    </a:ext>
                  </a:extLst>
                </p:cNvPr>
                <p:cNvPicPr/>
                <p:nvPr/>
              </p:nvPicPr>
              <p:blipFill>
                <a:blip r:embed="rId41"/>
                <a:stretch>
                  <a:fillRect/>
                </a:stretch>
              </p:blipFill>
              <p:spPr>
                <a:xfrm>
                  <a:off x="2323185" y="3032398"/>
                  <a:ext cx="2811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81CF2CEB-EDD3-53D6-086C-ED9BFB2F822A}"/>
                    </a:ext>
                  </a:extLst>
                </p14:cNvPr>
                <p14:cNvContentPartPr/>
                <p14:nvPr/>
              </p14:nvContentPartPr>
              <p14:xfrm>
                <a:off x="2537745" y="3072718"/>
                <a:ext cx="88200" cy="106200"/>
              </p14:xfrm>
            </p:contentPart>
          </mc:Choice>
          <mc:Fallback xmlns="">
            <p:pic>
              <p:nvPicPr>
                <p:cNvPr id="34" name="Ink 33">
                  <a:extLst>
                    <a:ext uri="{FF2B5EF4-FFF2-40B4-BE49-F238E27FC236}">
                      <a16:creationId xmlns:a16="http://schemas.microsoft.com/office/drawing/2014/main" id="{81CF2CEB-EDD3-53D6-086C-ED9BFB2F822A}"/>
                    </a:ext>
                  </a:extLst>
                </p:cNvPr>
                <p:cNvPicPr/>
                <p:nvPr/>
              </p:nvPicPr>
              <p:blipFill>
                <a:blip r:embed="rId43"/>
                <a:stretch>
                  <a:fillRect/>
                </a:stretch>
              </p:blipFill>
              <p:spPr>
                <a:xfrm>
                  <a:off x="2519745" y="3055078"/>
                  <a:ext cx="12384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Ink 35">
                  <a:extLst>
                    <a:ext uri="{FF2B5EF4-FFF2-40B4-BE49-F238E27FC236}">
                      <a16:creationId xmlns:a16="http://schemas.microsoft.com/office/drawing/2014/main" id="{D50637EF-0CC0-EF8E-A7E9-6E336F6CFCFD}"/>
                    </a:ext>
                  </a:extLst>
                </p14:cNvPr>
                <p14:cNvContentPartPr/>
                <p14:nvPr/>
              </p14:nvContentPartPr>
              <p14:xfrm>
                <a:off x="3145065" y="4052638"/>
                <a:ext cx="147240" cy="34920"/>
              </p14:xfrm>
            </p:contentPart>
          </mc:Choice>
          <mc:Fallback xmlns="">
            <p:pic>
              <p:nvPicPr>
                <p:cNvPr id="36" name="Ink 35">
                  <a:extLst>
                    <a:ext uri="{FF2B5EF4-FFF2-40B4-BE49-F238E27FC236}">
                      <a16:creationId xmlns:a16="http://schemas.microsoft.com/office/drawing/2014/main" id="{D50637EF-0CC0-EF8E-A7E9-6E336F6CFCFD}"/>
                    </a:ext>
                  </a:extLst>
                </p:cNvPr>
                <p:cNvPicPr/>
                <p:nvPr/>
              </p:nvPicPr>
              <p:blipFill>
                <a:blip r:embed="rId45"/>
                <a:stretch>
                  <a:fillRect/>
                </a:stretch>
              </p:blipFill>
              <p:spPr>
                <a:xfrm>
                  <a:off x="3127425" y="4034638"/>
                  <a:ext cx="18288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 name="Ink 36">
                  <a:extLst>
                    <a:ext uri="{FF2B5EF4-FFF2-40B4-BE49-F238E27FC236}">
                      <a16:creationId xmlns:a16="http://schemas.microsoft.com/office/drawing/2014/main" id="{706C7127-603B-E76C-9DF0-FC5A904499EA}"/>
                    </a:ext>
                  </a:extLst>
                </p14:cNvPr>
                <p14:cNvContentPartPr/>
                <p14:nvPr/>
              </p14:nvContentPartPr>
              <p14:xfrm>
                <a:off x="2857785" y="3984238"/>
                <a:ext cx="35640" cy="135720"/>
              </p14:xfrm>
            </p:contentPart>
          </mc:Choice>
          <mc:Fallback xmlns="">
            <p:pic>
              <p:nvPicPr>
                <p:cNvPr id="37" name="Ink 36">
                  <a:extLst>
                    <a:ext uri="{FF2B5EF4-FFF2-40B4-BE49-F238E27FC236}">
                      <a16:creationId xmlns:a16="http://schemas.microsoft.com/office/drawing/2014/main" id="{706C7127-603B-E76C-9DF0-FC5A904499EA}"/>
                    </a:ext>
                  </a:extLst>
                </p:cNvPr>
                <p:cNvPicPr/>
                <p:nvPr/>
              </p:nvPicPr>
              <p:blipFill>
                <a:blip r:embed="rId47"/>
                <a:stretch>
                  <a:fillRect/>
                </a:stretch>
              </p:blipFill>
              <p:spPr>
                <a:xfrm>
                  <a:off x="2840145" y="3966238"/>
                  <a:ext cx="7128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B444C1E5-3450-66A8-9C7B-250EB797A909}"/>
                    </a:ext>
                  </a:extLst>
                </p14:cNvPr>
                <p14:cNvContentPartPr/>
                <p14:nvPr/>
              </p14:nvContentPartPr>
              <p14:xfrm>
                <a:off x="3131025" y="3421918"/>
                <a:ext cx="220320" cy="67320"/>
              </p14:xfrm>
            </p:contentPart>
          </mc:Choice>
          <mc:Fallback xmlns="">
            <p:pic>
              <p:nvPicPr>
                <p:cNvPr id="39" name="Ink 38">
                  <a:extLst>
                    <a:ext uri="{FF2B5EF4-FFF2-40B4-BE49-F238E27FC236}">
                      <a16:creationId xmlns:a16="http://schemas.microsoft.com/office/drawing/2014/main" id="{B444C1E5-3450-66A8-9C7B-250EB797A909}"/>
                    </a:ext>
                  </a:extLst>
                </p:cNvPr>
                <p:cNvPicPr/>
                <p:nvPr/>
              </p:nvPicPr>
              <p:blipFill>
                <a:blip r:embed="rId49"/>
                <a:stretch>
                  <a:fillRect/>
                </a:stretch>
              </p:blipFill>
              <p:spPr>
                <a:xfrm>
                  <a:off x="3113025" y="3403918"/>
                  <a:ext cx="2559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48D6392C-6004-0CE0-0A78-C91994E31AC0}"/>
                    </a:ext>
                  </a:extLst>
                </p14:cNvPr>
                <p14:cNvContentPartPr/>
                <p14:nvPr/>
              </p14:nvContentPartPr>
              <p14:xfrm>
                <a:off x="2768145" y="3339478"/>
                <a:ext cx="92880" cy="108720"/>
              </p14:xfrm>
            </p:contentPart>
          </mc:Choice>
          <mc:Fallback xmlns="">
            <p:pic>
              <p:nvPicPr>
                <p:cNvPr id="40" name="Ink 39">
                  <a:extLst>
                    <a:ext uri="{FF2B5EF4-FFF2-40B4-BE49-F238E27FC236}">
                      <a16:creationId xmlns:a16="http://schemas.microsoft.com/office/drawing/2014/main" id="{48D6392C-6004-0CE0-0A78-C91994E31AC0}"/>
                    </a:ext>
                  </a:extLst>
                </p:cNvPr>
                <p:cNvPicPr/>
                <p:nvPr/>
              </p:nvPicPr>
              <p:blipFill>
                <a:blip r:embed="rId51"/>
                <a:stretch>
                  <a:fillRect/>
                </a:stretch>
              </p:blipFill>
              <p:spPr>
                <a:xfrm>
                  <a:off x="2750145" y="3321838"/>
                  <a:ext cx="128520" cy="144360"/>
                </a:xfrm>
                <a:prstGeom prst="rect">
                  <a:avLst/>
                </a:prstGeom>
              </p:spPr>
            </p:pic>
          </mc:Fallback>
        </mc:AlternateContent>
      </p:grpSp>
      <p:grpSp>
        <p:nvGrpSpPr>
          <p:cNvPr id="44" name="Group 43">
            <a:extLst>
              <a:ext uri="{FF2B5EF4-FFF2-40B4-BE49-F238E27FC236}">
                <a16:creationId xmlns:a16="http://schemas.microsoft.com/office/drawing/2014/main" id="{D968D009-1A0B-E1E2-6CE7-98641BD8D327}"/>
              </a:ext>
            </a:extLst>
          </p:cNvPr>
          <p:cNvGrpSpPr/>
          <p:nvPr/>
        </p:nvGrpSpPr>
        <p:grpSpPr>
          <a:xfrm>
            <a:off x="2597505" y="2705158"/>
            <a:ext cx="775800" cy="177120"/>
            <a:chOff x="2597505" y="2705158"/>
            <a:chExt cx="775800" cy="177120"/>
          </a:xfrm>
        </p:grpSpPr>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7A509833-21B8-0AB3-CD01-874051AA7B4D}"/>
                    </a:ext>
                  </a:extLst>
                </p14:cNvPr>
                <p14:cNvContentPartPr/>
                <p14:nvPr/>
              </p14:nvContentPartPr>
              <p14:xfrm>
                <a:off x="3106545" y="2793718"/>
                <a:ext cx="266760" cy="50400"/>
              </p14:xfrm>
            </p:contentPart>
          </mc:Choice>
          <mc:Fallback xmlns="">
            <p:pic>
              <p:nvPicPr>
                <p:cNvPr id="42" name="Ink 41">
                  <a:extLst>
                    <a:ext uri="{FF2B5EF4-FFF2-40B4-BE49-F238E27FC236}">
                      <a16:creationId xmlns:a16="http://schemas.microsoft.com/office/drawing/2014/main" id="{7A509833-21B8-0AB3-CD01-874051AA7B4D}"/>
                    </a:ext>
                  </a:extLst>
                </p:cNvPr>
                <p:cNvPicPr/>
                <p:nvPr/>
              </p:nvPicPr>
              <p:blipFill>
                <a:blip r:embed="rId53"/>
                <a:stretch>
                  <a:fillRect/>
                </a:stretch>
              </p:blipFill>
              <p:spPr>
                <a:xfrm>
                  <a:off x="3088905" y="2775718"/>
                  <a:ext cx="302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40AFB867-BC32-BBC1-7732-18D1008C1B57}"/>
                    </a:ext>
                  </a:extLst>
                </p14:cNvPr>
                <p14:cNvContentPartPr/>
                <p14:nvPr/>
              </p14:nvContentPartPr>
              <p14:xfrm>
                <a:off x="2597505" y="2705158"/>
                <a:ext cx="297360" cy="177120"/>
              </p14:xfrm>
            </p:contentPart>
          </mc:Choice>
          <mc:Fallback xmlns="">
            <p:pic>
              <p:nvPicPr>
                <p:cNvPr id="43" name="Ink 42">
                  <a:extLst>
                    <a:ext uri="{FF2B5EF4-FFF2-40B4-BE49-F238E27FC236}">
                      <a16:creationId xmlns:a16="http://schemas.microsoft.com/office/drawing/2014/main" id="{40AFB867-BC32-BBC1-7732-18D1008C1B57}"/>
                    </a:ext>
                  </a:extLst>
                </p:cNvPr>
                <p:cNvPicPr/>
                <p:nvPr/>
              </p:nvPicPr>
              <p:blipFill>
                <a:blip r:embed="rId55"/>
                <a:stretch>
                  <a:fillRect/>
                </a:stretch>
              </p:blipFill>
              <p:spPr>
                <a:xfrm>
                  <a:off x="2579505" y="2687158"/>
                  <a:ext cx="333000" cy="212760"/>
                </a:xfrm>
                <a:prstGeom prst="rect">
                  <a:avLst/>
                </a:prstGeom>
              </p:spPr>
            </p:pic>
          </mc:Fallback>
        </mc:AlternateContent>
      </p:grpSp>
      <p:grpSp>
        <p:nvGrpSpPr>
          <p:cNvPr id="52" name="Group 51">
            <a:extLst>
              <a:ext uri="{FF2B5EF4-FFF2-40B4-BE49-F238E27FC236}">
                <a16:creationId xmlns:a16="http://schemas.microsoft.com/office/drawing/2014/main" id="{4196CB50-B5A0-C71A-609F-8D81D1CC4B27}"/>
              </a:ext>
            </a:extLst>
          </p:cNvPr>
          <p:cNvGrpSpPr/>
          <p:nvPr/>
        </p:nvGrpSpPr>
        <p:grpSpPr>
          <a:xfrm>
            <a:off x="1187745" y="4908358"/>
            <a:ext cx="961560" cy="361440"/>
            <a:chOff x="1187745" y="4908358"/>
            <a:chExt cx="961560" cy="361440"/>
          </a:xfrm>
        </p:grpSpPr>
        <mc:AlternateContent xmlns:mc="http://schemas.openxmlformats.org/markup-compatibility/2006" xmlns:p14="http://schemas.microsoft.com/office/powerpoint/2010/main">
          <mc:Choice Requires="p14">
            <p:contentPart p14:bwMode="auto" r:id="rId56">
              <p14:nvContentPartPr>
                <p14:cNvPr id="49" name="Ink 48">
                  <a:extLst>
                    <a:ext uri="{FF2B5EF4-FFF2-40B4-BE49-F238E27FC236}">
                      <a16:creationId xmlns:a16="http://schemas.microsoft.com/office/drawing/2014/main" id="{7CBB33F2-EC90-2530-7A3C-E1E944697C46}"/>
                    </a:ext>
                  </a:extLst>
                </p14:cNvPr>
                <p14:cNvContentPartPr/>
                <p14:nvPr/>
              </p14:nvContentPartPr>
              <p14:xfrm>
                <a:off x="2105745" y="4927078"/>
                <a:ext cx="43560" cy="242640"/>
              </p14:xfrm>
            </p:contentPart>
          </mc:Choice>
          <mc:Fallback xmlns="">
            <p:pic>
              <p:nvPicPr>
                <p:cNvPr id="49" name="Ink 48">
                  <a:extLst>
                    <a:ext uri="{FF2B5EF4-FFF2-40B4-BE49-F238E27FC236}">
                      <a16:creationId xmlns:a16="http://schemas.microsoft.com/office/drawing/2014/main" id="{7CBB33F2-EC90-2530-7A3C-E1E944697C46}"/>
                    </a:ext>
                  </a:extLst>
                </p:cNvPr>
                <p:cNvPicPr/>
                <p:nvPr/>
              </p:nvPicPr>
              <p:blipFill>
                <a:blip r:embed="rId57"/>
                <a:stretch>
                  <a:fillRect/>
                </a:stretch>
              </p:blipFill>
              <p:spPr>
                <a:xfrm>
                  <a:off x="2087745" y="4909438"/>
                  <a:ext cx="7920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k 44">
                  <a:extLst>
                    <a:ext uri="{FF2B5EF4-FFF2-40B4-BE49-F238E27FC236}">
                      <a16:creationId xmlns:a16="http://schemas.microsoft.com/office/drawing/2014/main" id="{A52BF4E9-436D-C510-6FCC-E79B3803FB4D}"/>
                    </a:ext>
                  </a:extLst>
                </p14:cNvPr>
                <p14:cNvContentPartPr/>
                <p14:nvPr/>
              </p14:nvContentPartPr>
              <p14:xfrm>
                <a:off x="1187745" y="4908358"/>
                <a:ext cx="244080" cy="337680"/>
              </p14:xfrm>
            </p:contentPart>
          </mc:Choice>
          <mc:Fallback xmlns="">
            <p:pic>
              <p:nvPicPr>
                <p:cNvPr id="45" name="Ink 44">
                  <a:extLst>
                    <a:ext uri="{FF2B5EF4-FFF2-40B4-BE49-F238E27FC236}">
                      <a16:creationId xmlns:a16="http://schemas.microsoft.com/office/drawing/2014/main" id="{A52BF4E9-436D-C510-6FCC-E79B3803FB4D}"/>
                    </a:ext>
                  </a:extLst>
                </p:cNvPr>
                <p:cNvPicPr/>
                <p:nvPr/>
              </p:nvPicPr>
              <p:blipFill>
                <a:blip r:embed="rId59"/>
                <a:stretch>
                  <a:fillRect/>
                </a:stretch>
              </p:blipFill>
              <p:spPr>
                <a:xfrm>
                  <a:off x="1170105" y="4890718"/>
                  <a:ext cx="27972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k 45">
                  <a:extLst>
                    <a:ext uri="{FF2B5EF4-FFF2-40B4-BE49-F238E27FC236}">
                      <a16:creationId xmlns:a16="http://schemas.microsoft.com/office/drawing/2014/main" id="{60B46B3E-1DDE-57A3-664D-E5F40E811CDA}"/>
                    </a:ext>
                  </a:extLst>
                </p14:cNvPr>
                <p14:cNvContentPartPr/>
                <p14:nvPr/>
              </p14:nvContentPartPr>
              <p14:xfrm>
                <a:off x="1438665" y="5153878"/>
                <a:ext cx="149760" cy="115920"/>
              </p14:xfrm>
            </p:contentPart>
          </mc:Choice>
          <mc:Fallback xmlns="">
            <p:pic>
              <p:nvPicPr>
                <p:cNvPr id="46" name="Ink 45">
                  <a:extLst>
                    <a:ext uri="{FF2B5EF4-FFF2-40B4-BE49-F238E27FC236}">
                      <a16:creationId xmlns:a16="http://schemas.microsoft.com/office/drawing/2014/main" id="{60B46B3E-1DDE-57A3-664D-E5F40E811CDA}"/>
                    </a:ext>
                  </a:extLst>
                </p:cNvPr>
                <p:cNvPicPr/>
                <p:nvPr/>
              </p:nvPicPr>
              <p:blipFill>
                <a:blip r:embed="rId61"/>
                <a:stretch>
                  <a:fillRect/>
                </a:stretch>
              </p:blipFill>
              <p:spPr>
                <a:xfrm>
                  <a:off x="1421025" y="5136238"/>
                  <a:ext cx="1854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k 46">
                  <a:extLst>
                    <a:ext uri="{FF2B5EF4-FFF2-40B4-BE49-F238E27FC236}">
                      <a16:creationId xmlns:a16="http://schemas.microsoft.com/office/drawing/2014/main" id="{7DD01E32-47AF-4687-504C-EB0EEF9FBEE3}"/>
                    </a:ext>
                  </a:extLst>
                </p14:cNvPr>
                <p14:cNvContentPartPr/>
                <p14:nvPr/>
              </p14:nvContentPartPr>
              <p14:xfrm>
                <a:off x="1685265" y="5050918"/>
                <a:ext cx="196200" cy="38880"/>
              </p14:xfrm>
            </p:contentPart>
          </mc:Choice>
          <mc:Fallback xmlns="">
            <p:pic>
              <p:nvPicPr>
                <p:cNvPr id="47" name="Ink 46">
                  <a:extLst>
                    <a:ext uri="{FF2B5EF4-FFF2-40B4-BE49-F238E27FC236}">
                      <a16:creationId xmlns:a16="http://schemas.microsoft.com/office/drawing/2014/main" id="{7DD01E32-47AF-4687-504C-EB0EEF9FBEE3}"/>
                    </a:ext>
                  </a:extLst>
                </p:cNvPr>
                <p:cNvPicPr/>
                <p:nvPr/>
              </p:nvPicPr>
              <p:blipFill>
                <a:blip r:embed="rId63"/>
                <a:stretch>
                  <a:fillRect/>
                </a:stretch>
              </p:blipFill>
              <p:spPr>
                <a:xfrm>
                  <a:off x="1667265" y="5033278"/>
                  <a:ext cx="23184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8" name="Ink 47">
                  <a:extLst>
                    <a:ext uri="{FF2B5EF4-FFF2-40B4-BE49-F238E27FC236}">
                      <a16:creationId xmlns:a16="http://schemas.microsoft.com/office/drawing/2014/main" id="{36C023FD-D51A-8144-A39B-6F982704746D}"/>
                    </a:ext>
                  </a:extLst>
                </p14:cNvPr>
                <p14:cNvContentPartPr/>
                <p14:nvPr/>
              </p14:nvContentPartPr>
              <p14:xfrm>
                <a:off x="1754025" y="5140918"/>
                <a:ext cx="67680" cy="2520"/>
              </p14:xfrm>
            </p:contentPart>
          </mc:Choice>
          <mc:Fallback xmlns="">
            <p:pic>
              <p:nvPicPr>
                <p:cNvPr id="48" name="Ink 47">
                  <a:extLst>
                    <a:ext uri="{FF2B5EF4-FFF2-40B4-BE49-F238E27FC236}">
                      <a16:creationId xmlns:a16="http://schemas.microsoft.com/office/drawing/2014/main" id="{36C023FD-D51A-8144-A39B-6F982704746D}"/>
                    </a:ext>
                  </a:extLst>
                </p:cNvPr>
                <p:cNvPicPr/>
                <p:nvPr/>
              </p:nvPicPr>
              <p:blipFill>
                <a:blip r:embed="rId65"/>
                <a:stretch>
                  <a:fillRect/>
                </a:stretch>
              </p:blipFill>
              <p:spPr>
                <a:xfrm>
                  <a:off x="1736025" y="5123278"/>
                  <a:ext cx="103320" cy="38160"/>
                </a:xfrm>
                <a:prstGeom prst="rect">
                  <a:avLst/>
                </a:prstGeom>
              </p:spPr>
            </p:pic>
          </mc:Fallback>
        </mc:AlternateContent>
      </p:grpSp>
      <p:grpSp>
        <p:nvGrpSpPr>
          <p:cNvPr id="58" name="Group 57">
            <a:extLst>
              <a:ext uri="{FF2B5EF4-FFF2-40B4-BE49-F238E27FC236}">
                <a16:creationId xmlns:a16="http://schemas.microsoft.com/office/drawing/2014/main" id="{4FA84F86-CCE7-DA13-763A-8E90EFB55643}"/>
              </a:ext>
            </a:extLst>
          </p:cNvPr>
          <p:cNvGrpSpPr/>
          <p:nvPr/>
        </p:nvGrpSpPr>
        <p:grpSpPr>
          <a:xfrm>
            <a:off x="1238145" y="5430358"/>
            <a:ext cx="1193760" cy="392760"/>
            <a:chOff x="1238145" y="5430358"/>
            <a:chExt cx="1193760" cy="392760"/>
          </a:xfrm>
        </p:grpSpPr>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CB70383D-DAEE-8DB6-52D1-0CC0B020B321}"/>
                    </a:ext>
                  </a:extLst>
                </p14:cNvPr>
                <p14:cNvContentPartPr/>
                <p14:nvPr/>
              </p14:nvContentPartPr>
              <p14:xfrm>
                <a:off x="1238145" y="5430358"/>
                <a:ext cx="244800" cy="359640"/>
              </p14:xfrm>
            </p:contentPart>
          </mc:Choice>
          <mc:Fallback xmlns="">
            <p:pic>
              <p:nvPicPr>
                <p:cNvPr id="50" name="Ink 49">
                  <a:extLst>
                    <a:ext uri="{FF2B5EF4-FFF2-40B4-BE49-F238E27FC236}">
                      <a16:creationId xmlns:a16="http://schemas.microsoft.com/office/drawing/2014/main" id="{CB70383D-DAEE-8DB6-52D1-0CC0B020B321}"/>
                    </a:ext>
                  </a:extLst>
                </p:cNvPr>
                <p:cNvPicPr/>
                <p:nvPr/>
              </p:nvPicPr>
              <p:blipFill>
                <a:blip r:embed="rId67"/>
                <a:stretch>
                  <a:fillRect/>
                </a:stretch>
              </p:blipFill>
              <p:spPr>
                <a:xfrm>
                  <a:off x="1220505" y="5412358"/>
                  <a:ext cx="28044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3" name="Ink 52">
                  <a:extLst>
                    <a:ext uri="{FF2B5EF4-FFF2-40B4-BE49-F238E27FC236}">
                      <a16:creationId xmlns:a16="http://schemas.microsoft.com/office/drawing/2014/main" id="{762BCBA9-531F-A966-75B3-CC4AAC87005C}"/>
                    </a:ext>
                  </a:extLst>
                </p14:cNvPr>
                <p14:cNvContentPartPr/>
                <p14:nvPr/>
              </p14:nvContentPartPr>
              <p14:xfrm>
                <a:off x="1604265" y="5682718"/>
                <a:ext cx="7200" cy="140400"/>
              </p14:xfrm>
            </p:contentPart>
          </mc:Choice>
          <mc:Fallback xmlns="">
            <p:pic>
              <p:nvPicPr>
                <p:cNvPr id="53" name="Ink 52">
                  <a:extLst>
                    <a:ext uri="{FF2B5EF4-FFF2-40B4-BE49-F238E27FC236}">
                      <a16:creationId xmlns:a16="http://schemas.microsoft.com/office/drawing/2014/main" id="{762BCBA9-531F-A966-75B3-CC4AAC87005C}"/>
                    </a:ext>
                  </a:extLst>
                </p:cNvPr>
                <p:cNvPicPr/>
                <p:nvPr/>
              </p:nvPicPr>
              <p:blipFill>
                <a:blip r:embed="rId69"/>
                <a:stretch>
                  <a:fillRect/>
                </a:stretch>
              </p:blipFill>
              <p:spPr>
                <a:xfrm>
                  <a:off x="1586265" y="5664718"/>
                  <a:ext cx="428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4" name="Ink 53">
                  <a:extLst>
                    <a:ext uri="{FF2B5EF4-FFF2-40B4-BE49-F238E27FC236}">
                      <a16:creationId xmlns:a16="http://schemas.microsoft.com/office/drawing/2014/main" id="{18095319-95C4-2B07-13BB-611F984698AB}"/>
                    </a:ext>
                  </a:extLst>
                </p14:cNvPr>
                <p14:cNvContentPartPr/>
                <p14:nvPr/>
              </p14:nvContentPartPr>
              <p14:xfrm>
                <a:off x="1809825" y="5628718"/>
                <a:ext cx="184320" cy="33480"/>
              </p14:xfrm>
            </p:contentPart>
          </mc:Choice>
          <mc:Fallback xmlns="">
            <p:pic>
              <p:nvPicPr>
                <p:cNvPr id="54" name="Ink 53">
                  <a:extLst>
                    <a:ext uri="{FF2B5EF4-FFF2-40B4-BE49-F238E27FC236}">
                      <a16:creationId xmlns:a16="http://schemas.microsoft.com/office/drawing/2014/main" id="{18095319-95C4-2B07-13BB-611F984698AB}"/>
                    </a:ext>
                  </a:extLst>
                </p:cNvPr>
                <p:cNvPicPr/>
                <p:nvPr/>
              </p:nvPicPr>
              <p:blipFill>
                <a:blip r:embed="rId71"/>
                <a:stretch>
                  <a:fillRect/>
                </a:stretch>
              </p:blipFill>
              <p:spPr>
                <a:xfrm>
                  <a:off x="1792185" y="5611078"/>
                  <a:ext cx="2199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5" name="Ink 54">
                  <a:extLst>
                    <a:ext uri="{FF2B5EF4-FFF2-40B4-BE49-F238E27FC236}">
                      <a16:creationId xmlns:a16="http://schemas.microsoft.com/office/drawing/2014/main" id="{E581C581-274D-D296-5276-3E4320D33036}"/>
                    </a:ext>
                  </a:extLst>
                </p14:cNvPr>
                <p14:cNvContentPartPr/>
                <p14:nvPr/>
              </p14:nvContentPartPr>
              <p14:xfrm>
                <a:off x="1888665" y="5734198"/>
                <a:ext cx="117720" cy="31320"/>
              </p14:xfrm>
            </p:contentPart>
          </mc:Choice>
          <mc:Fallback xmlns="">
            <p:pic>
              <p:nvPicPr>
                <p:cNvPr id="55" name="Ink 54">
                  <a:extLst>
                    <a:ext uri="{FF2B5EF4-FFF2-40B4-BE49-F238E27FC236}">
                      <a16:creationId xmlns:a16="http://schemas.microsoft.com/office/drawing/2014/main" id="{E581C581-274D-D296-5276-3E4320D33036}"/>
                    </a:ext>
                  </a:extLst>
                </p:cNvPr>
                <p:cNvPicPr/>
                <p:nvPr/>
              </p:nvPicPr>
              <p:blipFill>
                <a:blip r:embed="rId73"/>
                <a:stretch>
                  <a:fillRect/>
                </a:stretch>
              </p:blipFill>
              <p:spPr>
                <a:xfrm>
                  <a:off x="1870665" y="5716198"/>
                  <a:ext cx="15336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7" name="Ink 56">
                  <a:extLst>
                    <a:ext uri="{FF2B5EF4-FFF2-40B4-BE49-F238E27FC236}">
                      <a16:creationId xmlns:a16="http://schemas.microsoft.com/office/drawing/2014/main" id="{DA9D8B78-3DFA-B3B3-365C-280F421BC230}"/>
                    </a:ext>
                  </a:extLst>
                </p14:cNvPr>
                <p14:cNvContentPartPr/>
                <p14:nvPr/>
              </p14:nvContentPartPr>
              <p14:xfrm>
                <a:off x="2206905" y="5493718"/>
                <a:ext cx="225000" cy="217800"/>
              </p14:xfrm>
            </p:contentPart>
          </mc:Choice>
          <mc:Fallback xmlns="">
            <p:pic>
              <p:nvPicPr>
                <p:cNvPr id="57" name="Ink 56">
                  <a:extLst>
                    <a:ext uri="{FF2B5EF4-FFF2-40B4-BE49-F238E27FC236}">
                      <a16:creationId xmlns:a16="http://schemas.microsoft.com/office/drawing/2014/main" id="{DA9D8B78-3DFA-B3B3-365C-280F421BC230}"/>
                    </a:ext>
                  </a:extLst>
                </p:cNvPr>
                <p:cNvPicPr/>
                <p:nvPr/>
              </p:nvPicPr>
              <p:blipFill>
                <a:blip r:embed="rId75"/>
                <a:stretch>
                  <a:fillRect/>
                </a:stretch>
              </p:blipFill>
              <p:spPr>
                <a:xfrm>
                  <a:off x="2189265" y="5475718"/>
                  <a:ext cx="260640" cy="253440"/>
                </a:xfrm>
                <a:prstGeom prst="rect">
                  <a:avLst/>
                </a:prstGeom>
              </p:spPr>
            </p:pic>
          </mc:Fallback>
        </mc:AlternateContent>
      </p:grpSp>
      <p:grpSp>
        <p:nvGrpSpPr>
          <p:cNvPr id="71" name="Group 70">
            <a:extLst>
              <a:ext uri="{FF2B5EF4-FFF2-40B4-BE49-F238E27FC236}">
                <a16:creationId xmlns:a16="http://schemas.microsoft.com/office/drawing/2014/main" id="{B04D0355-70A3-7EF9-BA89-CB0B898BFDD7}"/>
              </a:ext>
            </a:extLst>
          </p:cNvPr>
          <p:cNvGrpSpPr/>
          <p:nvPr/>
        </p:nvGrpSpPr>
        <p:grpSpPr>
          <a:xfrm>
            <a:off x="10745385" y="4825558"/>
            <a:ext cx="1036800" cy="352080"/>
            <a:chOff x="10745385" y="4825558"/>
            <a:chExt cx="1036800" cy="352080"/>
          </a:xfrm>
        </p:grpSpPr>
        <mc:AlternateContent xmlns:mc="http://schemas.openxmlformats.org/markup-compatibility/2006" xmlns:p14="http://schemas.microsoft.com/office/powerpoint/2010/main">
          <mc:Choice Requires="p14">
            <p:contentPart p14:bwMode="auto" r:id="rId76">
              <p14:nvContentPartPr>
                <p14:cNvPr id="59" name="Ink 58">
                  <a:extLst>
                    <a:ext uri="{FF2B5EF4-FFF2-40B4-BE49-F238E27FC236}">
                      <a16:creationId xmlns:a16="http://schemas.microsoft.com/office/drawing/2014/main" id="{147D616F-F2CF-C9E0-B1B5-3E1574AE5188}"/>
                    </a:ext>
                  </a:extLst>
                </p14:cNvPr>
                <p14:cNvContentPartPr/>
                <p14:nvPr/>
              </p14:nvContentPartPr>
              <p14:xfrm>
                <a:off x="10745385" y="4825558"/>
                <a:ext cx="299160" cy="336600"/>
              </p14:xfrm>
            </p:contentPart>
          </mc:Choice>
          <mc:Fallback xmlns="">
            <p:pic>
              <p:nvPicPr>
                <p:cNvPr id="59" name="Ink 58">
                  <a:extLst>
                    <a:ext uri="{FF2B5EF4-FFF2-40B4-BE49-F238E27FC236}">
                      <a16:creationId xmlns:a16="http://schemas.microsoft.com/office/drawing/2014/main" id="{147D616F-F2CF-C9E0-B1B5-3E1574AE5188}"/>
                    </a:ext>
                  </a:extLst>
                </p:cNvPr>
                <p:cNvPicPr/>
                <p:nvPr/>
              </p:nvPicPr>
              <p:blipFill>
                <a:blip r:embed="rId77"/>
                <a:stretch>
                  <a:fillRect/>
                </a:stretch>
              </p:blipFill>
              <p:spPr>
                <a:xfrm>
                  <a:off x="10727385" y="4807918"/>
                  <a:ext cx="33480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0" name="Ink 59">
                  <a:extLst>
                    <a:ext uri="{FF2B5EF4-FFF2-40B4-BE49-F238E27FC236}">
                      <a16:creationId xmlns:a16="http://schemas.microsoft.com/office/drawing/2014/main" id="{A2C7C806-B5EC-BFCA-A786-FA4A3013D827}"/>
                    </a:ext>
                  </a:extLst>
                </p14:cNvPr>
                <p14:cNvContentPartPr/>
                <p14:nvPr/>
              </p14:nvContentPartPr>
              <p14:xfrm>
                <a:off x="11095305" y="5047318"/>
                <a:ext cx="129600" cy="130320"/>
              </p14:xfrm>
            </p:contentPart>
          </mc:Choice>
          <mc:Fallback xmlns="">
            <p:pic>
              <p:nvPicPr>
                <p:cNvPr id="60" name="Ink 59">
                  <a:extLst>
                    <a:ext uri="{FF2B5EF4-FFF2-40B4-BE49-F238E27FC236}">
                      <a16:creationId xmlns:a16="http://schemas.microsoft.com/office/drawing/2014/main" id="{A2C7C806-B5EC-BFCA-A786-FA4A3013D827}"/>
                    </a:ext>
                  </a:extLst>
                </p:cNvPr>
                <p:cNvPicPr/>
                <p:nvPr/>
              </p:nvPicPr>
              <p:blipFill>
                <a:blip r:embed="rId79"/>
                <a:stretch>
                  <a:fillRect/>
                </a:stretch>
              </p:blipFill>
              <p:spPr>
                <a:xfrm>
                  <a:off x="11077665" y="5029318"/>
                  <a:ext cx="1652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2" name="Ink 61">
                  <a:extLst>
                    <a:ext uri="{FF2B5EF4-FFF2-40B4-BE49-F238E27FC236}">
                      <a16:creationId xmlns:a16="http://schemas.microsoft.com/office/drawing/2014/main" id="{7F6F8181-5982-96BA-2A3F-7B1DC523E7BB}"/>
                    </a:ext>
                  </a:extLst>
                </p14:cNvPr>
                <p14:cNvContentPartPr/>
                <p14:nvPr/>
              </p14:nvContentPartPr>
              <p14:xfrm>
                <a:off x="11346945" y="4911238"/>
                <a:ext cx="194760" cy="21960"/>
              </p14:xfrm>
            </p:contentPart>
          </mc:Choice>
          <mc:Fallback xmlns="">
            <p:pic>
              <p:nvPicPr>
                <p:cNvPr id="62" name="Ink 61">
                  <a:extLst>
                    <a:ext uri="{FF2B5EF4-FFF2-40B4-BE49-F238E27FC236}">
                      <a16:creationId xmlns:a16="http://schemas.microsoft.com/office/drawing/2014/main" id="{7F6F8181-5982-96BA-2A3F-7B1DC523E7BB}"/>
                    </a:ext>
                  </a:extLst>
                </p:cNvPr>
                <p:cNvPicPr/>
                <p:nvPr/>
              </p:nvPicPr>
              <p:blipFill>
                <a:blip r:embed="rId81"/>
                <a:stretch>
                  <a:fillRect/>
                </a:stretch>
              </p:blipFill>
              <p:spPr>
                <a:xfrm>
                  <a:off x="11329305" y="4893238"/>
                  <a:ext cx="2304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3" name="Ink 62">
                  <a:extLst>
                    <a:ext uri="{FF2B5EF4-FFF2-40B4-BE49-F238E27FC236}">
                      <a16:creationId xmlns:a16="http://schemas.microsoft.com/office/drawing/2014/main" id="{18B97EB2-D2F1-595E-4558-5C246A11480D}"/>
                    </a:ext>
                  </a:extLst>
                </p14:cNvPr>
                <p14:cNvContentPartPr/>
                <p14:nvPr/>
              </p14:nvContentPartPr>
              <p14:xfrm>
                <a:off x="11379705" y="5028958"/>
                <a:ext cx="94320" cy="10080"/>
              </p14:xfrm>
            </p:contentPart>
          </mc:Choice>
          <mc:Fallback xmlns="">
            <p:pic>
              <p:nvPicPr>
                <p:cNvPr id="63" name="Ink 62">
                  <a:extLst>
                    <a:ext uri="{FF2B5EF4-FFF2-40B4-BE49-F238E27FC236}">
                      <a16:creationId xmlns:a16="http://schemas.microsoft.com/office/drawing/2014/main" id="{18B97EB2-D2F1-595E-4558-5C246A11480D}"/>
                    </a:ext>
                  </a:extLst>
                </p:cNvPr>
                <p:cNvPicPr/>
                <p:nvPr/>
              </p:nvPicPr>
              <p:blipFill>
                <a:blip r:embed="rId83"/>
                <a:stretch>
                  <a:fillRect/>
                </a:stretch>
              </p:blipFill>
              <p:spPr>
                <a:xfrm>
                  <a:off x="11361705" y="5011318"/>
                  <a:ext cx="1299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4" name="Ink 63">
                  <a:extLst>
                    <a:ext uri="{FF2B5EF4-FFF2-40B4-BE49-F238E27FC236}">
                      <a16:creationId xmlns:a16="http://schemas.microsoft.com/office/drawing/2014/main" id="{998A0C99-C5B1-DB11-3A04-A9EC839567DA}"/>
                    </a:ext>
                  </a:extLst>
                </p14:cNvPr>
                <p14:cNvContentPartPr/>
                <p14:nvPr/>
              </p14:nvContentPartPr>
              <p14:xfrm>
                <a:off x="11646825" y="4930318"/>
                <a:ext cx="135360" cy="128520"/>
              </p14:xfrm>
            </p:contentPart>
          </mc:Choice>
          <mc:Fallback xmlns="">
            <p:pic>
              <p:nvPicPr>
                <p:cNvPr id="64" name="Ink 63">
                  <a:extLst>
                    <a:ext uri="{FF2B5EF4-FFF2-40B4-BE49-F238E27FC236}">
                      <a16:creationId xmlns:a16="http://schemas.microsoft.com/office/drawing/2014/main" id="{998A0C99-C5B1-DB11-3A04-A9EC839567DA}"/>
                    </a:ext>
                  </a:extLst>
                </p:cNvPr>
                <p:cNvPicPr/>
                <p:nvPr/>
              </p:nvPicPr>
              <p:blipFill>
                <a:blip r:embed="rId85"/>
                <a:stretch>
                  <a:fillRect/>
                </a:stretch>
              </p:blipFill>
              <p:spPr>
                <a:xfrm>
                  <a:off x="11628825" y="4912678"/>
                  <a:ext cx="171000" cy="164160"/>
                </a:xfrm>
                <a:prstGeom prst="rect">
                  <a:avLst/>
                </a:prstGeom>
              </p:spPr>
            </p:pic>
          </mc:Fallback>
        </mc:AlternateContent>
      </p:grpSp>
      <p:grpSp>
        <p:nvGrpSpPr>
          <p:cNvPr id="70" name="Group 69">
            <a:extLst>
              <a:ext uri="{FF2B5EF4-FFF2-40B4-BE49-F238E27FC236}">
                <a16:creationId xmlns:a16="http://schemas.microsoft.com/office/drawing/2014/main" id="{312014EA-C107-A6EA-A7F0-A78BBC8FB7F9}"/>
              </a:ext>
            </a:extLst>
          </p:cNvPr>
          <p:cNvGrpSpPr/>
          <p:nvPr/>
        </p:nvGrpSpPr>
        <p:grpSpPr>
          <a:xfrm>
            <a:off x="10833945" y="5364118"/>
            <a:ext cx="786600" cy="328680"/>
            <a:chOff x="10833945" y="5364118"/>
            <a:chExt cx="786600" cy="328680"/>
          </a:xfrm>
        </p:grpSpPr>
        <mc:AlternateContent xmlns:mc="http://schemas.openxmlformats.org/markup-compatibility/2006" xmlns:p14="http://schemas.microsoft.com/office/powerpoint/2010/main">
          <mc:Choice Requires="p14">
            <p:contentPart p14:bwMode="auto" r:id="rId86">
              <p14:nvContentPartPr>
                <p14:cNvPr id="65" name="Ink 64">
                  <a:extLst>
                    <a:ext uri="{FF2B5EF4-FFF2-40B4-BE49-F238E27FC236}">
                      <a16:creationId xmlns:a16="http://schemas.microsoft.com/office/drawing/2014/main" id="{B8741A85-1CD6-1678-1EB1-B975F6D7D8BD}"/>
                    </a:ext>
                  </a:extLst>
                </p14:cNvPr>
                <p14:cNvContentPartPr/>
                <p14:nvPr/>
              </p14:nvContentPartPr>
              <p14:xfrm>
                <a:off x="10833945" y="5364118"/>
                <a:ext cx="290160" cy="318960"/>
              </p14:xfrm>
            </p:contentPart>
          </mc:Choice>
          <mc:Fallback xmlns="">
            <p:pic>
              <p:nvPicPr>
                <p:cNvPr id="65" name="Ink 64">
                  <a:extLst>
                    <a:ext uri="{FF2B5EF4-FFF2-40B4-BE49-F238E27FC236}">
                      <a16:creationId xmlns:a16="http://schemas.microsoft.com/office/drawing/2014/main" id="{B8741A85-1CD6-1678-1EB1-B975F6D7D8BD}"/>
                    </a:ext>
                  </a:extLst>
                </p:cNvPr>
                <p:cNvPicPr/>
                <p:nvPr/>
              </p:nvPicPr>
              <p:blipFill>
                <a:blip r:embed="rId87"/>
                <a:stretch>
                  <a:fillRect/>
                </a:stretch>
              </p:blipFill>
              <p:spPr>
                <a:xfrm>
                  <a:off x="10816305" y="5346478"/>
                  <a:ext cx="3258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6" name="Ink 65">
                  <a:extLst>
                    <a:ext uri="{FF2B5EF4-FFF2-40B4-BE49-F238E27FC236}">
                      <a16:creationId xmlns:a16="http://schemas.microsoft.com/office/drawing/2014/main" id="{E6F8973F-21B0-E390-4974-7BE4C2D80FE3}"/>
                    </a:ext>
                  </a:extLst>
                </p14:cNvPr>
                <p14:cNvContentPartPr/>
                <p14:nvPr/>
              </p14:nvContentPartPr>
              <p14:xfrm>
                <a:off x="11259105" y="5531158"/>
                <a:ext cx="10080" cy="161640"/>
              </p14:xfrm>
            </p:contentPart>
          </mc:Choice>
          <mc:Fallback xmlns="">
            <p:pic>
              <p:nvPicPr>
                <p:cNvPr id="66" name="Ink 65">
                  <a:extLst>
                    <a:ext uri="{FF2B5EF4-FFF2-40B4-BE49-F238E27FC236}">
                      <a16:creationId xmlns:a16="http://schemas.microsoft.com/office/drawing/2014/main" id="{E6F8973F-21B0-E390-4974-7BE4C2D80FE3}"/>
                    </a:ext>
                  </a:extLst>
                </p:cNvPr>
                <p:cNvPicPr/>
                <p:nvPr/>
              </p:nvPicPr>
              <p:blipFill>
                <a:blip r:embed="rId89"/>
                <a:stretch>
                  <a:fillRect/>
                </a:stretch>
              </p:blipFill>
              <p:spPr>
                <a:xfrm>
                  <a:off x="11241465" y="5513518"/>
                  <a:ext cx="457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7" name="Ink 66">
                  <a:extLst>
                    <a:ext uri="{FF2B5EF4-FFF2-40B4-BE49-F238E27FC236}">
                      <a16:creationId xmlns:a16="http://schemas.microsoft.com/office/drawing/2014/main" id="{DEC7A36C-2E74-8F6A-89A4-9D93F2AEFD2A}"/>
                    </a:ext>
                  </a:extLst>
                </p14:cNvPr>
                <p14:cNvContentPartPr/>
                <p14:nvPr/>
              </p14:nvContentPartPr>
              <p14:xfrm>
                <a:off x="11462145" y="5523598"/>
                <a:ext cx="128160" cy="47880"/>
              </p14:xfrm>
            </p:contentPart>
          </mc:Choice>
          <mc:Fallback xmlns="">
            <p:pic>
              <p:nvPicPr>
                <p:cNvPr id="67" name="Ink 66">
                  <a:extLst>
                    <a:ext uri="{FF2B5EF4-FFF2-40B4-BE49-F238E27FC236}">
                      <a16:creationId xmlns:a16="http://schemas.microsoft.com/office/drawing/2014/main" id="{DEC7A36C-2E74-8F6A-89A4-9D93F2AEFD2A}"/>
                    </a:ext>
                  </a:extLst>
                </p:cNvPr>
                <p:cNvPicPr/>
                <p:nvPr/>
              </p:nvPicPr>
              <p:blipFill>
                <a:blip r:embed="rId91"/>
                <a:stretch>
                  <a:fillRect/>
                </a:stretch>
              </p:blipFill>
              <p:spPr>
                <a:xfrm>
                  <a:off x="11444145" y="5505958"/>
                  <a:ext cx="1638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8" name="Ink 67">
                  <a:extLst>
                    <a:ext uri="{FF2B5EF4-FFF2-40B4-BE49-F238E27FC236}">
                      <a16:creationId xmlns:a16="http://schemas.microsoft.com/office/drawing/2014/main" id="{95215AD7-1007-9A24-A1E7-2B3029241948}"/>
                    </a:ext>
                  </a:extLst>
                </p14:cNvPr>
                <p14:cNvContentPartPr/>
                <p14:nvPr/>
              </p14:nvContentPartPr>
              <p14:xfrm>
                <a:off x="11443065" y="5634838"/>
                <a:ext cx="177480" cy="29160"/>
              </p14:xfrm>
            </p:contentPart>
          </mc:Choice>
          <mc:Fallback xmlns="">
            <p:pic>
              <p:nvPicPr>
                <p:cNvPr id="68" name="Ink 67">
                  <a:extLst>
                    <a:ext uri="{FF2B5EF4-FFF2-40B4-BE49-F238E27FC236}">
                      <a16:creationId xmlns:a16="http://schemas.microsoft.com/office/drawing/2014/main" id="{95215AD7-1007-9A24-A1E7-2B3029241948}"/>
                    </a:ext>
                  </a:extLst>
                </p:cNvPr>
                <p:cNvPicPr/>
                <p:nvPr/>
              </p:nvPicPr>
              <p:blipFill>
                <a:blip r:embed="rId93"/>
                <a:stretch>
                  <a:fillRect/>
                </a:stretch>
              </p:blipFill>
              <p:spPr>
                <a:xfrm>
                  <a:off x="11425425" y="5617198"/>
                  <a:ext cx="213120" cy="64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69" name="Ink 68">
                <a:extLst>
                  <a:ext uri="{FF2B5EF4-FFF2-40B4-BE49-F238E27FC236}">
                    <a16:creationId xmlns:a16="http://schemas.microsoft.com/office/drawing/2014/main" id="{D62DEF64-8BA2-084A-8EF4-AD1BE0473B0C}"/>
                  </a:ext>
                </a:extLst>
              </p14:cNvPr>
              <p14:cNvContentPartPr/>
              <p14:nvPr/>
            </p14:nvContentPartPr>
            <p14:xfrm>
              <a:off x="11807745" y="5427478"/>
              <a:ext cx="38880" cy="272520"/>
            </p14:xfrm>
          </p:contentPart>
        </mc:Choice>
        <mc:Fallback xmlns="">
          <p:pic>
            <p:nvPicPr>
              <p:cNvPr id="69" name="Ink 68">
                <a:extLst>
                  <a:ext uri="{FF2B5EF4-FFF2-40B4-BE49-F238E27FC236}">
                    <a16:creationId xmlns:a16="http://schemas.microsoft.com/office/drawing/2014/main" id="{D62DEF64-8BA2-084A-8EF4-AD1BE0473B0C}"/>
                  </a:ext>
                </a:extLst>
              </p:cNvPr>
              <p:cNvPicPr/>
              <p:nvPr/>
            </p:nvPicPr>
            <p:blipFill>
              <a:blip r:embed="rId95"/>
              <a:stretch>
                <a:fillRect/>
              </a:stretch>
            </p:blipFill>
            <p:spPr>
              <a:xfrm>
                <a:off x="11789745" y="5409838"/>
                <a:ext cx="7452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2" name="Ink 71">
                <a:extLst>
                  <a:ext uri="{FF2B5EF4-FFF2-40B4-BE49-F238E27FC236}">
                    <a16:creationId xmlns:a16="http://schemas.microsoft.com/office/drawing/2014/main" id="{142BF870-3831-B9B3-4559-D1C5B304067A}"/>
                  </a:ext>
                </a:extLst>
              </p14:cNvPr>
              <p14:cNvContentPartPr/>
              <p14:nvPr/>
            </p14:nvContentPartPr>
            <p14:xfrm>
              <a:off x="8447865" y="4713238"/>
              <a:ext cx="14400" cy="87840"/>
            </p14:xfrm>
          </p:contentPart>
        </mc:Choice>
        <mc:Fallback xmlns="">
          <p:pic>
            <p:nvPicPr>
              <p:cNvPr id="72" name="Ink 71">
                <a:extLst>
                  <a:ext uri="{FF2B5EF4-FFF2-40B4-BE49-F238E27FC236}">
                    <a16:creationId xmlns:a16="http://schemas.microsoft.com/office/drawing/2014/main" id="{142BF870-3831-B9B3-4559-D1C5B304067A}"/>
                  </a:ext>
                </a:extLst>
              </p:cNvPr>
              <p:cNvPicPr/>
              <p:nvPr/>
            </p:nvPicPr>
            <p:blipFill>
              <a:blip r:embed="rId97"/>
              <a:stretch>
                <a:fillRect/>
              </a:stretch>
            </p:blipFill>
            <p:spPr>
              <a:xfrm>
                <a:off x="8430225" y="4695238"/>
                <a:ext cx="500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3" name="Ink 72">
                <a:extLst>
                  <a:ext uri="{FF2B5EF4-FFF2-40B4-BE49-F238E27FC236}">
                    <a16:creationId xmlns:a16="http://schemas.microsoft.com/office/drawing/2014/main" id="{921F1125-C7AA-C472-F58D-C7EEFCF003B7}"/>
                  </a:ext>
                </a:extLst>
              </p14:cNvPr>
              <p14:cNvContentPartPr/>
              <p14:nvPr/>
            </p14:nvContentPartPr>
            <p14:xfrm>
              <a:off x="9095145" y="4685518"/>
              <a:ext cx="20520" cy="89640"/>
            </p14:xfrm>
          </p:contentPart>
        </mc:Choice>
        <mc:Fallback xmlns="">
          <p:pic>
            <p:nvPicPr>
              <p:cNvPr id="73" name="Ink 72">
                <a:extLst>
                  <a:ext uri="{FF2B5EF4-FFF2-40B4-BE49-F238E27FC236}">
                    <a16:creationId xmlns:a16="http://schemas.microsoft.com/office/drawing/2014/main" id="{921F1125-C7AA-C472-F58D-C7EEFCF003B7}"/>
                  </a:ext>
                </a:extLst>
              </p:cNvPr>
              <p:cNvPicPr/>
              <p:nvPr/>
            </p:nvPicPr>
            <p:blipFill>
              <a:blip r:embed="rId99"/>
              <a:stretch>
                <a:fillRect/>
              </a:stretch>
            </p:blipFill>
            <p:spPr>
              <a:xfrm>
                <a:off x="9077145" y="4667878"/>
                <a:ext cx="561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4" name="Ink 73">
                <a:extLst>
                  <a:ext uri="{FF2B5EF4-FFF2-40B4-BE49-F238E27FC236}">
                    <a16:creationId xmlns:a16="http://schemas.microsoft.com/office/drawing/2014/main" id="{E291EEC6-5496-C75C-9018-294B57B706E0}"/>
                  </a:ext>
                </a:extLst>
              </p14:cNvPr>
              <p14:cNvContentPartPr/>
              <p14:nvPr/>
            </p14:nvContentPartPr>
            <p14:xfrm>
              <a:off x="9812985" y="4715038"/>
              <a:ext cx="18360" cy="60840"/>
            </p14:xfrm>
          </p:contentPart>
        </mc:Choice>
        <mc:Fallback xmlns="">
          <p:pic>
            <p:nvPicPr>
              <p:cNvPr id="74" name="Ink 73">
                <a:extLst>
                  <a:ext uri="{FF2B5EF4-FFF2-40B4-BE49-F238E27FC236}">
                    <a16:creationId xmlns:a16="http://schemas.microsoft.com/office/drawing/2014/main" id="{E291EEC6-5496-C75C-9018-294B57B706E0}"/>
                  </a:ext>
                </a:extLst>
              </p:cNvPr>
              <p:cNvPicPr/>
              <p:nvPr/>
            </p:nvPicPr>
            <p:blipFill>
              <a:blip r:embed="rId101"/>
              <a:stretch>
                <a:fillRect/>
              </a:stretch>
            </p:blipFill>
            <p:spPr>
              <a:xfrm>
                <a:off x="9794985" y="4697398"/>
                <a:ext cx="540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5" name="Ink 74">
                <a:extLst>
                  <a:ext uri="{FF2B5EF4-FFF2-40B4-BE49-F238E27FC236}">
                    <a16:creationId xmlns:a16="http://schemas.microsoft.com/office/drawing/2014/main" id="{288F8D4B-C048-AD52-D7C5-730B77BCA091}"/>
                  </a:ext>
                </a:extLst>
              </p14:cNvPr>
              <p14:cNvContentPartPr/>
              <p14:nvPr/>
            </p14:nvContentPartPr>
            <p14:xfrm>
              <a:off x="8482065" y="4996558"/>
              <a:ext cx="14760" cy="134280"/>
            </p14:xfrm>
          </p:contentPart>
        </mc:Choice>
        <mc:Fallback xmlns="">
          <p:pic>
            <p:nvPicPr>
              <p:cNvPr id="75" name="Ink 74">
                <a:extLst>
                  <a:ext uri="{FF2B5EF4-FFF2-40B4-BE49-F238E27FC236}">
                    <a16:creationId xmlns:a16="http://schemas.microsoft.com/office/drawing/2014/main" id="{288F8D4B-C048-AD52-D7C5-730B77BCA091}"/>
                  </a:ext>
                </a:extLst>
              </p:cNvPr>
              <p:cNvPicPr/>
              <p:nvPr/>
            </p:nvPicPr>
            <p:blipFill>
              <a:blip r:embed="rId103"/>
              <a:stretch>
                <a:fillRect/>
              </a:stretch>
            </p:blipFill>
            <p:spPr>
              <a:xfrm>
                <a:off x="8464425" y="4978558"/>
                <a:ext cx="504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6" name="Ink 75">
                <a:extLst>
                  <a:ext uri="{FF2B5EF4-FFF2-40B4-BE49-F238E27FC236}">
                    <a16:creationId xmlns:a16="http://schemas.microsoft.com/office/drawing/2014/main" id="{EF4FBFCB-D132-A864-CF91-54EFC6D48577}"/>
                  </a:ext>
                </a:extLst>
              </p14:cNvPr>
              <p14:cNvContentPartPr/>
              <p14:nvPr/>
            </p14:nvContentPartPr>
            <p14:xfrm>
              <a:off x="9047985" y="5008078"/>
              <a:ext cx="137520" cy="149400"/>
            </p14:xfrm>
          </p:contentPart>
        </mc:Choice>
        <mc:Fallback xmlns="">
          <p:pic>
            <p:nvPicPr>
              <p:cNvPr id="76" name="Ink 75">
                <a:extLst>
                  <a:ext uri="{FF2B5EF4-FFF2-40B4-BE49-F238E27FC236}">
                    <a16:creationId xmlns:a16="http://schemas.microsoft.com/office/drawing/2014/main" id="{EF4FBFCB-D132-A864-CF91-54EFC6D48577}"/>
                  </a:ext>
                </a:extLst>
              </p:cNvPr>
              <p:cNvPicPr/>
              <p:nvPr/>
            </p:nvPicPr>
            <p:blipFill>
              <a:blip r:embed="rId105"/>
              <a:stretch>
                <a:fillRect/>
              </a:stretch>
            </p:blipFill>
            <p:spPr>
              <a:xfrm>
                <a:off x="9029985" y="4990078"/>
                <a:ext cx="1731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7" name="Ink 76">
                <a:extLst>
                  <a:ext uri="{FF2B5EF4-FFF2-40B4-BE49-F238E27FC236}">
                    <a16:creationId xmlns:a16="http://schemas.microsoft.com/office/drawing/2014/main" id="{254AA725-1D5C-C462-3945-5236F4C0B84D}"/>
                  </a:ext>
                </a:extLst>
              </p14:cNvPr>
              <p14:cNvContentPartPr/>
              <p14:nvPr/>
            </p14:nvContentPartPr>
            <p14:xfrm>
              <a:off x="9801465" y="5001238"/>
              <a:ext cx="108000" cy="171720"/>
            </p14:xfrm>
          </p:contentPart>
        </mc:Choice>
        <mc:Fallback xmlns="">
          <p:pic>
            <p:nvPicPr>
              <p:cNvPr id="77" name="Ink 76">
                <a:extLst>
                  <a:ext uri="{FF2B5EF4-FFF2-40B4-BE49-F238E27FC236}">
                    <a16:creationId xmlns:a16="http://schemas.microsoft.com/office/drawing/2014/main" id="{254AA725-1D5C-C462-3945-5236F4C0B84D}"/>
                  </a:ext>
                </a:extLst>
              </p:cNvPr>
              <p:cNvPicPr/>
              <p:nvPr/>
            </p:nvPicPr>
            <p:blipFill>
              <a:blip r:embed="rId107"/>
              <a:stretch>
                <a:fillRect/>
              </a:stretch>
            </p:blipFill>
            <p:spPr>
              <a:xfrm>
                <a:off x="9783825" y="4983598"/>
                <a:ext cx="1436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8" name="Ink 77">
                <a:extLst>
                  <a:ext uri="{FF2B5EF4-FFF2-40B4-BE49-F238E27FC236}">
                    <a16:creationId xmlns:a16="http://schemas.microsoft.com/office/drawing/2014/main" id="{FB3ABD9B-B2C8-2CCC-938F-1D55E20A4E6C}"/>
                  </a:ext>
                </a:extLst>
              </p14:cNvPr>
              <p14:cNvContentPartPr/>
              <p14:nvPr/>
            </p14:nvContentPartPr>
            <p14:xfrm>
              <a:off x="7716705" y="4184758"/>
              <a:ext cx="60120" cy="18360"/>
            </p14:xfrm>
          </p:contentPart>
        </mc:Choice>
        <mc:Fallback xmlns="">
          <p:pic>
            <p:nvPicPr>
              <p:cNvPr id="78" name="Ink 77">
                <a:extLst>
                  <a:ext uri="{FF2B5EF4-FFF2-40B4-BE49-F238E27FC236}">
                    <a16:creationId xmlns:a16="http://schemas.microsoft.com/office/drawing/2014/main" id="{FB3ABD9B-B2C8-2CCC-938F-1D55E20A4E6C}"/>
                  </a:ext>
                </a:extLst>
              </p:cNvPr>
              <p:cNvPicPr/>
              <p:nvPr/>
            </p:nvPicPr>
            <p:blipFill>
              <a:blip r:embed="rId109"/>
              <a:stretch>
                <a:fillRect/>
              </a:stretch>
            </p:blipFill>
            <p:spPr>
              <a:xfrm>
                <a:off x="7698705" y="4167118"/>
                <a:ext cx="957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2" name="Ink 81">
                <a:extLst>
                  <a:ext uri="{FF2B5EF4-FFF2-40B4-BE49-F238E27FC236}">
                    <a16:creationId xmlns:a16="http://schemas.microsoft.com/office/drawing/2014/main" id="{5851328C-55DB-7C4C-8696-18C72214E5BF}"/>
                  </a:ext>
                </a:extLst>
              </p14:cNvPr>
              <p14:cNvContentPartPr/>
              <p14:nvPr/>
            </p14:nvContentPartPr>
            <p14:xfrm>
              <a:off x="7683945" y="2952478"/>
              <a:ext cx="136440" cy="42120"/>
            </p14:xfrm>
          </p:contentPart>
        </mc:Choice>
        <mc:Fallback xmlns="">
          <p:pic>
            <p:nvPicPr>
              <p:cNvPr id="82" name="Ink 81">
                <a:extLst>
                  <a:ext uri="{FF2B5EF4-FFF2-40B4-BE49-F238E27FC236}">
                    <a16:creationId xmlns:a16="http://schemas.microsoft.com/office/drawing/2014/main" id="{5851328C-55DB-7C4C-8696-18C72214E5BF}"/>
                  </a:ext>
                </a:extLst>
              </p:cNvPr>
              <p:cNvPicPr/>
              <p:nvPr/>
            </p:nvPicPr>
            <p:blipFill>
              <a:blip r:embed="rId111"/>
              <a:stretch>
                <a:fillRect/>
              </a:stretch>
            </p:blipFill>
            <p:spPr>
              <a:xfrm>
                <a:off x="7666305" y="2934838"/>
                <a:ext cx="17208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3" name="Ink 82">
                <a:extLst>
                  <a:ext uri="{FF2B5EF4-FFF2-40B4-BE49-F238E27FC236}">
                    <a16:creationId xmlns:a16="http://schemas.microsoft.com/office/drawing/2014/main" id="{403F0066-AE83-ABC5-DD95-17CBA209C08B}"/>
                  </a:ext>
                </a:extLst>
              </p14:cNvPr>
              <p14:cNvContentPartPr/>
              <p14:nvPr/>
            </p14:nvContentPartPr>
            <p14:xfrm>
              <a:off x="7369305" y="4167478"/>
              <a:ext cx="25560" cy="94320"/>
            </p14:xfrm>
          </p:contentPart>
        </mc:Choice>
        <mc:Fallback xmlns="">
          <p:pic>
            <p:nvPicPr>
              <p:cNvPr id="83" name="Ink 82">
                <a:extLst>
                  <a:ext uri="{FF2B5EF4-FFF2-40B4-BE49-F238E27FC236}">
                    <a16:creationId xmlns:a16="http://schemas.microsoft.com/office/drawing/2014/main" id="{403F0066-AE83-ABC5-DD95-17CBA209C08B}"/>
                  </a:ext>
                </a:extLst>
              </p:cNvPr>
              <p:cNvPicPr/>
              <p:nvPr/>
            </p:nvPicPr>
            <p:blipFill>
              <a:blip r:embed="rId113"/>
              <a:stretch>
                <a:fillRect/>
              </a:stretch>
            </p:blipFill>
            <p:spPr>
              <a:xfrm>
                <a:off x="7351305" y="4149478"/>
                <a:ext cx="612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5" name="Ink 84">
                <a:extLst>
                  <a:ext uri="{FF2B5EF4-FFF2-40B4-BE49-F238E27FC236}">
                    <a16:creationId xmlns:a16="http://schemas.microsoft.com/office/drawing/2014/main" id="{947DFE9C-F01E-DAB9-02FF-EB85B370FFC9}"/>
                  </a:ext>
                </a:extLst>
              </p14:cNvPr>
              <p14:cNvContentPartPr/>
              <p14:nvPr/>
            </p14:nvContentPartPr>
            <p14:xfrm>
              <a:off x="7249785" y="2779318"/>
              <a:ext cx="157320" cy="309600"/>
            </p14:xfrm>
          </p:contentPart>
        </mc:Choice>
        <mc:Fallback xmlns="">
          <p:pic>
            <p:nvPicPr>
              <p:cNvPr id="85" name="Ink 84">
                <a:extLst>
                  <a:ext uri="{FF2B5EF4-FFF2-40B4-BE49-F238E27FC236}">
                    <a16:creationId xmlns:a16="http://schemas.microsoft.com/office/drawing/2014/main" id="{947DFE9C-F01E-DAB9-02FF-EB85B370FFC9}"/>
                  </a:ext>
                </a:extLst>
              </p:cNvPr>
              <p:cNvPicPr/>
              <p:nvPr/>
            </p:nvPicPr>
            <p:blipFill>
              <a:blip r:embed="rId115"/>
              <a:stretch>
                <a:fillRect/>
              </a:stretch>
            </p:blipFill>
            <p:spPr>
              <a:xfrm>
                <a:off x="7232145" y="2761678"/>
                <a:ext cx="192960" cy="345240"/>
              </a:xfrm>
              <a:prstGeom prst="rect">
                <a:avLst/>
              </a:prstGeom>
            </p:spPr>
          </p:pic>
        </mc:Fallback>
      </mc:AlternateContent>
      <p:grpSp>
        <p:nvGrpSpPr>
          <p:cNvPr id="88" name="Group 87">
            <a:extLst>
              <a:ext uri="{FF2B5EF4-FFF2-40B4-BE49-F238E27FC236}">
                <a16:creationId xmlns:a16="http://schemas.microsoft.com/office/drawing/2014/main" id="{137C2459-6A12-E634-D285-2B2A3B586A45}"/>
              </a:ext>
            </a:extLst>
          </p:cNvPr>
          <p:cNvGrpSpPr/>
          <p:nvPr/>
        </p:nvGrpSpPr>
        <p:grpSpPr>
          <a:xfrm>
            <a:off x="7332585" y="3475918"/>
            <a:ext cx="432000" cy="190440"/>
            <a:chOff x="7332585" y="3475918"/>
            <a:chExt cx="432000" cy="190440"/>
          </a:xfrm>
        </p:grpSpPr>
        <mc:AlternateContent xmlns:mc="http://schemas.openxmlformats.org/markup-compatibility/2006" xmlns:p14="http://schemas.microsoft.com/office/powerpoint/2010/main">
          <mc:Choice Requires="p14">
            <p:contentPart p14:bwMode="auto" r:id="rId116">
              <p14:nvContentPartPr>
                <p14:cNvPr id="79" name="Ink 78">
                  <a:extLst>
                    <a:ext uri="{FF2B5EF4-FFF2-40B4-BE49-F238E27FC236}">
                      <a16:creationId xmlns:a16="http://schemas.microsoft.com/office/drawing/2014/main" id="{EA8EB932-E370-F5BB-D66F-48DBB9FFDBCD}"/>
                    </a:ext>
                  </a:extLst>
                </p14:cNvPr>
                <p14:cNvContentPartPr/>
                <p14:nvPr/>
              </p14:nvContentPartPr>
              <p14:xfrm>
                <a:off x="7682505" y="3515158"/>
                <a:ext cx="32760" cy="54720"/>
              </p14:xfrm>
            </p:contentPart>
          </mc:Choice>
          <mc:Fallback xmlns="">
            <p:pic>
              <p:nvPicPr>
                <p:cNvPr id="79" name="Ink 78">
                  <a:extLst>
                    <a:ext uri="{FF2B5EF4-FFF2-40B4-BE49-F238E27FC236}">
                      <a16:creationId xmlns:a16="http://schemas.microsoft.com/office/drawing/2014/main" id="{EA8EB932-E370-F5BB-D66F-48DBB9FFDBCD}"/>
                    </a:ext>
                  </a:extLst>
                </p:cNvPr>
                <p:cNvPicPr/>
                <p:nvPr/>
              </p:nvPicPr>
              <p:blipFill>
                <a:blip r:embed="rId117"/>
                <a:stretch>
                  <a:fillRect/>
                </a:stretch>
              </p:blipFill>
              <p:spPr>
                <a:xfrm>
                  <a:off x="7664865" y="3497518"/>
                  <a:ext cx="684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0" name="Ink 79">
                  <a:extLst>
                    <a:ext uri="{FF2B5EF4-FFF2-40B4-BE49-F238E27FC236}">
                      <a16:creationId xmlns:a16="http://schemas.microsoft.com/office/drawing/2014/main" id="{259385BA-1119-0F4A-6D30-7903460EF820}"/>
                    </a:ext>
                  </a:extLst>
                </p14:cNvPr>
                <p14:cNvContentPartPr/>
                <p14:nvPr/>
              </p14:nvContentPartPr>
              <p14:xfrm>
                <a:off x="7699065" y="3521998"/>
                <a:ext cx="12600" cy="8640"/>
              </p14:xfrm>
            </p:contentPart>
          </mc:Choice>
          <mc:Fallback xmlns="">
            <p:pic>
              <p:nvPicPr>
                <p:cNvPr id="80" name="Ink 79">
                  <a:extLst>
                    <a:ext uri="{FF2B5EF4-FFF2-40B4-BE49-F238E27FC236}">
                      <a16:creationId xmlns:a16="http://schemas.microsoft.com/office/drawing/2014/main" id="{259385BA-1119-0F4A-6D30-7903460EF820}"/>
                    </a:ext>
                  </a:extLst>
                </p:cNvPr>
                <p:cNvPicPr/>
                <p:nvPr/>
              </p:nvPicPr>
              <p:blipFill>
                <a:blip r:embed="rId119"/>
                <a:stretch>
                  <a:fillRect/>
                </a:stretch>
              </p:blipFill>
              <p:spPr>
                <a:xfrm>
                  <a:off x="7681425" y="3504358"/>
                  <a:ext cx="482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4" name="Ink 83">
                  <a:extLst>
                    <a:ext uri="{FF2B5EF4-FFF2-40B4-BE49-F238E27FC236}">
                      <a16:creationId xmlns:a16="http://schemas.microsoft.com/office/drawing/2014/main" id="{88909ECA-DFE1-CC47-929E-7F3D88CE4615}"/>
                    </a:ext>
                  </a:extLst>
                </p14:cNvPr>
                <p14:cNvContentPartPr/>
                <p14:nvPr/>
              </p14:nvContentPartPr>
              <p14:xfrm>
                <a:off x="7332585" y="3475918"/>
                <a:ext cx="117360" cy="190440"/>
              </p14:xfrm>
            </p:contentPart>
          </mc:Choice>
          <mc:Fallback xmlns="">
            <p:pic>
              <p:nvPicPr>
                <p:cNvPr id="84" name="Ink 83">
                  <a:extLst>
                    <a:ext uri="{FF2B5EF4-FFF2-40B4-BE49-F238E27FC236}">
                      <a16:creationId xmlns:a16="http://schemas.microsoft.com/office/drawing/2014/main" id="{88909ECA-DFE1-CC47-929E-7F3D88CE4615}"/>
                    </a:ext>
                  </a:extLst>
                </p:cNvPr>
                <p:cNvPicPr/>
                <p:nvPr/>
              </p:nvPicPr>
              <p:blipFill>
                <a:blip r:embed="rId121"/>
                <a:stretch>
                  <a:fillRect/>
                </a:stretch>
              </p:blipFill>
              <p:spPr>
                <a:xfrm>
                  <a:off x="7314585" y="3458278"/>
                  <a:ext cx="1530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7" name="Ink 86">
                  <a:extLst>
                    <a:ext uri="{FF2B5EF4-FFF2-40B4-BE49-F238E27FC236}">
                      <a16:creationId xmlns:a16="http://schemas.microsoft.com/office/drawing/2014/main" id="{1184AE7B-1DD4-2A3B-44C6-34978A446B43}"/>
                    </a:ext>
                  </a:extLst>
                </p14:cNvPr>
                <p14:cNvContentPartPr/>
                <p14:nvPr/>
              </p14:nvContentPartPr>
              <p14:xfrm>
                <a:off x="7682505" y="3532078"/>
                <a:ext cx="82080" cy="10080"/>
              </p14:xfrm>
            </p:contentPart>
          </mc:Choice>
          <mc:Fallback xmlns="">
            <p:pic>
              <p:nvPicPr>
                <p:cNvPr id="87" name="Ink 86">
                  <a:extLst>
                    <a:ext uri="{FF2B5EF4-FFF2-40B4-BE49-F238E27FC236}">
                      <a16:creationId xmlns:a16="http://schemas.microsoft.com/office/drawing/2014/main" id="{1184AE7B-1DD4-2A3B-44C6-34978A446B43}"/>
                    </a:ext>
                  </a:extLst>
                </p:cNvPr>
                <p:cNvPicPr/>
                <p:nvPr/>
              </p:nvPicPr>
              <p:blipFill>
                <a:blip r:embed="rId123"/>
                <a:stretch>
                  <a:fillRect/>
                </a:stretch>
              </p:blipFill>
              <p:spPr>
                <a:xfrm>
                  <a:off x="7664865" y="3514078"/>
                  <a:ext cx="117720" cy="4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90" name="Ink 89">
                <a:extLst>
                  <a:ext uri="{FF2B5EF4-FFF2-40B4-BE49-F238E27FC236}">
                    <a16:creationId xmlns:a16="http://schemas.microsoft.com/office/drawing/2014/main" id="{985136FA-7F32-796E-34D7-2B786A7805E3}"/>
                  </a:ext>
                </a:extLst>
              </p14:cNvPr>
              <p14:cNvContentPartPr/>
              <p14:nvPr/>
            </p14:nvContentPartPr>
            <p14:xfrm>
              <a:off x="3266025" y="4073878"/>
              <a:ext cx="2210760" cy="360"/>
            </p14:xfrm>
          </p:contentPart>
        </mc:Choice>
        <mc:Fallback xmlns="">
          <p:pic>
            <p:nvPicPr>
              <p:cNvPr id="90" name="Ink 89">
                <a:extLst>
                  <a:ext uri="{FF2B5EF4-FFF2-40B4-BE49-F238E27FC236}">
                    <a16:creationId xmlns:a16="http://schemas.microsoft.com/office/drawing/2014/main" id="{985136FA-7F32-796E-34D7-2B786A7805E3}"/>
                  </a:ext>
                </a:extLst>
              </p:cNvPr>
              <p:cNvPicPr/>
              <p:nvPr/>
            </p:nvPicPr>
            <p:blipFill>
              <a:blip r:embed="rId125"/>
              <a:stretch>
                <a:fillRect/>
              </a:stretch>
            </p:blipFill>
            <p:spPr>
              <a:xfrm>
                <a:off x="3248385" y="4056238"/>
                <a:ext cx="22464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1" name="Ink 90">
                <a:extLst>
                  <a:ext uri="{FF2B5EF4-FFF2-40B4-BE49-F238E27FC236}">
                    <a16:creationId xmlns:a16="http://schemas.microsoft.com/office/drawing/2014/main" id="{E156BDB7-64F0-A576-22D7-358AA42A88DC}"/>
                  </a:ext>
                </a:extLst>
              </p14:cNvPr>
              <p14:cNvContentPartPr/>
              <p14:nvPr/>
            </p14:nvContentPartPr>
            <p14:xfrm>
              <a:off x="7790145" y="2609038"/>
              <a:ext cx="2122200" cy="2122200"/>
            </p14:xfrm>
          </p:contentPart>
        </mc:Choice>
        <mc:Fallback xmlns="">
          <p:pic>
            <p:nvPicPr>
              <p:cNvPr id="91" name="Ink 90">
                <a:extLst>
                  <a:ext uri="{FF2B5EF4-FFF2-40B4-BE49-F238E27FC236}">
                    <a16:creationId xmlns:a16="http://schemas.microsoft.com/office/drawing/2014/main" id="{E156BDB7-64F0-A576-22D7-358AA42A88DC}"/>
                  </a:ext>
                </a:extLst>
              </p:cNvPr>
              <p:cNvPicPr/>
              <p:nvPr/>
            </p:nvPicPr>
            <p:blipFill>
              <a:blip r:embed="rId127"/>
              <a:stretch>
                <a:fillRect/>
              </a:stretch>
            </p:blipFill>
            <p:spPr>
              <a:xfrm>
                <a:off x="7772145" y="2591398"/>
                <a:ext cx="2157840" cy="2157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2" name="Ink 91">
                <a:extLst>
                  <a:ext uri="{FF2B5EF4-FFF2-40B4-BE49-F238E27FC236}">
                    <a16:creationId xmlns:a16="http://schemas.microsoft.com/office/drawing/2014/main" id="{C75B7FA7-5287-F10E-EBB6-65218374E845}"/>
                  </a:ext>
                </a:extLst>
              </p14:cNvPr>
              <p14:cNvContentPartPr/>
              <p14:nvPr/>
            </p14:nvContentPartPr>
            <p14:xfrm>
              <a:off x="3684345" y="4040398"/>
              <a:ext cx="13680" cy="62280"/>
            </p14:xfrm>
          </p:contentPart>
        </mc:Choice>
        <mc:Fallback xmlns="">
          <p:pic>
            <p:nvPicPr>
              <p:cNvPr id="92" name="Ink 91">
                <a:extLst>
                  <a:ext uri="{FF2B5EF4-FFF2-40B4-BE49-F238E27FC236}">
                    <a16:creationId xmlns:a16="http://schemas.microsoft.com/office/drawing/2014/main" id="{C75B7FA7-5287-F10E-EBB6-65218374E845}"/>
                  </a:ext>
                </a:extLst>
              </p:cNvPr>
              <p:cNvPicPr/>
              <p:nvPr/>
            </p:nvPicPr>
            <p:blipFill>
              <a:blip r:embed="rId129"/>
              <a:stretch>
                <a:fillRect/>
              </a:stretch>
            </p:blipFill>
            <p:spPr>
              <a:xfrm>
                <a:off x="3666345" y="4022398"/>
                <a:ext cx="49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3" name="Ink 92">
                <a:extLst>
                  <a:ext uri="{FF2B5EF4-FFF2-40B4-BE49-F238E27FC236}">
                    <a16:creationId xmlns:a16="http://schemas.microsoft.com/office/drawing/2014/main" id="{7455D6DE-71A0-77B5-088E-A07C636DC9D7}"/>
                  </a:ext>
                </a:extLst>
              </p14:cNvPr>
              <p14:cNvContentPartPr/>
              <p14:nvPr/>
            </p14:nvContentPartPr>
            <p14:xfrm>
              <a:off x="4274025" y="4015558"/>
              <a:ext cx="14400" cy="46800"/>
            </p14:xfrm>
          </p:contentPart>
        </mc:Choice>
        <mc:Fallback xmlns="">
          <p:pic>
            <p:nvPicPr>
              <p:cNvPr id="93" name="Ink 92">
                <a:extLst>
                  <a:ext uri="{FF2B5EF4-FFF2-40B4-BE49-F238E27FC236}">
                    <a16:creationId xmlns:a16="http://schemas.microsoft.com/office/drawing/2014/main" id="{7455D6DE-71A0-77B5-088E-A07C636DC9D7}"/>
                  </a:ext>
                </a:extLst>
              </p:cNvPr>
              <p:cNvPicPr/>
              <p:nvPr/>
            </p:nvPicPr>
            <p:blipFill>
              <a:blip r:embed="rId131"/>
              <a:stretch>
                <a:fillRect/>
              </a:stretch>
            </p:blipFill>
            <p:spPr>
              <a:xfrm>
                <a:off x="4256025" y="3997918"/>
                <a:ext cx="500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4" name="Ink 93">
                <a:extLst>
                  <a:ext uri="{FF2B5EF4-FFF2-40B4-BE49-F238E27FC236}">
                    <a16:creationId xmlns:a16="http://schemas.microsoft.com/office/drawing/2014/main" id="{7B17A69F-DD54-1C83-B7CD-90FCB0DC53A9}"/>
                  </a:ext>
                </a:extLst>
              </p14:cNvPr>
              <p14:cNvContentPartPr/>
              <p14:nvPr/>
            </p14:nvContentPartPr>
            <p14:xfrm>
              <a:off x="4934265" y="4029958"/>
              <a:ext cx="17640" cy="88560"/>
            </p14:xfrm>
          </p:contentPart>
        </mc:Choice>
        <mc:Fallback xmlns="">
          <p:pic>
            <p:nvPicPr>
              <p:cNvPr id="94" name="Ink 93">
                <a:extLst>
                  <a:ext uri="{FF2B5EF4-FFF2-40B4-BE49-F238E27FC236}">
                    <a16:creationId xmlns:a16="http://schemas.microsoft.com/office/drawing/2014/main" id="{7B17A69F-DD54-1C83-B7CD-90FCB0DC53A9}"/>
                  </a:ext>
                </a:extLst>
              </p:cNvPr>
              <p:cNvPicPr/>
              <p:nvPr/>
            </p:nvPicPr>
            <p:blipFill>
              <a:blip r:embed="rId133"/>
              <a:stretch>
                <a:fillRect/>
              </a:stretch>
            </p:blipFill>
            <p:spPr>
              <a:xfrm>
                <a:off x="4916265" y="4011958"/>
                <a:ext cx="532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5" name="Ink 94">
                <a:extLst>
                  <a:ext uri="{FF2B5EF4-FFF2-40B4-BE49-F238E27FC236}">
                    <a16:creationId xmlns:a16="http://schemas.microsoft.com/office/drawing/2014/main" id="{F2C8FD1C-9BDC-B419-75B7-63AE1CE69665}"/>
                  </a:ext>
                </a:extLst>
              </p14:cNvPr>
              <p14:cNvContentPartPr/>
              <p14:nvPr/>
            </p14:nvContentPartPr>
            <p14:xfrm>
              <a:off x="8235465" y="4229398"/>
              <a:ext cx="23400" cy="16560"/>
            </p14:xfrm>
          </p:contentPart>
        </mc:Choice>
        <mc:Fallback xmlns="">
          <p:pic>
            <p:nvPicPr>
              <p:cNvPr id="95" name="Ink 94">
                <a:extLst>
                  <a:ext uri="{FF2B5EF4-FFF2-40B4-BE49-F238E27FC236}">
                    <a16:creationId xmlns:a16="http://schemas.microsoft.com/office/drawing/2014/main" id="{F2C8FD1C-9BDC-B419-75B7-63AE1CE69665}"/>
                  </a:ext>
                </a:extLst>
              </p:cNvPr>
              <p:cNvPicPr/>
              <p:nvPr/>
            </p:nvPicPr>
            <p:blipFill>
              <a:blip r:embed="rId135"/>
              <a:stretch>
                <a:fillRect/>
              </a:stretch>
            </p:blipFill>
            <p:spPr>
              <a:xfrm>
                <a:off x="8217825" y="4211398"/>
                <a:ext cx="590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9" name="Ink 98">
                <a:extLst>
                  <a:ext uri="{FF2B5EF4-FFF2-40B4-BE49-F238E27FC236}">
                    <a16:creationId xmlns:a16="http://schemas.microsoft.com/office/drawing/2014/main" id="{0D2AE973-F512-1624-7817-E7EE31BAEB2D}"/>
                  </a:ext>
                </a:extLst>
              </p14:cNvPr>
              <p14:cNvContentPartPr/>
              <p14:nvPr/>
            </p14:nvContentPartPr>
            <p14:xfrm>
              <a:off x="8200905" y="4211398"/>
              <a:ext cx="79560" cy="33840"/>
            </p14:xfrm>
          </p:contentPart>
        </mc:Choice>
        <mc:Fallback xmlns="">
          <p:pic>
            <p:nvPicPr>
              <p:cNvPr id="99" name="Ink 98">
                <a:extLst>
                  <a:ext uri="{FF2B5EF4-FFF2-40B4-BE49-F238E27FC236}">
                    <a16:creationId xmlns:a16="http://schemas.microsoft.com/office/drawing/2014/main" id="{0D2AE973-F512-1624-7817-E7EE31BAEB2D}"/>
                  </a:ext>
                </a:extLst>
              </p:cNvPr>
              <p:cNvPicPr/>
              <p:nvPr/>
            </p:nvPicPr>
            <p:blipFill>
              <a:blip r:embed="rId137"/>
              <a:stretch>
                <a:fillRect/>
              </a:stretch>
            </p:blipFill>
            <p:spPr>
              <a:xfrm>
                <a:off x="8182905" y="4193398"/>
                <a:ext cx="115200" cy="69480"/>
              </a:xfrm>
              <a:prstGeom prst="rect">
                <a:avLst/>
              </a:prstGeom>
            </p:spPr>
          </p:pic>
        </mc:Fallback>
      </mc:AlternateContent>
      <p:grpSp>
        <p:nvGrpSpPr>
          <p:cNvPr id="101" name="Group 100">
            <a:extLst>
              <a:ext uri="{FF2B5EF4-FFF2-40B4-BE49-F238E27FC236}">
                <a16:creationId xmlns:a16="http://schemas.microsoft.com/office/drawing/2014/main" id="{DF82F083-5299-0F07-C0DB-260B515EE56F}"/>
              </a:ext>
            </a:extLst>
          </p:cNvPr>
          <p:cNvGrpSpPr/>
          <p:nvPr/>
        </p:nvGrpSpPr>
        <p:grpSpPr>
          <a:xfrm>
            <a:off x="8842065" y="3583198"/>
            <a:ext cx="91800" cy="66600"/>
            <a:chOff x="8842065" y="3583198"/>
            <a:chExt cx="91800" cy="66600"/>
          </a:xfrm>
        </p:grpSpPr>
        <mc:AlternateContent xmlns:mc="http://schemas.openxmlformats.org/markup-compatibility/2006" xmlns:p14="http://schemas.microsoft.com/office/powerpoint/2010/main">
          <mc:Choice Requires="p14">
            <p:contentPart p14:bwMode="auto" r:id="rId138">
              <p14:nvContentPartPr>
                <p14:cNvPr id="96" name="Ink 95">
                  <a:extLst>
                    <a:ext uri="{FF2B5EF4-FFF2-40B4-BE49-F238E27FC236}">
                      <a16:creationId xmlns:a16="http://schemas.microsoft.com/office/drawing/2014/main" id="{300F8A8C-83E1-D4C6-4791-57436380D7C9}"/>
                    </a:ext>
                  </a:extLst>
                </p14:cNvPr>
                <p14:cNvContentPartPr/>
                <p14:nvPr/>
              </p14:nvContentPartPr>
              <p14:xfrm>
                <a:off x="8874825" y="3584998"/>
                <a:ext cx="10800" cy="6840"/>
              </p14:xfrm>
            </p:contentPart>
          </mc:Choice>
          <mc:Fallback xmlns="">
            <p:pic>
              <p:nvPicPr>
                <p:cNvPr id="96" name="Ink 95">
                  <a:extLst>
                    <a:ext uri="{FF2B5EF4-FFF2-40B4-BE49-F238E27FC236}">
                      <a16:creationId xmlns:a16="http://schemas.microsoft.com/office/drawing/2014/main" id="{300F8A8C-83E1-D4C6-4791-57436380D7C9}"/>
                    </a:ext>
                  </a:extLst>
                </p:cNvPr>
                <p:cNvPicPr/>
                <p:nvPr/>
              </p:nvPicPr>
              <p:blipFill>
                <a:blip r:embed="rId139"/>
                <a:stretch>
                  <a:fillRect/>
                </a:stretch>
              </p:blipFill>
              <p:spPr>
                <a:xfrm>
                  <a:off x="8856825" y="3567358"/>
                  <a:ext cx="464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7" name="Ink 96">
                  <a:extLst>
                    <a:ext uri="{FF2B5EF4-FFF2-40B4-BE49-F238E27FC236}">
                      <a16:creationId xmlns:a16="http://schemas.microsoft.com/office/drawing/2014/main" id="{E5D6C0F6-DA93-E60B-B84E-B6032D8127B9}"/>
                    </a:ext>
                  </a:extLst>
                </p14:cNvPr>
                <p14:cNvContentPartPr/>
                <p14:nvPr/>
              </p14:nvContentPartPr>
              <p14:xfrm>
                <a:off x="8842065" y="3597238"/>
                <a:ext cx="49320" cy="24840"/>
              </p14:xfrm>
            </p:contentPart>
          </mc:Choice>
          <mc:Fallback xmlns="">
            <p:pic>
              <p:nvPicPr>
                <p:cNvPr id="97" name="Ink 96">
                  <a:extLst>
                    <a:ext uri="{FF2B5EF4-FFF2-40B4-BE49-F238E27FC236}">
                      <a16:creationId xmlns:a16="http://schemas.microsoft.com/office/drawing/2014/main" id="{E5D6C0F6-DA93-E60B-B84E-B6032D8127B9}"/>
                    </a:ext>
                  </a:extLst>
                </p:cNvPr>
                <p:cNvPicPr/>
                <p:nvPr/>
              </p:nvPicPr>
              <p:blipFill>
                <a:blip r:embed="rId141"/>
                <a:stretch>
                  <a:fillRect/>
                </a:stretch>
              </p:blipFill>
              <p:spPr>
                <a:xfrm>
                  <a:off x="8824425" y="3579598"/>
                  <a:ext cx="8496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0" name="Ink 99">
                  <a:extLst>
                    <a:ext uri="{FF2B5EF4-FFF2-40B4-BE49-F238E27FC236}">
                      <a16:creationId xmlns:a16="http://schemas.microsoft.com/office/drawing/2014/main" id="{7DE8AFCF-E8C0-C383-CCF8-754FCA86113F}"/>
                    </a:ext>
                  </a:extLst>
                </p14:cNvPr>
                <p14:cNvContentPartPr/>
                <p14:nvPr/>
              </p14:nvContentPartPr>
              <p14:xfrm>
                <a:off x="8855385" y="3583198"/>
                <a:ext cx="78480" cy="66600"/>
              </p14:xfrm>
            </p:contentPart>
          </mc:Choice>
          <mc:Fallback xmlns="">
            <p:pic>
              <p:nvPicPr>
                <p:cNvPr id="100" name="Ink 99">
                  <a:extLst>
                    <a:ext uri="{FF2B5EF4-FFF2-40B4-BE49-F238E27FC236}">
                      <a16:creationId xmlns:a16="http://schemas.microsoft.com/office/drawing/2014/main" id="{7DE8AFCF-E8C0-C383-CCF8-754FCA86113F}"/>
                    </a:ext>
                  </a:extLst>
                </p:cNvPr>
                <p:cNvPicPr/>
                <p:nvPr/>
              </p:nvPicPr>
              <p:blipFill>
                <a:blip r:embed="rId143"/>
                <a:stretch>
                  <a:fillRect/>
                </a:stretch>
              </p:blipFill>
              <p:spPr>
                <a:xfrm>
                  <a:off x="8837745" y="3565198"/>
                  <a:ext cx="114120" cy="102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102" name="Ink 101">
                <a:extLst>
                  <a:ext uri="{FF2B5EF4-FFF2-40B4-BE49-F238E27FC236}">
                    <a16:creationId xmlns:a16="http://schemas.microsoft.com/office/drawing/2014/main" id="{2D77C476-90B9-CDD8-993B-AC99428422D0}"/>
                  </a:ext>
                </a:extLst>
              </p14:cNvPr>
              <p14:cNvContentPartPr/>
              <p14:nvPr/>
            </p14:nvContentPartPr>
            <p14:xfrm>
              <a:off x="9556305" y="2867158"/>
              <a:ext cx="42840" cy="64080"/>
            </p14:xfrm>
          </p:contentPart>
        </mc:Choice>
        <mc:Fallback xmlns="">
          <p:pic>
            <p:nvPicPr>
              <p:cNvPr id="102" name="Ink 101">
                <a:extLst>
                  <a:ext uri="{FF2B5EF4-FFF2-40B4-BE49-F238E27FC236}">
                    <a16:creationId xmlns:a16="http://schemas.microsoft.com/office/drawing/2014/main" id="{2D77C476-90B9-CDD8-993B-AC99428422D0}"/>
                  </a:ext>
                </a:extLst>
              </p:cNvPr>
              <p:cNvPicPr/>
              <p:nvPr/>
            </p:nvPicPr>
            <p:blipFill>
              <a:blip r:embed="rId145"/>
              <a:stretch>
                <a:fillRect/>
              </a:stretch>
            </p:blipFill>
            <p:spPr>
              <a:xfrm>
                <a:off x="9538665" y="2849158"/>
                <a:ext cx="784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3" name="Ink 102">
                <a:extLst>
                  <a:ext uri="{FF2B5EF4-FFF2-40B4-BE49-F238E27FC236}">
                    <a16:creationId xmlns:a16="http://schemas.microsoft.com/office/drawing/2014/main" id="{823CE9F8-330F-A4E7-9779-DC4A313C34F1}"/>
                  </a:ext>
                </a:extLst>
              </p14:cNvPr>
              <p14:cNvContentPartPr/>
              <p14:nvPr/>
            </p14:nvContentPartPr>
            <p14:xfrm>
              <a:off x="9569985" y="2900278"/>
              <a:ext cx="103680" cy="65880"/>
            </p14:xfrm>
          </p:contentPart>
        </mc:Choice>
        <mc:Fallback xmlns="">
          <p:pic>
            <p:nvPicPr>
              <p:cNvPr id="103" name="Ink 102">
                <a:extLst>
                  <a:ext uri="{FF2B5EF4-FFF2-40B4-BE49-F238E27FC236}">
                    <a16:creationId xmlns:a16="http://schemas.microsoft.com/office/drawing/2014/main" id="{823CE9F8-330F-A4E7-9779-DC4A313C34F1}"/>
                  </a:ext>
                </a:extLst>
              </p:cNvPr>
              <p:cNvPicPr/>
              <p:nvPr/>
            </p:nvPicPr>
            <p:blipFill>
              <a:blip r:embed="rId147"/>
              <a:stretch>
                <a:fillRect/>
              </a:stretch>
            </p:blipFill>
            <p:spPr>
              <a:xfrm>
                <a:off x="9552345" y="2882638"/>
                <a:ext cx="1393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4" name="Ink 103">
                <a:extLst>
                  <a:ext uri="{FF2B5EF4-FFF2-40B4-BE49-F238E27FC236}">
                    <a16:creationId xmlns:a16="http://schemas.microsoft.com/office/drawing/2014/main" id="{F3FD5A51-BB69-5E31-1E40-92802CC192D5}"/>
                  </a:ext>
                </a:extLst>
              </p14:cNvPr>
              <p14:cNvContentPartPr/>
              <p14:nvPr/>
            </p14:nvContentPartPr>
            <p14:xfrm>
              <a:off x="8238345" y="4221838"/>
              <a:ext cx="80640" cy="67320"/>
            </p14:xfrm>
          </p:contentPart>
        </mc:Choice>
        <mc:Fallback xmlns="">
          <p:pic>
            <p:nvPicPr>
              <p:cNvPr id="104" name="Ink 103">
                <a:extLst>
                  <a:ext uri="{FF2B5EF4-FFF2-40B4-BE49-F238E27FC236}">
                    <a16:creationId xmlns:a16="http://schemas.microsoft.com/office/drawing/2014/main" id="{F3FD5A51-BB69-5E31-1E40-92802CC192D5}"/>
                  </a:ext>
                </a:extLst>
              </p:cNvPr>
              <p:cNvPicPr/>
              <p:nvPr/>
            </p:nvPicPr>
            <p:blipFill>
              <a:blip r:embed="rId149"/>
              <a:stretch>
                <a:fillRect/>
              </a:stretch>
            </p:blipFill>
            <p:spPr>
              <a:xfrm>
                <a:off x="8220705" y="4204198"/>
                <a:ext cx="1162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1" name="Ink 110">
                <a:extLst>
                  <a:ext uri="{FF2B5EF4-FFF2-40B4-BE49-F238E27FC236}">
                    <a16:creationId xmlns:a16="http://schemas.microsoft.com/office/drawing/2014/main" id="{96B2A85B-4C6D-0366-067D-C44DEE3F6D83}"/>
                  </a:ext>
                </a:extLst>
              </p14:cNvPr>
              <p14:cNvContentPartPr/>
              <p14:nvPr/>
            </p14:nvContentPartPr>
            <p14:xfrm>
              <a:off x="4255665" y="4075678"/>
              <a:ext cx="32040" cy="57240"/>
            </p14:xfrm>
          </p:contentPart>
        </mc:Choice>
        <mc:Fallback xmlns="">
          <p:pic>
            <p:nvPicPr>
              <p:cNvPr id="111" name="Ink 110">
                <a:extLst>
                  <a:ext uri="{FF2B5EF4-FFF2-40B4-BE49-F238E27FC236}">
                    <a16:creationId xmlns:a16="http://schemas.microsoft.com/office/drawing/2014/main" id="{96B2A85B-4C6D-0366-067D-C44DEE3F6D83}"/>
                  </a:ext>
                </a:extLst>
              </p:cNvPr>
              <p:cNvPicPr/>
              <p:nvPr/>
            </p:nvPicPr>
            <p:blipFill>
              <a:blip r:embed="rId151"/>
              <a:stretch>
                <a:fillRect/>
              </a:stretch>
            </p:blipFill>
            <p:spPr>
              <a:xfrm>
                <a:off x="4238025" y="4058038"/>
                <a:ext cx="676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2" name="Ink 111">
                <a:extLst>
                  <a:ext uri="{FF2B5EF4-FFF2-40B4-BE49-F238E27FC236}">
                    <a16:creationId xmlns:a16="http://schemas.microsoft.com/office/drawing/2014/main" id="{0EEEAA28-734E-3A7F-E673-B0B7FBFCD209}"/>
                  </a:ext>
                </a:extLst>
              </p14:cNvPr>
              <p14:cNvContentPartPr/>
              <p14:nvPr/>
            </p14:nvContentPartPr>
            <p14:xfrm>
              <a:off x="3683985" y="4056238"/>
              <a:ext cx="16200" cy="73800"/>
            </p14:xfrm>
          </p:contentPart>
        </mc:Choice>
        <mc:Fallback xmlns="">
          <p:pic>
            <p:nvPicPr>
              <p:cNvPr id="112" name="Ink 111">
                <a:extLst>
                  <a:ext uri="{FF2B5EF4-FFF2-40B4-BE49-F238E27FC236}">
                    <a16:creationId xmlns:a16="http://schemas.microsoft.com/office/drawing/2014/main" id="{0EEEAA28-734E-3A7F-E673-B0B7FBFCD209}"/>
                  </a:ext>
                </a:extLst>
              </p:cNvPr>
              <p:cNvPicPr/>
              <p:nvPr/>
            </p:nvPicPr>
            <p:blipFill>
              <a:blip r:embed="rId153"/>
              <a:stretch>
                <a:fillRect/>
              </a:stretch>
            </p:blipFill>
            <p:spPr>
              <a:xfrm>
                <a:off x="3665985" y="4038238"/>
                <a:ext cx="51840" cy="109440"/>
              </a:xfrm>
              <a:prstGeom prst="rect">
                <a:avLst/>
              </a:prstGeom>
            </p:spPr>
          </p:pic>
        </mc:Fallback>
      </mc:AlternateContent>
    </p:spTree>
    <p:extLst>
      <p:ext uri="{BB962C8B-B14F-4D97-AF65-F5344CB8AC3E}">
        <p14:creationId xmlns:p14="http://schemas.microsoft.com/office/powerpoint/2010/main" val="3523029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D55F6-0FCC-A091-11A4-6731FA2072B8}"/>
              </a:ext>
            </a:extLst>
          </p:cNvPr>
          <p:cNvSpPr>
            <a:spLocks noGrp="1"/>
          </p:cNvSpPr>
          <p:nvPr>
            <p:ph type="title"/>
          </p:nvPr>
        </p:nvSpPr>
        <p:spPr/>
        <p:txBody>
          <a:bodyPr/>
          <a:lstStyle/>
          <a:p>
            <a:r>
              <a:rPr lang="en-US" dirty="0"/>
              <a:t>Linear Regression with One Variable</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EBEFB9-49E8-4A27-059B-29DAA7531232}"/>
                  </a:ext>
                </a:extLst>
              </p:cNvPr>
              <p:cNvSpPr>
                <a:spLocks noGrp="1"/>
              </p:cNvSpPr>
              <p:nvPr>
                <p:ph idx="1"/>
              </p:nvPr>
            </p:nvSpPr>
            <p:spPr/>
            <p:txBody>
              <a:bodyPr>
                <a:normAutofit lnSpcReduction="10000"/>
              </a:bodyPr>
              <a:lstStyle/>
              <a:p>
                <a:endParaRPr lang="en-US" i="1" dirty="0">
                  <a:latin typeface="Cambria Math" panose="02040503050406030204" pitchFamily="18" charset="0"/>
                </a:endParaRPr>
              </a:p>
              <a:p>
                <a:endParaRPr lang="en-US" i="1" dirty="0">
                  <a:latin typeface="Cambria Math" panose="02040503050406030204" pitchFamily="18" charset="0"/>
                </a:endParaRPr>
              </a:p>
              <a:p>
                <a:endParaRPr lang="en-US" i="1" dirty="0">
                  <a:latin typeface="Cambria Math" panose="02040503050406030204" pitchFamily="18" charset="0"/>
                </a:endParaRPr>
              </a:p>
              <a:p>
                <a:endParaRPr lang="en-US" i="1" dirty="0">
                  <a:latin typeface="Cambria Math" panose="02040503050406030204" pitchFamily="18" charset="0"/>
                </a:endParaRPr>
              </a:p>
              <a:p>
                <a:endParaRPr lang="en-US" i="1" dirty="0">
                  <a:latin typeface="Cambria Math" panose="02040503050406030204" pitchFamily="18" charset="0"/>
                </a:endParaRPr>
              </a:p>
              <a:p>
                <a:endParaRPr lang="en-US" i="1" dirty="0">
                  <a:latin typeface="Cambria Math" panose="02040503050406030204" pitchFamily="18" charset="0"/>
                </a:endParaRPr>
              </a:p>
              <a:p>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 </m:t>
                    </m:r>
                    <m:r>
                      <a:rPr lang="en-US" i="1" dirty="0" smtClean="0">
                        <a:latin typeface="Cambria Math" panose="02040503050406030204" pitchFamily="18" charset="0"/>
                      </a:rPr>
                      <m:t>h</m:t>
                    </m:r>
                    <m:r>
                      <a:rPr lang="el-GR" i="1" dirty="0" smtClean="0">
                        <a:latin typeface="Cambria Math" panose="02040503050406030204" pitchFamily="18" charset="0"/>
                      </a:rPr>
                      <m:t>𝜃</m:t>
                    </m:r>
                    <m:r>
                      <a:rPr lang="el-GR"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l-GR" i="1" dirty="0" smtClean="0">
                        <a:latin typeface="Cambria Math" panose="02040503050406030204" pitchFamily="18" charset="0"/>
                      </a:rPr>
                      <m:t>𝜃</m:t>
                    </m:r>
                    <m:r>
                      <a:rPr lang="el-GR" i="1" baseline="-25000" dirty="0" smtClean="0">
                        <a:latin typeface="Cambria Math" panose="02040503050406030204" pitchFamily="18" charset="0"/>
                      </a:rPr>
                      <m:t>0</m:t>
                    </m:r>
                    <m:r>
                      <a:rPr lang="en-US" i="1" dirty="0" smtClean="0">
                        <a:latin typeface="Cambria Math" panose="02040503050406030204" pitchFamily="18" charset="0"/>
                      </a:rPr>
                      <m:t> </m:t>
                    </m:r>
                    <m:r>
                      <a:rPr lang="el-GR" i="1" dirty="0" smtClean="0">
                        <a:latin typeface="Cambria Math" panose="02040503050406030204" pitchFamily="18" charset="0"/>
                      </a:rPr>
                      <m:t>+</m:t>
                    </m:r>
                    <m:r>
                      <a:rPr lang="en-US" i="1" dirty="0" smtClean="0">
                        <a:latin typeface="Cambria Math" panose="02040503050406030204" pitchFamily="18" charset="0"/>
                      </a:rPr>
                      <m:t> </m:t>
                    </m:r>
                    <m:r>
                      <a:rPr lang="el-GR" i="1" dirty="0" smtClean="0">
                        <a:latin typeface="Cambria Math" panose="02040503050406030204" pitchFamily="18" charset="0"/>
                      </a:rPr>
                      <m:t>𝜃</m:t>
                    </m:r>
                    <m:r>
                      <a:rPr lang="el-GR" i="1" baseline="-25000" dirty="0" smtClean="0">
                        <a:latin typeface="Cambria Math" panose="02040503050406030204" pitchFamily="18" charset="0"/>
                      </a:rPr>
                      <m:t>1</m:t>
                    </m:r>
                    <m:r>
                      <a:rPr lang="en-US" i="1" dirty="0" smtClean="0">
                        <a:latin typeface="Cambria Math" panose="02040503050406030204" pitchFamily="18" charset="0"/>
                      </a:rPr>
                      <m:t>𝑥</m:t>
                    </m:r>
                  </m:oMath>
                </a14:m>
                <a:endParaRPr lang="de-DE" dirty="0"/>
              </a:p>
              <a:p>
                <a:r>
                  <a:rPr lang="en-US" dirty="0"/>
                  <a:t>Intercept:	 </a:t>
                </a:r>
                <a14:m>
                  <m:oMath xmlns:m="http://schemas.openxmlformats.org/officeDocument/2006/math">
                    <m:r>
                      <a:rPr lang="el-GR" i="1" dirty="0" smtClean="0">
                        <a:latin typeface="Cambria Math" panose="02040503050406030204" pitchFamily="18" charset="0"/>
                      </a:rPr>
                      <m:t>𝜃</m:t>
                    </m:r>
                    <m:r>
                      <a:rPr lang="el-GR" i="1" baseline="-25000" dirty="0" smtClean="0">
                        <a:latin typeface="Cambria Math" panose="02040503050406030204" pitchFamily="18" charset="0"/>
                      </a:rPr>
                      <m:t>0</m:t>
                    </m:r>
                    <m:r>
                      <a:rPr lang="en-US" b="0" i="1" dirty="0" smtClean="0">
                        <a:latin typeface="Cambria Math" panose="02040503050406030204" pitchFamily="18" charset="0"/>
                      </a:rPr>
                      <m:t>=5</m:t>
                    </m:r>
                  </m:oMath>
                </a14:m>
                <a:endParaRPr lang="de-DE" dirty="0"/>
              </a:p>
              <a:p>
                <a:r>
                  <a:rPr lang="en-US" dirty="0"/>
                  <a:t>Slope: 	</a:t>
                </a:r>
                <a14:m>
                  <m:oMath xmlns:m="http://schemas.openxmlformats.org/officeDocument/2006/math">
                    <m:r>
                      <a:rPr lang="en-US" b="0" i="1" dirty="0" smtClean="0">
                        <a:latin typeface="Cambria Math" panose="02040503050406030204" pitchFamily="18" charset="0"/>
                      </a:rPr>
                      <m:t> </m:t>
                    </m:r>
                    <m:r>
                      <a:rPr lang="el-GR" i="1" dirty="0" smtClean="0">
                        <a:latin typeface="Cambria Math" panose="02040503050406030204" pitchFamily="18" charset="0"/>
                      </a:rPr>
                      <m:t>𝜃</m:t>
                    </m:r>
                    <m:r>
                      <a:rPr lang="el-GR" i="1" baseline="-25000" dirty="0" smtClean="0">
                        <a:latin typeface="Cambria Math" panose="02040503050406030204" pitchFamily="18" charset="0"/>
                      </a:rPr>
                      <m:t>1</m:t>
                    </m:r>
                  </m:oMath>
                </a14:m>
                <a:r>
                  <a:rPr lang="de-DE" dirty="0"/>
                  <a:t> = </a:t>
                </a:r>
                <a14:m>
                  <m:oMath xmlns:m="http://schemas.openxmlformats.org/officeDocument/2006/math">
                    <m:r>
                      <a:rPr lang="en-US" b="0" i="0" dirty="0" smtClean="0">
                        <a:latin typeface="Cambria Math" panose="02040503050406030204" pitchFamily="18" charset="0"/>
                      </a:rPr>
                      <m:t>2</m:t>
                    </m:r>
                  </m:oMath>
                </a14:m>
                <a:endParaRPr lang="de-DE" dirty="0"/>
              </a:p>
              <a:p>
                <a:endParaRPr lang="de-DE" dirty="0"/>
              </a:p>
            </p:txBody>
          </p:sp>
        </mc:Choice>
        <mc:Fallback xmlns="">
          <p:sp>
            <p:nvSpPr>
              <p:cNvPr id="3" name="Content Placeholder 2">
                <a:extLst>
                  <a:ext uri="{FF2B5EF4-FFF2-40B4-BE49-F238E27FC236}">
                    <a16:creationId xmlns:a16="http://schemas.microsoft.com/office/drawing/2014/main" id="{2FEBEFB9-49E8-4A27-059B-29DAA7531232}"/>
                  </a:ext>
                </a:extLst>
              </p:cNvPr>
              <p:cNvSpPr>
                <a:spLocks noGrp="1" noRot="1" noChangeAspect="1" noMove="1" noResize="1" noEditPoints="1" noAdjustHandles="1" noChangeArrowheads="1" noChangeShapeType="1" noTextEdit="1"/>
              </p:cNvSpPr>
              <p:nvPr>
                <p:ph idx="1"/>
              </p:nvPr>
            </p:nvSpPr>
            <p:spPr>
              <a:blipFill>
                <a:blip r:embed="rId2"/>
                <a:stretch>
                  <a:fillRect l="-1043" b="-1261"/>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972CBB6A-7591-4AF0-CFF5-A09DCC38DEC4}"/>
              </a:ext>
            </a:extLst>
          </p:cNvPr>
          <p:cNvGraphicFramePr>
            <a:graphicFrameLocks noGrp="1"/>
          </p:cNvGraphicFramePr>
          <p:nvPr>
            <p:extLst>
              <p:ext uri="{D42A27DB-BD31-4B8C-83A1-F6EECF244321}">
                <p14:modId xmlns:p14="http://schemas.microsoft.com/office/powerpoint/2010/main" val="240432656"/>
              </p:ext>
            </p:extLst>
          </p:nvPr>
        </p:nvGraphicFramePr>
        <p:xfrm>
          <a:off x="1082061" y="1825625"/>
          <a:ext cx="4016830" cy="2743200"/>
        </p:xfrm>
        <a:graphic>
          <a:graphicData uri="http://schemas.openxmlformats.org/drawingml/2006/table">
            <a:tbl>
              <a:tblPr firstRow="1" bandRow="1">
                <a:tableStyleId>{5C22544A-7EE6-4342-B048-85BDC9FD1C3A}</a:tableStyleId>
              </a:tblPr>
              <a:tblGrid>
                <a:gridCol w="2008415">
                  <a:extLst>
                    <a:ext uri="{9D8B030D-6E8A-4147-A177-3AD203B41FA5}">
                      <a16:colId xmlns:a16="http://schemas.microsoft.com/office/drawing/2014/main" val="757568652"/>
                    </a:ext>
                  </a:extLst>
                </a:gridCol>
                <a:gridCol w="2008415">
                  <a:extLst>
                    <a:ext uri="{9D8B030D-6E8A-4147-A177-3AD203B41FA5}">
                      <a16:colId xmlns:a16="http://schemas.microsoft.com/office/drawing/2014/main" val="2085500183"/>
                    </a:ext>
                  </a:extLst>
                </a:gridCol>
              </a:tblGrid>
              <a:tr h="548640">
                <a:tc>
                  <a:txBody>
                    <a:bodyPr/>
                    <a:lstStyle/>
                    <a:p>
                      <a:r>
                        <a:rPr lang="en-US" dirty="0"/>
                        <a:t>Input Data (</a:t>
                      </a:r>
                      <a:r>
                        <a:rPr lang="en-US" b="1" dirty="0"/>
                        <a:t>x</a:t>
                      </a:r>
                      <a:r>
                        <a:rPr lang="en-US" dirty="0"/>
                        <a:t>)</a:t>
                      </a:r>
                      <a:endParaRPr lang="de-DE" dirty="0"/>
                    </a:p>
                  </a:txBody>
                  <a:tcPr/>
                </a:tc>
                <a:tc>
                  <a:txBody>
                    <a:bodyPr/>
                    <a:lstStyle/>
                    <a:p>
                      <a:r>
                        <a:rPr lang="en-US" dirty="0"/>
                        <a:t> Correct Answer (y)</a:t>
                      </a:r>
                      <a:endParaRPr lang="de-DE" dirty="0"/>
                    </a:p>
                  </a:txBody>
                  <a:tcPr/>
                </a:tc>
                <a:extLst>
                  <a:ext uri="{0D108BD9-81ED-4DB2-BD59-A6C34878D82A}">
                    <a16:rowId xmlns:a16="http://schemas.microsoft.com/office/drawing/2014/main" val="157047395"/>
                  </a:ext>
                </a:extLst>
              </a:tr>
              <a:tr h="548640">
                <a:tc>
                  <a:txBody>
                    <a:bodyPr/>
                    <a:lstStyle/>
                    <a:p>
                      <a:pPr algn="ctr"/>
                      <a:r>
                        <a:rPr lang="de-DE" sz="2800" b="0" i="0" dirty="0">
                          <a:solidFill>
                            <a:srgbClr val="212121"/>
                          </a:solidFill>
                          <a:effectLst/>
                          <a:latin typeface="+mn-lt"/>
                        </a:rPr>
                        <a:t>5</a:t>
                      </a:r>
                      <a:endParaRPr lang="de-DE" sz="2800" dirty="0">
                        <a:latin typeface="+mn-lt"/>
                      </a:endParaRPr>
                    </a:p>
                  </a:txBody>
                  <a:tcPr/>
                </a:tc>
                <a:tc>
                  <a:txBody>
                    <a:bodyPr/>
                    <a:lstStyle/>
                    <a:p>
                      <a:pPr algn="ctr"/>
                      <a:r>
                        <a:rPr lang="en-US" sz="2800" dirty="0">
                          <a:latin typeface="+mn-lt"/>
                        </a:rPr>
                        <a:t>15</a:t>
                      </a:r>
                      <a:endParaRPr lang="de-DE" sz="2800" dirty="0">
                        <a:latin typeface="+mn-lt"/>
                      </a:endParaRPr>
                    </a:p>
                  </a:txBody>
                  <a:tcPr/>
                </a:tc>
                <a:extLst>
                  <a:ext uri="{0D108BD9-81ED-4DB2-BD59-A6C34878D82A}">
                    <a16:rowId xmlns:a16="http://schemas.microsoft.com/office/drawing/2014/main" val="1926273037"/>
                  </a:ext>
                </a:extLst>
              </a:tr>
              <a:tr h="548640">
                <a:tc>
                  <a:txBody>
                    <a:bodyPr/>
                    <a:lstStyle/>
                    <a:p>
                      <a:pPr algn="ctr"/>
                      <a:r>
                        <a:rPr lang="de-DE" sz="2800" b="0" i="0" dirty="0">
                          <a:solidFill>
                            <a:srgbClr val="212121"/>
                          </a:solidFill>
                          <a:effectLst/>
                          <a:latin typeface="+mn-lt"/>
                        </a:rPr>
                        <a:t>10</a:t>
                      </a:r>
                      <a:endParaRPr lang="de-DE" sz="2800" dirty="0">
                        <a:latin typeface="+mn-lt"/>
                      </a:endParaRPr>
                    </a:p>
                  </a:txBody>
                  <a:tcPr/>
                </a:tc>
                <a:tc>
                  <a:txBody>
                    <a:bodyPr/>
                    <a:lstStyle/>
                    <a:p>
                      <a:pPr algn="ctr"/>
                      <a:r>
                        <a:rPr lang="en-US" sz="2800" dirty="0">
                          <a:latin typeface="+mn-lt"/>
                        </a:rPr>
                        <a:t>25</a:t>
                      </a:r>
                      <a:endParaRPr lang="de-DE" sz="2800" dirty="0">
                        <a:latin typeface="+mn-lt"/>
                      </a:endParaRPr>
                    </a:p>
                  </a:txBody>
                  <a:tcPr/>
                </a:tc>
                <a:extLst>
                  <a:ext uri="{0D108BD9-81ED-4DB2-BD59-A6C34878D82A}">
                    <a16:rowId xmlns:a16="http://schemas.microsoft.com/office/drawing/2014/main" val="2543204615"/>
                  </a:ext>
                </a:extLst>
              </a:tr>
              <a:tr h="548640">
                <a:tc>
                  <a:txBody>
                    <a:bodyPr/>
                    <a:lstStyle/>
                    <a:p>
                      <a:pPr algn="ctr"/>
                      <a:r>
                        <a:rPr lang="de-DE" sz="2800" b="0" i="0" dirty="0">
                          <a:solidFill>
                            <a:srgbClr val="212121"/>
                          </a:solidFill>
                          <a:effectLst/>
                          <a:latin typeface="+mn-lt"/>
                        </a:rPr>
                        <a:t>15</a:t>
                      </a:r>
                      <a:endParaRPr lang="de-DE" sz="2800" dirty="0">
                        <a:latin typeface="+mn-lt"/>
                      </a:endParaRPr>
                    </a:p>
                  </a:txBody>
                  <a:tcPr/>
                </a:tc>
                <a:tc>
                  <a:txBody>
                    <a:bodyPr/>
                    <a:lstStyle/>
                    <a:p>
                      <a:pPr algn="ctr"/>
                      <a:r>
                        <a:rPr lang="en-US" sz="2800" dirty="0">
                          <a:latin typeface="+mn-lt"/>
                        </a:rPr>
                        <a:t>35</a:t>
                      </a:r>
                      <a:endParaRPr lang="de-DE" sz="2800" dirty="0">
                        <a:latin typeface="+mn-lt"/>
                      </a:endParaRPr>
                    </a:p>
                  </a:txBody>
                  <a:tcPr/>
                </a:tc>
                <a:extLst>
                  <a:ext uri="{0D108BD9-81ED-4DB2-BD59-A6C34878D82A}">
                    <a16:rowId xmlns:a16="http://schemas.microsoft.com/office/drawing/2014/main" val="3707459190"/>
                  </a:ext>
                </a:extLst>
              </a:tr>
              <a:tr h="548640">
                <a:tc>
                  <a:txBody>
                    <a:bodyPr/>
                    <a:lstStyle/>
                    <a:p>
                      <a:pPr algn="ctr"/>
                      <a:r>
                        <a:rPr lang="de-DE" sz="2800" b="0" i="0" dirty="0">
                          <a:solidFill>
                            <a:srgbClr val="212121"/>
                          </a:solidFill>
                          <a:effectLst/>
                          <a:latin typeface="+mn-lt"/>
                        </a:rPr>
                        <a:t>..</a:t>
                      </a:r>
                      <a:endParaRPr lang="de-DE" sz="2800" dirty="0">
                        <a:latin typeface="+mn-lt"/>
                      </a:endParaRPr>
                    </a:p>
                  </a:txBody>
                  <a:tcPr/>
                </a:tc>
                <a:tc>
                  <a:txBody>
                    <a:bodyPr/>
                    <a:lstStyle/>
                    <a:p>
                      <a:pPr algn="ctr"/>
                      <a:r>
                        <a:rPr lang="de-DE" sz="2800" b="0" i="0" dirty="0">
                          <a:solidFill>
                            <a:srgbClr val="212121"/>
                          </a:solidFill>
                          <a:effectLst/>
                          <a:latin typeface="+mn-lt"/>
                        </a:rPr>
                        <a:t>..</a:t>
                      </a:r>
                      <a:endParaRPr lang="de-DE" sz="2800" dirty="0">
                        <a:latin typeface="+mn-lt"/>
                      </a:endParaRPr>
                    </a:p>
                  </a:txBody>
                  <a:tcPr/>
                </a:tc>
                <a:extLst>
                  <a:ext uri="{0D108BD9-81ED-4DB2-BD59-A6C34878D82A}">
                    <a16:rowId xmlns:a16="http://schemas.microsoft.com/office/drawing/2014/main" val="3912690848"/>
                  </a:ext>
                </a:extLst>
              </a:tr>
            </a:tbl>
          </a:graphicData>
        </a:graphic>
      </p:graphicFrame>
      <p:grpSp>
        <p:nvGrpSpPr>
          <p:cNvPr id="7" name="Group 6">
            <a:extLst>
              <a:ext uri="{FF2B5EF4-FFF2-40B4-BE49-F238E27FC236}">
                <a16:creationId xmlns:a16="http://schemas.microsoft.com/office/drawing/2014/main" id="{C581C8A8-88BD-7F52-0321-FA42530633A0}"/>
              </a:ext>
            </a:extLst>
          </p:cNvPr>
          <p:cNvGrpSpPr/>
          <p:nvPr/>
        </p:nvGrpSpPr>
        <p:grpSpPr>
          <a:xfrm>
            <a:off x="5447234" y="1825625"/>
            <a:ext cx="6254909" cy="4796512"/>
            <a:chOff x="526891" y="1688750"/>
            <a:chExt cx="6254909" cy="4796512"/>
          </a:xfrm>
        </p:grpSpPr>
        <p:sp>
          <p:nvSpPr>
            <p:cNvPr id="8" name="TextBox 7">
              <a:extLst>
                <a:ext uri="{FF2B5EF4-FFF2-40B4-BE49-F238E27FC236}">
                  <a16:creationId xmlns:a16="http://schemas.microsoft.com/office/drawing/2014/main" id="{4504F5E0-9796-3D3B-1233-8CDEFEDF1C83}"/>
                </a:ext>
              </a:extLst>
            </p:cNvPr>
            <p:cNvSpPr txBox="1"/>
            <p:nvPr/>
          </p:nvSpPr>
          <p:spPr>
            <a:xfrm rot="16200000">
              <a:off x="217093" y="3463079"/>
              <a:ext cx="1081261" cy="461665"/>
            </a:xfrm>
            <a:prstGeom prst="rect">
              <a:avLst/>
            </a:prstGeom>
            <a:noFill/>
          </p:spPr>
          <p:txBody>
            <a:bodyPr wrap="square" rtlCol="0">
              <a:spAutoFit/>
            </a:bodyPr>
            <a:lstStyle/>
            <a:p>
              <a:r>
                <a:rPr lang="en-US" sz="2400" b="1" dirty="0"/>
                <a:t>Price</a:t>
              </a:r>
              <a:endParaRPr lang="de-DE" sz="2400" b="1" dirty="0"/>
            </a:p>
          </p:txBody>
        </p:sp>
        <p:sp>
          <p:nvSpPr>
            <p:cNvPr id="9" name="TextBox 8">
              <a:extLst>
                <a:ext uri="{FF2B5EF4-FFF2-40B4-BE49-F238E27FC236}">
                  <a16:creationId xmlns:a16="http://schemas.microsoft.com/office/drawing/2014/main" id="{0D317476-BC66-A228-C646-3BCF6AEF7020}"/>
                </a:ext>
              </a:extLst>
            </p:cNvPr>
            <p:cNvSpPr txBox="1"/>
            <p:nvPr/>
          </p:nvSpPr>
          <p:spPr>
            <a:xfrm>
              <a:off x="3505199" y="6023597"/>
              <a:ext cx="827314" cy="461665"/>
            </a:xfrm>
            <a:prstGeom prst="rect">
              <a:avLst/>
            </a:prstGeom>
            <a:noFill/>
          </p:spPr>
          <p:txBody>
            <a:bodyPr wrap="square" rtlCol="0">
              <a:spAutoFit/>
            </a:bodyPr>
            <a:lstStyle/>
            <a:p>
              <a:r>
                <a:rPr lang="en-US" sz="2400" b="1" dirty="0"/>
                <a:t>Size</a:t>
              </a:r>
              <a:endParaRPr lang="de-DE" sz="2400" b="1" dirty="0"/>
            </a:p>
          </p:txBody>
        </p:sp>
        <p:pic>
          <p:nvPicPr>
            <p:cNvPr id="10" name="Picture 2">
              <a:extLst>
                <a:ext uri="{FF2B5EF4-FFF2-40B4-BE49-F238E27FC236}">
                  <a16:creationId xmlns:a16="http://schemas.microsoft.com/office/drawing/2014/main" id="{2019E126-212A-394C-BE95-CBEB7E29FD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88750"/>
              <a:ext cx="5943600" cy="401032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7714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B9AA-5779-A042-4EF6-9B90AC9B1D5D}"/>
              </a:ext>
            </a:extLst>
          </p:cNvPr>
          <p:cNvSpPr>
            <a:spLocks noGrp="1"/>
          </p:cNvSpPr>
          <p:nvPr>
            <p:ph type="title"/>
          </p:nvPr>
        </p:nvSpPr>
        <p:spPr/>
        <p:txBody>
          <a:bodyPr/>
          <a:lstStyle/>
          <a:p>
            <a:r>
              <a:rPr lang="en-US" dirty="0"/>
              <a:t>Cost Function</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0CE608-B525-B8F8-A71C-071EF9C36E83}"/>
                  </a:ext>
                </a:extLst>
              </p:cNvPr>
              <p:cNvSpPr>
                <a:spLocks noGrp="1"/>
              </p:cNvSpPr>
              <p:nvPr>
                <p:ph idx="1"/>
              </p:nvPr>
            </p:nvSpPr>
            <p:spPr>
              <a:xfrm>
                <a:off x="838200" y="1573156"/>
                <a:ext cx="10515600" cy="4820111"/>
              </a:xfrm>
            </p:spPr>
            <p:txBody>
              <a:bodyPr>
                <a:normAutofit fontScale="77500" lnSpcReduction="20000"/>
              </a:bodyPr>
              <a:lstStyle/>
              <a:p>
                <a:pPr algn="just"/>
                <a:r>
                  <a:rPr lang="en-US" b="1" dirty="0"/>
                  <a:t>Hypothesis Function</a:t>
                </a:r>
              </a:p>
              <a:p>
                <a:pPr marL="457200" lvl="1" indent="0">
                  <a:buNone/>
                </a:pPr>
                <a:r>
                  <a:rPr lang="en-US" sz="2800" i="1" dirty="0"/>
                  <a:t>				y’ </a:t>
                </a:r>
                <a:r>
                  <a:rPr lang="en-US" sz="2800" dirty="0"/>
                  <a:t>= </a:t>
                </a:r>
                <a:r>
                  <a:rPr lang="en-US" sz="2800" i="1" dirty="0"/>
                  <a:t>h</a:t>
                </a:r>
                <a:r>
                  <a:rPr lang="el-GR" sz="2800" i="1" dirty="0"/>
                  <a:t>θ</a:t>
                </a:r>
                <a:r>
                  <a:rPr lang="el-GR" sz="2800" dirty="0"/>
                  <a:t>(</a:t>
                </a:r>
                <a:r>
                  <a:rPr lang="en-US" sz="2800" i="1" dirty="0"/>
                  <a:t>x</a:t>
                </a:r>
                <a:r>
                  <a:rPr lang="en-US" sz="2800" dirty="0"/>
                  <a:t>) = </a:t>
                </a:r>
                <a:r>
                  <a:rPr lang="el-GR" sz="2800" i="1" dirty="0"/>
                  <a:t>θ</a:t>
                </a:r>
                <a:r>
                  <a:rPr lang="el-GR" sz="2800" baseline="-25000" dirty="0"/>
                  <a:t>0</a:t>
                </a:r>
                <a:r>
                  <a:rPr lang="en-US" sz="2800" dirty="0"/>
                  <a:t> </a:t>
                </a:r>
                <a:r>
                  <a:rPr lang="el-GR" sz="2800" dirty="0"/>
                  <a:t>+</a:t>
                </a:r>
                <a:r>
                  <a:rPr lang="en-US" sz="2800" dirty="0"/>
                  <a:t> </a:t>
                </a:r>
                <a:r>
                  <a:rPr lang="el-GR" sz="2800" i="1" dirty="0"/>
                  <a:t>θ</a:t>
                </a:r>
                <a:r>
                  <a:rPr lang="el-GR" sz="2800" baseline="-25000" dirty="0"/>
                  <a:t>1</a:t>
                </a:r>
                <a:r>
                  <a:rPr lang="en-US" sz="2800" i="1" dirty="0"/>
                  <a:t>x</a:t>
                </a:r>
                <a:br>
                  <a:rPr lang="en-US" sz="2800" dirty="0"/>
                </a:br>
                <a:endParaRPr lang="en-US" sz="2800" dirty="0"/>
              </a:p>
              <a:p>
                <a:pPr algn="just"/>
                <a:r>
                  <a:rPr lang="en-US" b="1" dirty="0"/>
                  <a:t>Cost function</a:t>
                </a:r>
                <a:r>
                  <a:rPr lang="en-US" dirty="0"/>
                  <a:t> (to measure the performance of hypothesis function)</a:t>
                </a:r>
              </a:p>
              <a:p>
                <a:r>
                  <a:rPr lang="en-GB" dirty="0"/>
                  <a:t>This cost function is also called the squared error cost function</a:t>
                </a:r>
              </a:p>
              <a:p>
                <a:pPr lvl="1"/>
                <a:r>
                  <a:rPr lang="en-GB" dirty="0"/>
                  <a:t>This cost function is reasonable choice for most regression functions</a:t>
                </a:r>
              </a:p>
              <a:p>
                <a:pPr lvl="1"/>
                <a:r>
                  <a:rPr lang="en-GB" dirty="0"/>
                  <a:t>Probably most commonly used function</a:t>
                </a:r>
              </a:p>
              <a:p>
                <a:pPr marL="457200" lvl="1" indent="0">
                  <a:buNone/>
                </a:pPr>
                <a:endParaRPr lang="en-US" dirty="0"/>
              </a:p>
              <a:p>
                <a:pPr marL="0" indent="0" algn="just">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𝐽</m:t>
                      </m:r>
                      <m:d>
                        <m:dPr>
                          <m:ctrlPr>
                            <a:rPr lang="en-US" b="0" i="1">
                              <a:latin typeface="Cambria Math" panose="02040503050406030204" pitchFamily="18" charset="0"/>
                            </a:rPr>
                          </m:ctrlPr>
                        </m:dPr>
                        <m:e>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i="1">
                              <a:latin typeface="Cambria Math" panose="02040503050406030204" pitchFamily="18" charset="0"/>
                            </a:rPr>
                            <m:t>𝑚</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𝑚</m:t>
                          </m:r>
                        </m:sup>
                        <m:e>
                          <m:sSup>
                            <m:sSupPr>
                              <m:ctrlPr>
                                <a:rPr lang="en-US" i="1">
                                  <a:latin typeface="Cambria Math" panose="02040503050406030204" pitchFamily="18" charset="0"/>
                                </a:rPr>
                              </m:ctrlPr>
                            </m:sSupPr>
                            <m:e>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𝑦</m:t>
                                  </m:r>
                                  <m:r>
                                    <a:rPr lang="en-US" i="1">
                                      <a:latin typeface="Cambria Math" panose="02040503050406030204" pitchFamily="18" charset="0"/>
                                    </a:rPr>
                                    <m:t>′</m:t>
                                  </m:r>
                                </m:e>
                                <m:sup>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m:t>
                                  </m:r>
                                </m:sup>
                              </m:sSup>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m:t>
                                  </m:r>
                                </m:sup>
                              </m:sSup>
                              <m:r>
                                <a:rPr lang="en-US" i="1">
                                  <a:latin typeface="Cambria Math" panose="02040503050406030204" pitchFamily="18" charset="0"/>
                                </a:rPr>
                                <m:t> )</m:t>
                              </m:r>
                            </m:e>
                            <m:sup>
                              <m:r>
                                <a:rPr lang="en-US" i="1">
                                  <a:latin typeface="Cambria Math" panose="02040503050406030204" pitchFamily="18" charset="0"/>
                                </a:rPr>
                                <m:t>2</m:t>
                              </m:r>
                            </m:sup>
                          </m:sSup>
                        </m:e>
                      </m:nary>
                    </m:oMath>
                  </m:oMathPara>
                </a14:m>
                <a:endParaRPr lang="en-US" dirty="0"/>
              </a:p>
              <a:p>
                <a:pPr marL="0" indent="0" algn="just">
                  <a:buNone/>
                </a:pPr>
                <a:endParaRPr lang="en-US" dirty="0"/>
              </a:p>
              <a:p>
                <a:r>
                  <a:rPr lang="en-GB" dirty="0"/>
                  <a:t>1/m - means we determine the average</a:t>
                </a:r>
              </a:p>
              <a:p>
                <a:r>
                  <a:rPr lang="en-GB" dirty="0"/>
                  <a:t>1/2m - the 2 makes the math a bit easier, and doesn't change the constants we determine at all (i.e. half the smallest value is still the smallest value!)</a:t>
                </a:r>
              </a:p>
              <a:p>
                <a:pPr marL="0" indent="0" algn="just">
                  <a:buNone/>
                </a:pPr>
                <a:endParaRPr lang="en-US" dirty="0"/>
              </a:p>
              <a:p>
                <a:endParaRPr lang="en-US" b="1" dirty="0"/>
              </a:p>
              <a:p>
                <a:endParaRPr lang="de-DE" dirty="0"/>
              </a:p>
            </p:txBody>
          </p:sp>
        </mc:Choice>
        <mc:Fallback xmlns="">
          <p:sp>
            <p:nvSpPr>
              <p:cNvPr id="3" name="Content Placeholder 2">
                <a:extLst>
                  <a:ext uri="{FF2B5EF4-FFF2-40B4-BE49-F238E27FC236}">
                    <a16:creationId xmlns:a16="http://schemas.microsoft.com/office/drawing/2014/main" id="{DF0CE608-B525-B8F8-A71C-071EF9C36E83}"/>
                  </a:ext>
                </a:extLst>
              </p:cNvPr>
              <p:cNvSpPr>
                <a:spLocks noGrp="1" noRot="1" noChangeAspect="1" noMove="1" noResize="1" noEditPoints="1" noAdjustHandles="1" noChangeArrowheads="1" noChangeShapeType="1" noTextEdit="1"/>
              </p:cNvSpPr>
              <p:nvPr>
                <p:ph idx="1"/>
              </p:nvPr>
            </p:nvSpPr>
            <p:spPr>
              <a:xfrm>
                <a:off x="838200" y="1573156"/>
                <a:ext cx="10515600" cy="4820111"/>
              </a:xfrm>
              <a:blipFill>
                <a:blip r:embed="rId2"/>
                <a:stretch>
                  <a:fillRect l="-696" t="-2655"/>
                </a:stretch>
              </a:blipFill>
            </p:spPr>
            <p:txBody>
              <a:bodyPr/>
              <a:lstStyle/>
              <a:p>
                <a:r>
                  <a:rPr lang="en-US">
                    <a:noFill/>
                  </a:rPr>
                  <a:t> </a:t>
                </a:r>
              </a:p>
            </p:txBody>
          </p:sp>
        </mc:Fallback>
      </mc:AlternateContent>
    </p:spTree>
    <p:extLst>
      <p:ext uri="{BB962C8B-B14F-4D97-AF65-F5344CB8AC3E}">
        <p14:creationId xmlns:p14="http://schemas.microsoft.com/office/powerpoint/2010/main" val="3322972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A049D-7FD3-9F7D-C602-9721E230C622}"/>
              </a:ext>
            </a:extLst>
          </p:cNvPr>
          <p:cNvSpPr>
            <a:spLocks noGrp="1"/>
          </p:cNvSpPr>
          <p:nvPr>
            <p:ph type="title"/>
          </p:nvPr>
        </p:nvSpPr>
        <p:spPr/>
        <p:txBody>
          <a:bodyPr/>
          <a:lstStyle/>
          <a:p>
            <a:r>
              <a:rPr lang="en-US" dirty="0"/>
              <a:t>Cost Function</a:t>
            </a:r>
            <a:endParaRPr lang="de-DE" dirty="0"/>
          </a:p>
        </p:txBody>
      </p:sp>
      <p:sp>
        <p:nvSpPr>
          <p:cNvPr id="3" name="Content Placeholder 2">
            <a:extLst>
              <a:ext uri="{FF2B5EF4-FFF2-40B4-BE49-F238E27FC236}">
                <a16:creationId xmlns:a16="http://schemas.microsoft.com/office/drawing/2014/main" id="{B457DF54-ECC0-394E-C619-54BC169DAECF}"/>
              </a:ext>
            </a:extLst>
          </p:cNvPr>
          <p:cNvSpPr>
            <a:spLocks noGrp="1"/>
          </p:cNvSpPr>
          <p:nvPr>
            <p:ph idx="1"/>
          </p:nvPr>
        </p:nvSpPr>
        <p:spPr/>
        <p:txBody>
          <a:bodyPr/>
          <a:lstStyle/>
          <a:p>
            <a:endParaRPr lang="de-DE" dirty="0"/>
          </a:p>
        </p:txBody>
      </p:sp>
      <p:graphicFrame>
        <p:nvGraphicFramePr>
          <p:cNvPr id="4" name="Table 4">
            <a:extLst>
              <a:ext uri="{FF2B5EF4-FFF2-40B4-BE49-F238E27FC236}">
                <a16:creationId xmlns:a16="http://schemas.microsoft.com/office/drawing/2014/main" id="{FA809458-373C-3C86-3CC4-FC3F34F7E64E}"/>
              </a:ext>
            </a:extLst>
          </p:cNvPr>
          <p:cNvGraphicFramePr>
            <a:graphicFrameLocks noGrp="1"/>
          </p:cNvGraphicFramePr>
          <p:nvPr/>
        </p:nvGraphicFramePr>
        <p:xfrm>
          <a:off x="947056" y="1923596"/>
          <a:ext cx="8595360" cy="301752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757568652"/>
                    </a:ext>
                  </a:extLst>
                </a:gridCol>
                <a:gridCol w="2148840">
                  <a:extLst>
                    <a:ext uri="{9D8B030D-6E8A-4147-A177-3AD203B41FA5}">
                      <a16:colId xmlns:a16="http://schemas.microsoft.com/office/drawing/2014/main" val="2085500183"/>
                    </a:ext>
                  </a:extLst>
                </a:gridCol>
                <a:gridCol w="2148840">
                  <a:extLst>
                    <a:ext uri="{9D8B030D-6E8A-4147-A177-3AD203B41FA5}">
                      <a16:colId xmlns:a16="http://schemas.microsoft.com/office/drawing/2014/main" val="1821153253"/>
                    </a:ext>
                  </a:extLst>
                </a:gridCol>
                <a:gridCol w="2148840">
                  <a:extLst>
                    <a:ext uri="{9D8B030D-6E8A-4147-A177-3AD203B41FA5}">
                      <a16:colId xmlns:a16="http://schemas.microsoft.com/office/drawing/2014/main" val="584785679"/>
                    </a:ext>
                  </a:extLst>
                </a:gridCol>
              </a:tblGrid>
              <a:tr h="548640">
                <a:tc>
                  <a:txBody>
                    <a:bodyPr/>
                    <a:lstStyle/>
                    <a:p>
                      <a:pPr algn="ctr"/>
                      <a:r>
                        <a:rPr lang="en-US" sz="2400" dirty="0"/>
                        <a:t>Input Data (</a:t>
                      </a:r>
                      <a:r>
                        <a:rPr lang="en-US" sz="2400" b="1" dirty="0"/>
                        <a:t>x</a:t>
                      </a:r>
                      <a:r>
                        <a:rPr lang="en-US" sz="2400" dirty="0"/>
                        <a:t>)</a:t>
                      </a:r>
                      <a:endParaRPr lang="de-DE" sz="2400" dirty="0"/>
                    </a:p>
                  </a:txBody>
                  <a:tcPr anchor="ctr"/>
                </a:tc>
                <a:tc>
                  <a:txBody>
                    <a:bodyPr/>
                    <a:lstStyle/>
                    <a:p>
                      <a:pPr algn="ctr"/>
                      <a:r>
                        <a:rPr lang="en-US" sz="2400" dirty="0"/>
                        <a:t> Correct Answer (y)</a:t>
                      </a:r>
                      <a:endParaRPr lang="de-DE" sz="2400" dirty="0"/>
                    </a:p>
                  </a:txBody>
                  <a:tcPr anchor="ctr"/>
                </a:tc>
                <a:tc>
                  <a:txBody>
                    <a:bodyPr/>
                    <a:lstStyle/>
                    <a:p>
                      <a:pPr algn="ctr"/>
                      <a:r>
                        <a:rPr lang="en-US" sz="2400" dirty="0"/>
                        <a:t>Estimated Answer</a:t>
                      </a:r>
                      <a:endParaRPr lang="de-DE" sz="2400" dirty="0"/>
                    </a:p>
                  </a:txBody>
                  <a:tcPr anchor="ctr"/>
                </a:tc>
                <a:tc>
                  <a:txBody>
                    <a:bodyPr/>
                    <a:lstStyle/>
                    <a:p>
                      <a:pPr algn="ctr"/>
                      <a:r>
                        <a:rPr lang="en-US" sz="2400" dirty="0"/>
                        <a:t>Error</a:t>
                      </a:r>
                      <a:endParaRPr lang="de-DE" sz="2400" dirty="0"/>
                    </a:p>
                  </a:txBody>
                  <a:tcPr anchor="ctr"/>
                </a:tc>
                <a:extLst>
                  <a:ext uri="{0D108BD9-81ED-4DB2-BD59-A6C34878D82A}">
                    <a16:rowId xmlns:a16="http://schemas.microsoft.com/office/drawing/2014/main" val="157047395"/>
                  </a:ext>
                </a:extLst>
              </a:tr>
              <a:tr h="548640">
                <a:tc>
                  <a:txBody>
                    <a:bodyPr/>
                    <a:lstStyle/>
                    <a:p>
                      <a:pPr algn="ctr"/>
                      <a:r>
                        <a:rPr lang="de-DE" sz="2800" b="0" i="0" dirty="0">
                          <a:solidFill>
                            <a:srgbClr val="212121"/>
                          </a:solidFill>
                          <a:effectLst/>
                          <a:latin typeface="+mn-lt"/>
                        </a:rPr>
                        <a:t>8.3</a:t>
                      </a:r>
                      <a:endParaRPr lang="de-DE" sz="2800" dirty="0">
                        <a:latin typeface="+mn-lt"/>
                      </a:endParaRPr>
                    </a:p>
                  </a:txBody>
                  <a:tcPr/>
                </a:tc>
                <a:tc>
                  <a:txBody>
                    <a:bodyPr/>
                    <a:lstStyle/>
                    <a:p>
                      <a:pPr algn="ctr"/>
                      <a:r>
                        <a:rPr lang="en-US" sz="2800" dirty="0">
                          <a:latin typeface="+mn-lt"/>
                        </a:rPr>
                        <a:t>20.99</a:t>
                      </a:r>
                      <a:endParaRPr lang="de-DE" sz="2800" dirty="0">
                        <a:latin typeface="+mn-lt"/>
                      </a:endParaRPr>
                    </a:p>
                  </a:txBody>
                  <a:tcPr/>
                </a:tc>
                <a:tc>
                  <a:txBody>
                    <a:bodyPr/>
                    <a:lstStyle/>
                    <a:p>
                      <a:pPr algn="ctr"/>
                      <a:r>
                        <a:rPr lang="en-US" sz="2800" dirty="0">
                          <a:latin typeface="+mn-lt"/>
                        </a:rPr>
                        <a:t>21.6</a:t>
                      </a:r>
                      <a:endParaRPr lang="de-DE" sz="2800" dirty="0">
                        <a:latin typeface="+mn-lt"/>
                      </a:endParaRPr>
                    </a:p>
                  </a:txBody>
                  <a:tcPr/>
                </a:tc>
                <a:tc>
                  <a:txBody>
                    <a:bodyPr/>
                    <a:lstStyle/>
                    <a:p>
                      <a:pPr algn="ctr"/>
                      <a:r>
                        <a:rPr lang="en-US" sz="2800" dirty="0">
                          <a:latin typeface="+mn-lt"/>
                        </a:rPr>
                        <a:t>-0.61</a:t>
                      </a:r>
                      <a:endParaRPr lang="de-DE" sz="2800" dirty="0">
                        <a:latin typeface="+mn-lt"/>
                      </a:endParaRPr>
                    </a:p>
                  </a:txBody>
                  <a:tcPr/>
                </a:tc>
                <a:extLst>
                  <a:ext uri="{0D108BD9-81ED-4DB2-BD59-A6C34878D82A}">
                    <a16:rowId xmlns:a16="http://schemas.microsoft.com/office/drawing/2014/main" val="1926273037"/>
                  </a:ext>
                </a:extLst>
              </a:tr>
              <a:tr h="548640">
                <a:tc>
                  <a:txBody>
                    <a:bodyPr/>
                    <a:lstStyle/>
                    <a:p>
                      <a:pPr algn="ctr"/>
                      <a:r>
                        <a:rPr lang="de-DE" sz="2800" b="0" i="0" dirty="0">
                          <a:solidFill>
                            <a:srgbClr val="212121"/>
                          </a:solidFill>
                          <a:effectLst/>
                          <a:latin typeface="+mn-lt"/>
                        </a:rPr>
                        <a:t>14.4</a:t>
                      </a:r>
                      <a:endParaRPr lang="de-DE" sz="2800" dirty="0">
                        <a:latin typeface="+mn-lt"/>
                      </a:endParaRPr>
                    </a:p>
                  </a:txBody>
                  <a:tcPr/>
                </a:tc>
                <a:tc>
                  <a:txBody>
                    <a:bodyPr/>
                    <a:lstStyle/>
                    <a:p>
                      <a:pPr algn="ctr"/>
                      <a:r>
                        <a:rPr lang="en-US" sz="2800" dirty="0">
                          <a:latin typeface="+mn-lt"/>
                        </a:rPr>
                        <a:t>32.89</a:t>
                      </a:r>
                      <a:endParaRPr lang="de-DE" sz="2800" dirty="0">
                        <a:latin typeface="+mn-lt"/>
                      </a:endParaRPr>
                    </a:p>
                  </a:txBody>
                  <a:tcPr/>
                </a:tc>
                <a:tc>
                  <a:txBody>
                    <a:bodyPr/>
                    <a:lstStyle/>
                    <a:p>
                      <a:pPr algn="ctr"/>
                      <a:r>
                        <a:rPr lang="en-US" sz="2800" dirty="0">
                          <a:latin typeface="+mn-lt"/>
                        </a:rPr>
                        <a:t>33.8</a:t>
                      </a:r>
                      <a:endParaRPr lang="de-DE" sz="2800" dirty="0">
                        <a:latin typeface="+mn-lt"/>
                      </a:endParaRPr>
                    </a:p>
                  </a:txBody>
                  <a:tcPr/>
                </a:tc>
                <a:tc>
                  <a:txBody>
                    <a:bodyPr/>
                    <a:lstStyle/>
                    <a:p>
                      <a:pPr algn="ctr"/>
                      <a:r>
                        <a:rPr lang="en-US" sz="2800" dirty="0">
                          <a:latin typeface="+mn-lt"/>
                        </a:rPr>
                        <a:t>-0.81</a:t>
                      </a:r>
                      <a:endParaRPr lang="de-DE" sz="2800" dirty="0">
                        <a:latin typeface="+mn-lt"/>
                      </a:endParaRPr>
                    </a:p>
                  </a:txBody>
                  <a:tcPr/>
                </a:tc>
                <a:extLst>
                  <a:ext uri="{0D108BD9-81ED-4DB2-BD59-A6C34878D82A}">
                    <a16:rowId xmlns:a16="http://schemas.microsoft.com/office/drawing/2014/main" val="2543204615"/>
                  </a:ext>
                </a:extLst>
              </a:tr>
              <a:tr h="548640">
                <a:tc>
                  <a:txBody>
                    <a:bodyPr/>
                    <a:lstStyle/>
                    <a:p>
                      <a:pPr algn="ctr"/>
                      <a:r>
                        <a:rPr lang="de-DE" sz="2800" b="0" i="0" dirty="0">
                          <a:solidFill>
                            <a:srgbClr val="212121"/>
                          </a:solidFill>
                          <a:effectLst/>
                          <a:latin typeface="+mn-lt"/>
                        </a:rPr>
                        <a:t>6.05</a:t>
                      </a:r>
                      <a:endParaRPr lang="de-DE" sz="2800" dirty="0">
                        <a:latin typeface="+mn-lt"/>
                      </a:endParaRPr>
                    </a:p>
                  </a:txBody>
                  <a:tcPr/>
                </a:tc>
                <a:tc>
                  <a:txBody>
                    <a:bodyPr/>
                    <a:lstStyle/>
                    <a:p>
                      <a:pPr algn="ctr"/>
                      <a:r>
                        <a:rPr lang="en-US" sz="2800" dirty="0">
                          <a:latin typeface="+mn-lt"/>
                        </a:rPr>
                        <a:t>17.1</a:t>
                      </a:r>
                      <a:endParaRPr lang="de-DE" sz="2800" dirty="0">
                        <a:latin typeface="+mn-lt"/>
                      </a:endParaRPr>
                    </a:p>
                  </a:txBody>
                  <a:tcPr/>
                </a:tc>
                <a:tc>
                  <a:txBody>
                    <a:bodyPr/>
                    <a:lstStyle/>
                    <a:p>
                      <a:pPr algn="ctr"/>
                      <a:r>
                        <a:rPr lang="en-US" sz="2800" dirty="0">
                          <a:latin typeface="+mn-lt"/>
                        </a:rPr>
                        <a:t>17.08</a:t>
                      </a:r>
                      <a:endParaRPr lang="de-DE" sz="2800" dirty="0">
                        <a:latin typeface="+mn-lt"/>
                      </a:endParaRPr>
                    </a:p>
                  </a:txBody>
                  <a:tcPr/>
                </a:tc>
                <a:tc>
                  <a:txBody>
                    <a:bodyPr/>
                    <a:lstStyle/>
                    <a:p>
                      <a:pPr algn="ctr"/>
                      <a:r>
                        <a:rPr lang="en-US" sz="2800" dirty="0">
                          <a:latin typeface="+mn-lt"/>
                        </a:rPr>
                        <a:t>0.02</a:t>
                      </a:r>
                      <a:endParaRPr lang="de-DE" sz="2800" dirty="0">
                        <a:latin typeface="+mn-lt"/>
                      </a:endParaRPr>
                    </a:p>
                  </a:txBody>
                  <a:tcPr/>
                </a:tc>
                <a:extLst>
                  <a:ext uri="{0D108BD9-81ED-4DB2-BD59-A6C34878D82A}">
                    <a16:rowId xmlns:a16="http://schemas.microsoft.com/office/drawing/2014/main" val="3707459190"/>
                  </a:ext>
                </a:extLst>
              </a:tr>
              <a:tr h="548640">
                <a:tc>
                  <a:txBody>
                    <a:bodyPr/>
                    <a:lstStyle/>
                    <a:p>
                      <a:pPr algn="ctr"/>
                      <a:r>
                        <a:rPr lang="de-DE" sz="2800" b="0" i="0" dirty="0">
                          <a:solidFill>
                            <a:srgbClr val="212121"/>
                          </a:solidFill>
                          <a:effectLst/>
                          <a:latin typeface="+mn-lt"/>
                        </a:rPr>
                        <a:t>..</a:t>
                      </a:r>
                      <a:endParaRPr lang="de-DE" sz="2800" dirty="0">
                        <a:latin typeface="+mn-lt"/>
                      </a:endParaRPr>
                    </a:p>
                  </a:txBody>
                  <a:tcPr/>
                </a:tc>
                <a:tc>
                  <a:txBody>
                    <a:bodyPr/>
                    <a:lstStyle/>
                    <a:p>
                      <a:pPr algn="ctr"/>
                      <a:r>
                        <a:rPr lang="de-DE" sz="2800" b="0" i="0" dirty="0">
                          <a:solidFill>
                            <a:srgbClr val="212121"/>
                          </a:solidFill>
                          <a:effectLst/>
                          <a:latin typeface="+mn-lt"/>
                        </a:rPr>
                        <a:t>..</a:t>
                      </a:r>
                      <a:endParaRPr lang="de-DE" sz="2800" dirty="0">
                        <a:latin typeface="+mn-lt"/>
                      </a:endParaRPr>
                    </a:p>
                  </a:txBody>
                  <a:tcPr/>
                </a:tc>
                <a:tc>
                  <a:txBody>
                    <a:bodyPr/>
                    <a:lstStyle/>
                    <a:p>
                      <a:pPr algn="ctr"/>
                      <a:r>
                        <a:rPr lang="en-US" sz="2800" dirty="0">
                          <a:latin typeface="+mn-lt"/>
                        </a:rPr>
                        <a:t>..</a:t>
                      </a:r>
                      <a:endParaRPr lang="de-DE" sz="2800" dirty="0">
                        <a:latin typeface="+mn-lt"/>
                      </a:endParaRPr>
                    </a:p>
                  </a:txBody>
                  <a:tcPr/>
                </a:tc>
                <a:tc>
                  <a:txBody>
                    <a:bodyPr/>
                    <a:lstStyle/>
                    <a:p>
                      <a:pPr algn="ctr"/>
                      <a:r>
                        <a:rPr lang="en-US" sz="2800" dirty="0">
                          <a:latin typeface="+mn-lt"/>
                        </a:rPr>
                        <a:t>..</a:t>
                      </a:r>
                      <a:endParaRPr lang="de-DE" sz="2800" dirty="0">
                        <a:latin typeface="+mn-lt"/>
                      </a:endParaRPr>
                    </a:p>
                  </a:txBody>
                  <a:tcPr/>
                </a:tc>
                <a:extLst>
                  <a:ext uri="{0D108BD9-81ED-4DB2-BD59-A6C34878D82A}">
                    <a16:rowId xmlns:a16="http://schemas.microsoft.com/office/drawing/2014/main" val="3912690848"/>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39C698-A185-D74F-B416-AC7E41A6A822}"/>
                  </a:ext>
                </a:extLst>
              </p:cNvPr>
              <p:cNvSpPr txBox="1"/>
              <p:nvPr/>
            </p:nvSpPr>
            <p:spPr>
              <a:xfrm>
                <a:off x="838200" y="5102224"/>
                <a:ext cx="10159641" cy="117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𝑀𝑒𝑎𝑛</m:t>
                      </m:r>
                      <m:r>
                        <a:rPr lang="en-US" sz="2800" b="0" i="1" smtClean="0">
                          <a:latin typeface="Cambria Math" panose="02040503050406030204" pitchFamily="18" charset="0"/>
                        </a:rPr>
                        <m:t> </m:t>
                      </m:r>
                      <m:r>
                        <a:rPr lang="en-US" sz="2800" b="0" i="1" smtClean="0">
                          <a:latin typeface="Cambria Math" panose="02040503050406030204" pitchFamily="18" charset="0"/>
                        </a:rPr>
                        <m:t>𝑆𝑞𝑢𝑎𝑟𝑒</m:t>
                      </m:r>
                      <m:r>
                        <a:rPr lang="en-US" sz="2800" b="0" i="1" smtClean="0">
                          <a:latin typeface="Cambria Math" panose="02040503050406030204" pitchFamily="18" charset="0"/>
                        </a:rPr>
                        <m:t> </m:t>
                      </m:r>
                      <m:r>
                        <a:rPr lang="en-US" sz="2800" b="0" i="1" smtClean="0">
                          <a:latin typeface="Cambria Math" panose="02040503050406030204" pitchFamily="18" charset="0"/>
                        </a:rPr>
                        <m:t>𝐸𝑟𝑟𝑜𝑟</m:t>
                      </m:r>
                      <m:r>
                        <a:rPr lang="en-US" sz="2800" b="0" i="1" smtClean="0">
                          <a:latin typeface="Cambria Math" panose="02040503050406030204" pitchFamily="18" charset="0"/>
                        </a:rPr>
                        <m:t> </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𝑀𝑆𝐸</m:t>
                          </m:r>
                        </m:e>
                      </m:d>
                      <m:r>
                        <a:rPr lang="en-US" sz="2800" b="0" i="1" smtClean="0">
                          <a:latin typeface="Cambria Math" panose="02040503050406030204" pitchFamily="18" charset="0"/>
                        </a:rPr>
                        <m:t>= </m:t>
                      </m:r>
                      <m:r>
                        <m:rPr>
                          <m:sty m:val="p"/>
                        </m:rPr>
                        <a:rPr lang="en-US" sz="2800" smtClean="0">
                          <a:latin typeface="Cambria Math" panose="02040503050406030204" pitchFamily="18" charset="0"/>
                        </a:rPr>
                        <m:t>J</m:t>
                      </m:r>
                      <m:r>
                        <a:rPr lang="en-US" sz="2800">
                          <a:latin typeface="Cambria Math" panose="02040503050406030204" pitchFamily="18" charset="0"/>
                        </a:rPr>
                        <m:t>(</m:t>
                      </m:r>
                      <m:r>
                        <m:rPr>
                          <m:nor/>
                        </m:rPr>
                        <a:rPr lang="el-GR" sz="2800" i="1" dirty="0"/>
                        <m:t>θ</m:t>
                      </m:r>
                      <m:r>
                        <m:rPr>
                          <m:nor/>
                        </m:rPr>
                        <a:rPr lang="el-GR" sz="2800" i="1" baseline="-25000" dirty="0"/>
                        <m:t>0</m:t>
                      </m:r>
                      <m:r>
                        <m:rPr>
                          <m:nor/>
                        </m:rPr>
                        <a:rPr lang="en-US" sz="2800" baseline="-25000" dirty="0"/>
                        <m:t>,</m:t>
                      </m:r>
                      <m:r>
                        <m:rPr>
                          <m:nor/>
                        </m:rPr>
                        <a:rPr lang="el-GR" sz="2800" i="1" dirty="0"/>
                        <m:t>θ</m:t>
                      </m:r>
                      <m:r>
                        <m:rPr>
                          <m:nor/>
                        </m:rPr>
                        <a:rPr lang="el-GR" sz="2800" i="1" baseline="-25000" dirty="0"/>
                        <m:t>1</m:t>
                      </m:r>
                      <m:r>
                        <a:rPr lang="en-US" sz="2800" i="1">
                          <a:latin typeface="Cambria Math" panose="02040503050406030204" pitchFamily="18" charset="0"/>
                        </a:rPr>
                        <m:t>)</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r>
                            <a:rPr lang="en-US" sz="2800" b="0" i="1" smtClean="0">
                              <a:latin typeface="Cambria Math" panose="02040503050406030204" pitchFamily="18" charset="0"/>
                            </a:rPr>
                            <m:t>𝑚</m:t>
                          </m:r>
                        </m:den>
                      </m:f>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=1</m:t>
                          </m:r>
                        </m:sub>
                        <m:sup>
                          <m:r>
                            <a:rPr lang="en-US" sz="2800" b="0" i="1" smtClean="0">
                              <a:latin typeface="Cambria Math" panose="02040503050406030204" pitchFamily="18" charset="0"/>
                            </a:rPr>
                            <m:t>𝑛</m:t>
                          </m:r>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  </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𝑦</m:t>
                                  </m:r>
                                </m:e>
                                <m:sup>
                                  <m:r>
                                    <a:rPr lang="en-US" sz="2800" b="0" i="1" smtClean="0">
                                      <a:latin typeface="Cambria Math" panose="02040503050406030204" pitchFamily="18" charset="0"/>
                                    </a:rPr>
                                    <m:t> (</m:t>
                                  </m:r>
                                  <m:r>
                                    <a:rPr lang="en-US" sz="2800" b="0" i="1" smtClean="0">
                                      <a:latin typeface="Cambria Math" panose="02040503050406030204" pitchFamily="18" charset="0"/>
                                    </a:rPr>
                                    <m:t>𝑖</m:t>
                                  </m:r>
                                  <m:r>
                                    <a:rPr lang="en-US" sz="2800" b="0" i="1" smtClean="0">
                                      <a:latin typeface="Cambria Math" panose="02040503050406030204" pitchFamily="18" charset="0"/>
                                    </a:rPr>
                                    <m:t>)</m:t>
                                  </m:r>
                                </m:sup>
                              </m:sSup>
                              <m:r>
                                <a:rPr lang="en-US" sz="2800" b="0" i="1" smtClean="0">
                                  <a:latin typeface="Cambria Math" panose="02040503050406030204" pitchFamily="18" charset="0"/>
                                </a:rPr>
                                <m:t> −  </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𝑦</m:t>
                                  </m:r>
                                  <m:r>
                                    <a:rPr lang="en-US" sz="2800" b="0" i="1" smtClean="0">
                                      <a:latin typeface="Cambria Math" panose="02040503050406030204" pitchFamily="18" charset="0"/>
                                    </a:rPr>
                                    <m:t>′</m:t>
                                  </m:r>
                                </m:e>
                                <m:sup>
                                  <m:r>
                                    <a:rPr lang="en-US" sz="2800" b="0" i="1" smtClean="0">
                                      <a:latin typeface="Cambria Math" panose="02040503050406030204" pitchFamily="18" charset="0"/>
                                    </a:rPr>
                                    <m:t> (</m:t>
                                  </m:r>
                                  <m:r>
                                    <a:rPr lang="en-US" sz="2800" b="0" i="1" smtClean="0">
                                      <a:latin typeface="Cambria Math" panose="02040503050406030204" pitchFamily="18" charset="0"/>
                                    </a:rPr>
                                    <m:t>𝑖</m:t>
                                  </m:r>
                                  <m:r>
                                    <a:rPr lang="en-US" sz="2800" b="0" i="1" smtClean="0">
                                      <a:latin typeface="Cambria Math" panose="02040503050406030204" pitchFamily="18" charset="0"/>
                                    </a:rPr>
                                    <m:t>)</m:t>
                                  </m:r>
                                </m:sup>
                              </m:sSup>
                              <m:r>
                                <a:rPr lang="en-US" sz="2800" b="0" i="1" smtClean="0">
                                  <a:latin typeface="Cambria Math" panose="02040503050406030204" pitchFamily="18" charset="0"/>
                                </a:rPr>
                                <m:t> )</m:t>
                              </m:r>
                            </m:e>
                            <m:sup>
                              <m:r>
                                <a:rPr lang="en-US" sz="2800" b="0" i="1" smtClean="0">
                                  <a:latin typeface="Cambria Math" panose="02040503050406030204" pitchFamily="18" charset="0"/>
                                </a:rPr>
                                <m:t>2</m:t>
                              </m:r>
                            </m:sup>
                          </m:sSup>
                        </m:e>
                      </m:nary>
                    </m:oMath>
                  </m:oMathPara>
                </a14:m>
                <a:endParaRPr lang="en-US" sz="2800" dirty="0"/>
              </a:p>
            </p:txBody>
          </p:sp>
        </mc:Choice>
        <mc:Fallback xmlns="">
          <p:sp>
            <p:nvSpPr>
              <p:cNvPr id="5" name="TextBox 4">
                <a:extLst>
                  <a:ext uri="{FF2B5EF4-FFF2-40B4-BE49-F238E27FC236}">
                    <a16:creationId xmlns:a16="http://schemas.microsoft.com/office/drawing/2014/main" id="{A339C698-A185-D74F-B416-AC7E41A6A822}"/>
                  </a:ext>
                </a:extLst>
              </p:cNvPr>
              <p:cNvSpPr txBox="1">
                <a:spLocks noRot="1" noChangeAspect="1" noMove="1" noResize="1" noEditPoints="1" noAdjustHandles="1" noChangeArrowheads="1" noChangeShapeType="1" noTextEdit="1"/>
              </p:cNvSpPr>
              <p:nvPr/>
            </p:nvSpPr>
            <p:spPr>
              <a:xfrm>
                <a:off x="838200" y="5102224"/>
                <a:ext cx="10159641" cy="1176219"/>
              </a:xfrm>
              <a:prstGeom prst="rect">
                <a:avLst/>
              </a:prstGeom>
              <a:blipFill>
                <a:blip r:embed="rId2"/>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2154971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B9AA-5779-A042-4EF6-9B90AC9B1D5D}"/>
              </a:ext>
            </a:extLst>
          </p:cNvPr>
          <p:cNvSpPr>
            <a:spLocks noGrp="1"/>
          </p:cNvSpPr>
          <p:nvPr>
            <p:ph type="title"/>
          </p:nvPr>
        </p:nvSpPr>
        <p:spPr/>
        <p:txBody>
          <a:bodyPr/>
          <a:lstStyle/>
          <a:p>
            <a:r>
              <a:rPr lang="en-US" dirty="0"/>
              <a:t>Cost Function</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0CE608-B525-B8F8-A71C-071EF9C36E83}"/>
                  </a:ext>
                </a:extLst>
              </p:cNvPr>
              <p:cNvSpPr>
                <a:spLocks noGrp="1"/>
              </p:cNvSpPr>
              <p:nvPr>
                <p:ph idx="1"/>
              </p:nvPr>
            </p:nvSpPr>
            <p:spPr/>
            <p:txBody>
              <a:bodyPr>
                <a:normAutofit lnSpcReduction="10000"/>
              </a:bodyPr>
              <a:lstStyle/>
              <a:p>
                <a:pPr algn="just"/>
                <a:r>
                  <a:rPr lang="en-US" b="1" dirty="0"/>
                  <a:t>Hypothesis Function</a:t>
                </a:r>
              </a:p>
              <a:p>
                <a:pPr marL="457200" lvl="1" indent="0">
                  <a:buNone/>
                </a:pPr>
                <a:r>
                  <a:rPr lang="en-US" sz="2800" i="1" dirty="0"/>
                  <a:t>				y’ </a:t>
                </a:r>
                <a:r>
                  <a:rPr lang="en-US" sz="2800" dirty="0"/>
                  <a:t>= </a:t>
                </a:r>
                <a:r>
                  <a:rPr lang="en-US" sz="2800" i="1" dirty="0"/>
                  <a:t>h</a:t>
                </a:r>
                <a:r>
                  <a:rPr lang="el-GR" sz="2800" i="1" dirty="0"/>
                  <a:t>θ</a:t>
                </a:r>
                <a:r>
                  <a:rPr lang="el-GR" sz="2800" dirty="0"/>
                  <a:t>(</a:t>
                </a:r>
                <a:r>
                  <a:rPr lang="en-US" sz="2800" i="1" dirty="0"/>
                  <a:t>x</a:t>
                </a:r>
                <a:r>
                  <a:rPr lang="en-US" sz="2800" dirty="0"/>
                  <a:t>) = </a:t>
                </a:r>
                <a:r>
                  <a:rPr lang="el-GR" sz="2800" i="1" dirty="0"/>
                  <a:t>θ</a:t>
                </a:r>
                <a:r>
                  <a:rPr lang="el-GR" sz="2800" baseline="-25000" dirty="0"/>
                  <a:t>0</a:t>
                </a:r>
                <a:r>
                  <a:rPr lang="en-US" sz="2800" dirty="0"/>
                  <a:t> </a:t>
                </a:r>
                <a:r>
                  <a:rPr lang="el-GR" sz="2800" dirty="0"/>
                  <a:t>+</a:t>
                </a:r>
                <a:r>
                  <a:rPr lang="en-US" sz="2800" dirty="0"/>
                  <a:t> </a:t>
                </a:r>
                <a:r>
                  <a:rPr lang="el-GR" sz="2800" i="1" dirty="0"/>
                  <a:t>θ</a:t>
                </a:r>
                <a:r>
                  <a:rPr lang="el-GR" sz="2800" baseline="-25000" dirty="0"/>
                  <a:t>1</a:t>
                </a:r>
                <a:r>
                  <a:rPr lang="en-US" sz="2800" i="1" dirty="0"/>
                  <a:t>x</a:t>
                </a:r>
                <a:br>
                  <a:rPr lang="en-US" sz="2800" dirty="0"/>
                </a:br>
                <a:endParaRPr lang="en-US" sz="2800" dirty="0"/>
              </a:p>
              <a:p>
                <a:pPr algn="just"/>
                <a:r>
                  <a:rPr lang="en-US" b="1" dirty="0"/>
                  <a:t>Cost function</a:t>
                </a:r>
                <a:r>
                  <a:rPr lang="en-US" dirty="0"/>
                  <a:t> (to measure the performance of hypothesis function) </a:t>
                </a:r>
              </a:p>
              <a:p>
                <a:pPr marL="0" indent="0" algn="just">
                  <a:buNone/>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𝐽</m:t>
                      </m:r>
                      <m:d>
                        <m:dPr>
                          <m:ctrlPr>
                            <a:rPr lang="en-US" b="0" i="1">
                              <a:latin typeface="Cambria Math" panose="02040503050406030204" pitchFamily="18" charset="0"/>
                            </a:rPr>
                          </m:ctrlPr>
                        </m:dPr>
                        <m:e>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r>
                            <a:rPr lang="en-US" i="1">
                              <a:latin typeface="Cambria Math" panose="02040503050406030204" pitchFamily="18" charset="0"/>
                            </a:rPr>
                            <m:t>𝑚</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𝑚</m:t>
                          </m:r>
                        </m:sup>
                        <m:e>
                          <m:sSup>
                            <m:sSupPr>
                              <m:ctrlPr>
                                <a:rPr lang="en-US" i="1">
                                  <a:latin typeface="Cambria Math" panose="02040503050406030204" pitchFamily="18" charset="0"/>
                                </a:rPr>
                              </m:ctrlPr>
                            </m:sSupPr>
                            <m:e>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𝑦</m:t>
                                  </m:r>
                                  <m:r>
                                    <a:rPr lang="en-US" i="1">
                                      <a:latin typeface="Cambria Math" panose="02040503050406030204" pitchFamily="18" charset="0"/>
                                    </a:rPr>
                                    <m:t>′</m:t>
                                  </m:r>
                                </m:e>
                                <m:sup>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m:t>
                                  </m:r>
                                </m:sup>
                              </m:sSup>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m:t>
                                  </m:r>
                                </m:sup>
                              </m:sSup>
                              <m:r>
                                <a:rPr lang="en-US" i="1">
                                  <a:latin typeface="Cambria Math" panose="02040503050406030204" pitchFamily="18" charset="0"/>
                                </a:rPr>
                                <m:t> )</m:t>
                              </m:r>
                            </m:e>
                            <m:sup>
                              <m:r>
                                <a:rPr lang="en-US" i="1">
                                  <a:latin typeface="Cambria Math" panose="02040503050406030204" pitchFamily="18" charset="0"/>
                                </a:rPr>
                                <m:t>2</m:t>
                              </m:r>
                            </m:sup>
                          </m:sSup>
                        </m:e>
                      </m:nary>
                      <m:r>
                        <a:rPr lang="en-US" b="0" i="1">
                          <a:latin typeface="Cambria Math" panose="02040503050406030204" pitchFamily="18" charset="0"/>
                        </a:rPr>
                        <m:t>= </m:t>
                      </m:r>
                      <m:f>
                        <m:fPr>
                          <m:ctrlPr>
                            <a:rPr lang="en-US" i="1">
                              <a:latin typeface="Cambria Math" panose="02040503050406030204" pitchFamily="18" charset="0"/>
                            </a:rPr>
                          </m:ctrlPr>
                        </m:fPr>
                        <m:num>
                          <m:r>
                            <a:rPr lang="en-US" b="0" i="1">
                              <a:latin typeface="Cambria Math" panose="02040503050406030204" pitchFamily="18" charset="0"/>
                            </a:rPr>
                            <m:t>1</m:t>
                          </m:r>
                        </m:num>
                        <m:den>
                          <m:r>
                            <a:rPr lang="en-US" b="0" i="1">
                              <a:latin typeface="Cambria Math" panose="02040503050406030204" pitchFamily="18" charset="0"/>
                            </a:rPr>
                            <m:t>2</m:t>
                          </m:r>
                          <m:r>
                            <a:rPr lang="en-US" b="0" i="1">
                              <a:latin typeface="Cambria Math" panose="02040503050406030204" pitchFamily="18" charset="0"/>
                            </a:rPr>
                            <m:t>𝑚</m:t>
                          </m:r>
                        </m:den>
                      </m:f>
                      <m:nary>
                        <m:naryPr>
                          <m:chr m:val="∑"/>
                          <m:ctrlPr>
                            <a:rPr lang="en-US" i="1">
                              <a:latin typeface="Cambria Math" panose="02040503050406030204" pitchFamily="18" charset="0"/>
                            </a:rPr>
                          </m:ctrlPr>
                        </m:naryPr>
                        <m:sub>
                          <m:r>
                            <m:rPr>
                              <m:brk m:alnAt="23"/>
                            </m:rPr>
                            <a:rPr lang="en-US" b="0" i="1">
                              <a:latin typeface="Cambria Math" panose="02040503050406030204" pitchFamily="18" charset="0"/>
                            </a:rPr>
                            <m:t>𝑖</m:t>
                          </m:r>
                          <m:r>
                            <a:rPr lang="en-US" b="0" i="1">
                              <a:latin typeface="Cambria Math" panose="02040503050406030204" pitchFamily="18" charset="0"/>
                            </a:rPr>
                            <m:t>=1</m:t>
                          </m:r>
                        </m:sub>
                        <m:sup>
                          <m:r>
                            <a:rPr lang="en-US" b="0" i="1">
                              <a:latin typeface="Cambria Math" panose="02040503050406030204" pitchFamily="18" charset="0"/>
                            </a:rPr>
                            <m:t>𝑚</m:t>
                          </m:r>
                        </m:sup>
                        <m:e>
                          <m:sSup>
                            <m:sSupPr>
                              <m:ctrlPr>
                                <a:rPr lang="en-US" i="1">
                                  <a:latin typeface="Cambria Math" panose="02040503050406030204" pitchFamily="18" charset="0"/>
                                </a:rPr>
                              </m:ctrlPr>
                            </m:sSupPr>
                            <m:e>
                              <m:r>
                                <a:rPr lang="en-US" b="0" i="1">
                                  <a:latin typeface="Cambria Math" panose="02040503050406030204" pitchFamily="18" charset="0"/>
                                </a:rPr>
                                <m:t>(  </m:t>
                              </m:r>
                              <m:sSup>
                                <m:sSupPr>
                                  <m:ctrlPr>
                                    <a:rPr lang="en-US" i="1">
                                      <a:latin typeface="Cambria Math" panose="02040503050406030204" pitchFamily="18" charset="0"/>
                                    </a:rPr>
                                  </m:ctrlPr>
                                </m:sSupPr>
                                <m:e>
                                  <m:r>
                                    <m:rPr>
                                      <m:nor/>
                                    </m:rPr>
                                    <a:rPr lang="en-US" i="1" dirty="0"/>
                                    <m:t>h</m:t>
                                  </m:r>
                                  <m:r>
                                    <m:rPr>
                                      <m:nor/>
                                    </m:rPr>
                                    <a:rPr lang="el-GR" i="1" dirty="0"/>
                                    <m:t>θ</m:t>
                                  </m:r>
                                  <m:r>
                                    <m:rPr>
                                      <m:nor/>
                                    </m:rPr>
                                    <a:rPr lang="el-GR" dirty="0"/>
                                    <m:t>(</m:t>
                                  </m:r>
                                  <m:r>
                                    <m:rPr>
                                      <m:nor/>
                                    </m:rPr>
                                    <a:rPr lang="en-US" i="1" dirty="0"/>
                                    <m:t>x</m:t>
                                  </m:r>
                                </m:e>
                                <m:sup>
                                  <m:r>
                                    <a:rPr lang="en-US" b="0" i="1">
                                      <a:latin typeface="Cambria Math" panose="02040503050406030204" pitchFamily="18" charset="0"/>
                                    </a:rPr>
                                    <m:t> </m:t>
                                  </m:r>
                                  <m:d>
                                    <m:dPr>
                                      <m:ctrlPr>
                                        <a:rPr lang="en-US" b="0" i="1">
                                          <a:latin typeface="Cambria Math" panose="02040503050406030204" pitchFamily="18" charset="0"/>
                                        </a:rPr>
                                      </m:ctrlPr>
                                    </m:dPr>
                                    <m:e>
                                      <m:r>
                                        <a:rPr lang="en-US" b="0" i="1">
                                          <a:latin typeface="Cambria Math" panose="02040503050406030204" pitchFamily="18" charset="0"/>
                                        </a:rPr>
                                        <m:t>𝑖</m:t>
                                      </m:r>
                                    </m:e>
                                  </m:d>
                                </m:sup>
                              </m:sSup>
                              <m:r>
                                <a:rPr lang="en-US" b="0" i="1" smtClean="0">
                                  <a:latin typeface="Cambria Math" panose="02040503050406030204" pitchFamily="18" charset="0"/>
                                </a:rPr>
                                <m:t>)</m:t>
                              </m:r>
                              <m:r>
                                <a:rPr lang="en-US" b="0" i="1">
                                  <a:latin typeface="Cambria Math" panose="02040503050406030204" pitchFamily="18" charset="0"/>
                                </a:rPr>
                                <m:t> −  </m:t>
                              </m:r>
                              <m:sSup>
                                <m:sSupPr>
                                  <m:ctrlPr>
                                    <a:rPr lang="en-US" i="1">
                                      <a:latin typeface="Cambria Math" panose="02040503050406030204" pitchFamily="18" charset="0"/>
                                    </a:rPr>
                                  </m:ctrlPr>
                                </m:sSupPr>
                                <m:e>
                                  <m:r>
                                    <a:rPr lang="en-US" b="0" i="1">
                                      <a:latin typeface="Cambria Math" panose="02040503050406030204" pitchFamily="18" charset="0"/>
                                    </a:rPr>
                                    <m:t>𝑦</m:t>
                                  </m:r>
                                </m:e>
                                <m:sup>
                                  <m:r>
                                    <a:rPr lang="en-US" b="0" i="1">
                                      <a:latin typeface="Cambria Math" panose="02040503050406030204" pitchFamily="18" charset="0"/>
                                    </a:rPr>
                                    <m:t> (</m:t>
                                  </m:r>
                                  <m:r>
                                    <a:rPr lang="en-US" b="0" i="1">
                                      <a:latin typeface="Cambria Math" panose="02040503050406030204" pitchFamily="18" charset="0"/>
                                    </a:rPr>
                                    <m:t>𝑖</m:t>
                                  </m:r>
                                  <m:r>
                                    <a:rPr lang="en-US" b="0" i="1">
                                      <a:latin typeface="Cambria Math" panose="02040503050406030204" pitchFamily="18" charset="0"/>
                                    </a:rPr>
                                    <m:t>)</m:t>
                                  </m:r>
                                </m:sup>
                              </m:sSup>
                              <m:r>
                                <a:rPr lang="en-US" b="0" i="1">
                                  <a:latin typeface="Cambria Math" panose="02040503050406030204" pitchFamily="18" charset="0"/>
                                </a:rPr>
                                <m:t> )</m:t>
                              </m:r>
                            </m:e>
                            <m:sup>
                              <m:r>
                                <a:rPr lang="en-US" b="0" i="1">
                                  <a:latin typeface="Cambria Math" panose="02040503050406030204" pitchFamily="18" charset="0"/>
                                </a:rPr>
                                <m:t>2</m:t>
                              </m:r>
                            </m:sup>
                          </m:sSup>
                        </m:e>
                      </m:nary>
                    </m:oMath>
                  </m:oMathPara>
                </a14:m>
                <a:endParaRPr lang="en-US" dirty="0"/>
              </a:p>
              <a:p>
                <a:endParaRPr lang="en-US" b="1" dirty="0"/>
              </a:p>
              <a:p>
                <a:r>
                  <a:rPr lang="en-US" b="1" dirty="0"/>
                  <a:t>Objective:</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lim>
                          </m:limLow>
                        </m:fName>
                        <m:e>
                          <m:r>
                            <m:rPr>
                              <m:sty m:val="p"/>
                            </m:rPr>
                            <a:rPr lang="en-US">
                              <a:latin typeface="Cambria Math" panose="02040503050406030204" pitchFamily="18" charset="0"/>
                            </a:rPr>
                            <m:t>J</m:t>
                          </m:r>
                          <m:r>
                            <a:rPr lang="en-US">
                              <a:latin typeface="Cambria Math" panose="02040503050406030204" pitchFamily="18" charset="0"/>
                            </a:rPr>
                            <m:t>(</m:t>
                          </m:r>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r>
                            <a:rPr lang="en-US" i="1">
                              <a:latin typeface="Cambria Math" panose="02040503050406030204" pitchFamily="18" charset="0"/>
                            </a:rPr>
                            <m:t>)</m:t>
                          </m:r>
                        </m:e>
                      </m:func>
                    </m:oMath>
                  </m:oMathPara>
                </a14:m>
                <a:endParaRPr lang="en-US" dirty="0"/>
              </a:p>
              <a:p>
                <a:endParaRPr lang="de-DE" dirty="0"/>
              </a:p>
            </p:txBody>
          </p:sp>
        </mc:Choice>
        <mc:Fallback xmlns="">
          <p:sp>
            <p:nvSpPr>
              <p:cNvPr id="3" name="Content Placeholder 2">
                <a:extLst>
                  <a:ext uri="{FF2B5EF4-FFF2-40B4-BE49-F238E27FC236}">
                    <a16:creationId xmlns:a16="http://schemas.microsoft.com/office/drawing/2014/main" id="{DF0CE608-B525-B8F8-A71C-071EF9C36E83}"/>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de-DE">
                    <a:noFill/>
                  </a:rPr>
                  <a:t> </a:t>
                </a:r>
              </a:p>
            </p:txBody>
          </p:sp>
        </mc:Fallback>
      </mc:AlternateContent>
    </p:spTree>
    <p:extLst>
      <p:ext uri="{BB962C8B-B14F-4D97-AF65-F5344CB8AC3E}">
        <p14:creationId xmlns:p14="http://schemas.microsoft.com/office/powerpoint/2010/main" val="2288856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0D722-1093-EB11-1217-F7953127A402}"/>
              </a:ext>
            </a:extLst>
          </p:cNvPr>
          <p:cNvSpPr>
            <a:spLocks noGrp="1"/>
          </p:cNvSpPr>
          <p:nvPr>
            <p:ph type="title"/>
          </p:nvPr>
        </p:nvSpPr>
        <p:spPr/>
        <p:txBody>
          <a:bodyPr/>
          <a:lstStyle/>
          <a:p>
            <a:r>
              <a:rPr lang="en-US" dirty="0"/>
              <a:t>Cost Function </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41C312-CA3F-B0C1-5839-CCA0B9913FBC}"/>
                  </a:ext>
                </a:extLst>
              </p:cNvPr>
              <p:cNvSpPr>
                <a:spLocks noGrp="1"/>
              </p:cNvSpPr>
              <p:nvPr>
                <p:ph idx="1"/>
              </p:nvPr>
            </p:nvSpPr>
            <p:spPr>
              <a:xfrm>
                <a:off x="849775" y="1860350"/>
                <a:ext cx="10515600" cy="4351338"/>
              </a:xfrm>
            </p:spPr>
            <p:txBody>
              <a:bodyPr>
                <a:normAutofit fontScale="77500" lnSpcReduction="20000"/>
              </a:bodyPr>
              <a:lstStyle/>
              <a:p>
                <a:r>
                  <a:rPr lang="de-DE" b="1" dirty="0">
                    <a:solidFill>
                      <a:srgbClr val="000000"/>
                    </a:solidFill>
                    <a:effectLst/>
                    <a:latin typeface="Courier New" panose="02070309020205020404" pitchFamily="49" charset="0"/>
                  </a:rPr>
                  <a:t>x</a:t>
                </a:r>
                <a:r>
                  <a:rPr lang="de-DE" b="0" dirty="0">
                    <a:solidFill>
                      <a:srgbClr val="000000"/>
                    </a:solidFill>
                    <a:effectLst/>
                    <a:latin typeface="Courier New" panose="02070309020205020404" pitchFamily="49" charset="0"/>
                  </a:rPr>
                  <a:t> = [</a:t>
                </a:r>
                <a:r>
                  <a:rPr lang="de-DE" b="0" dirty="0">
                    <a:solidFill>
                      <a:srgbClr val="09885A"/>
                    </a:solidFill>
                    <a:effectLst/>
                    <a:latin typeface="Courier New" panose="02070309020205020404" pitchFamily="49" charset="0"/>
                  </a:rPr>
                  <a:t>1</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2</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3</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4</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5</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6</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7</a:t>
                </a:r>
                <a:r>
                  <a:rPr lang="de-DE" b="0" dirty="0">
                    <a:solidFill>
                      <a:srgbClr val="000000"/>
                    </a:solidFill>
                    <a:effectLst/>
                    <a:latin typeface="Courier New" panose="02070309020205020404" pitchFamily="49" charset="0"/>
                  </a:rPr>
                  <a:t>]</a:t>
                </a:r>
              </a:p>
              <a:p>
                <a:r>
                  <a:rPr lang="de-DE" b="1" dirty="0">
                    <a:solidFill>
                      <a:srgbClr val="000000"/>
                    </a:solidFill>
                    <a:effectLst/>
                    <a:latin typeface="Courier New" panose="02070309020205020404" pitchFamily="49" charset="0"/>
                  </a:rPr>
                  <a:t>y</a:t>
                </a:r>
                <a:r>
                  <a:rPr lang="de-DE" dirty="0">
                    <a:solidFill>
                      <a:srgbClr val="000000"/>
                    </a:solidFill>
                    <a:latin typeface="Courier New" panose="02070309020205020404" pitchFamily="49" charset="0"/>
                  </a:rPr>
                  <a:t> </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1</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2</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3</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4</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5</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6</a:t>
                </a:r>
                <a:r>
                  <a:rPr lang="de-DE" b="0" dirty="0">
                    <a:solidFill>
                      <a:srgbClr val="000000"/>
                    </a:solidFill>
                    <a:effectLst/>
                    <a:latin typeface="Courier New" panose="02070309020205020404" pitchFamily="49" charset="0"/>
                  </a:rPr>
                  <a:t>, </a:t>
                </a:r>
                <a:r>
                  <a:rPr lang="de-DE" b="0" dirty="0">
                    <a:solidFill>
                      <a:srgbClr val="09885A"/>
                    </a:solidFill>
                    <a:effectLst/>
                    <a:latin typeface="Courier New" panose="02070309020205020404" pitchFamily="49" charset="0"/>
                  </a:rPr>
                  <a:t>7</a:t>
                </a:r>
                <a:r>
                  <a:rPr lang="de-DE" b="0" dirty="0">
                    <a:solidFill>
                      <a:srgbClr val="000000"/>
                    </a:solidFill>
                    <a:effectLst/>
                    <a:latin typeface="Courier New" panose="02070309020205020404" pitchFamily="49" charset="0"/>
                  </a:rPr>
                  <a:t>]</a:t>
                </a:r>
              </a:p>
              <a:p>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 </m:t>
                    </m:r>
                    <m:r>
                      <a:rPr lang="en-US" i="1" dirty="0" smtClean="0">
                        <a:latin typeface="Cambria Math" panose="02040503050406030204" pitchFamily="18" charset="0"/>
                      </a:rPr>
                      <m:t>h</m:t>
                    </m:r>
                    <m:r>
                      <a:rPr lang="el-GR" i="1" dirty="0" smtClean="0">
                        <a:latin typeface="Cambria Math" panose="02040503050406030204" pitchFamily="18" charset="0"/>
                      </a:rPr>
                      <m:t>𝜃</m:t>
                    </m:r>
                    <m:r>
                      <a:rPr lang="el-GR"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l-GR" i="1" dirty="0" smtClean="0">
                        <a:latin typeface="Cambria Math" panose="02040503050406030204" pitchFamily="18" charset="0"/>
                      </a:rPr>
                      <m:t>𝜃</m:t>
                    </m:r>
                    <m:r>
                      <a:rPr lang="el-GR" i="1" baseline="-25000" dirty="0" smtClean="0">
                        <a:latin typeface="Cambria Math" panose="02040503050406030204" pitchFamily="18" charset="0"/>
                      </a:rPr>
                      <m:t>0</m:t>
                    </m:r>
                    <m:r>
                      <a:rPr lang="en-US" i="1" dirty="0" smtClean="0">
                        <a:latin typeface="Cambria Math" panose="02040503050406030204" pitchFamily="18" charset="0"/>
                      </a:rPr>
                      <m:t> </m:t>
                    </m:r>
                    <m:r>
                      <a:rPr lang="el-GR" i="1" dirty="0" smtClean="0">
                        <a:latin typeface="Cambria Math" panose="02040503050406030204" pitchFamily="18" charset="0"/>
                      </a:rPr>
                      <m:t>+</m:t>
                    </m:r>
                    <m:r>
                      <a:rPr lang="en-US" i="1" dirty="0" smtClean="0">
                        <a:latin typeface="Cambria Math" panose="02040503050406030204" pitchFamily="18" charset="0"/>
                      </a:rPr>
                      <m:t> </m:t>
                    </m:r>
                    <m:r>
                      <a:rPr lang="el-GR" i="1" dirty="0" smtClean="0">
                        <a:latin typeface="Cambria Math" panose="02040503050406030204" pitchFamily="18" charset="0"/>
                      </a:rPr>
                      <m:t>𝜃</m:t>
                    </m:r>
                    <m:r>
                      <a:rPr lang="el-GR" i="1" baseline="-25000" dirty="0" smtClean="0">
                        <a:latin typeface="Cambria Math" panose="02040503050406030204" pitchFamily="18" charset="0"/>
                      </a:rPr>
                      <m:t>1</m:t>
                    </m:r>
                    <m:r>
                      <a:rPr lang="en-US" i="1" dirty="0" smtClean="0">
                        <a:latin typeface="Cambria Math" panose="02040503050406030204" pitchFamily="18" charset="0"/>
                      </a:rPr>
                      <m:t>𝑥</m:t>
                    </m:r>
                  </m:oMath>
                </a14:m>
                <a:endParaRPr lang="de-DE" dirty="0">
                  <a:solidFill>
                    <a:srgbClr val="000000"/>
                  </a:solidFill>
                  <a:latin typeface="Courier New" panose="02070309020205020404" pitchFamily="49" charset="0"/>
                </a:endParaRPr>
              </a:p>
              <a:p>
                <a:r>
                  <a:rPr lang="de-DE" dirty="0" err="1">
                    <a:solidFill>
                      <a:srgbClr val="000000"/>
                    </a:solidFill>
                  </a:rPr>
                  <a:t>Assume</a:t>
                </a:r>
                <a:r>
                  <a:rPr lang="de-DE" dirty="0">
                    <a:solidFill>
                      <a:srgbClr val="000000"/>
                    </a:solidFill>
                    <a:latin typeface="Courier New" panose="02070309020205020404" pitchFamily="49" charset="0"/>
                  </a:rPr>
                  <a:t> </a:t>
                </a:r>
                <a14:m>
                  <m:oMath xmlns:m="http://schemas.openxmlformats.org/officeDocument/2006/math">
                    <m:r>
                      <a:rPr lang="en-US" i="1" dirty="0">
                        <a:latin typeface="Cambria Math" panose="02040503050406030204" pitchFamily="18" charset="0"/>
                      </a:rPr>
                      <m:t> </m:t>
                    </m:r>
                    <m:r>
                      <a:rPr lang="el-GR" i="1" dirty="0">
                        <a:latin typeface="Cambria Math" panose="02040503050406030204" pitchFamily="18" charset="0"/>
                      </a:rPr>
                      <m:t>𝜃</m:t>
                    </m:r>
                    <m:r>
                      <a:rPr lang="el-GR" i="1" baseline="-25000" dirty="0">
                        <a:latin typeface="Cambria Math" panose="02040503050406030204" pitchFamily="18" charset="0"/>
                      </a:rPr>
                      <m:t>0</m:t>
                    </m:r>
                    <m:r>
                      <a:rPr lang="en-US" b="0" i="1" dirty="0" smtClean="0">
                        <a:latin typeface="Cambria Math" panose="02040503050406030204" pitchFamily="18" charset="0"/>
                      </a:rPr>
                      <m:t>=0  </m:t>
                    </m:r>
                  </m:oMath>
                </a14:m>
                <a:endParaRPr lang="de-DE" b="0" dirty="0">
                  <a:solidFill>
                    <a:srgbClr val="000000"/>
                  </a:solidFill>
                  <a:effectLst/>
                  <a:latin typeface="Courier New" panose="02070309020205020404" pitchFamily="49" charset="0"/>
                </a:endParaRPr>
              </a:p>
              <a:p>
                <a:r>
                  <a:rPr lang="de-DE" dirty="0"/>
                  <a:t>So,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 = </m:t>
                    </m:r>
                    <m:r>
                      <a:rPr lang="en-US" i="1" dirty="0" smtClean="0">
                        <a:latin typeface="Cambria Math" panose="02040503050406030204" pitchFamily="18" charset="0"/>
                      </a:rPr>
                      <m:t>h</m:t>
                    </m:r>
                    <m:r>
                      <a:rPr lang="el-GR" i="1" dirty="0" smtClean="0">
                        <a:latin typeface="Cambria Math" panose="02040503050406030204" pitchFamily="18" charset="0"/>
                      </a:rPr>
                      <m:t>𝜃</m:t>
                    </m:r>
                    <m:r>
                      <a:rPr lang="el-GR"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l-GR" i="1" dirty="0" smtClean="0">
                        <a:latin typeface="Cambria Math" panose="02040503050406030204" pitchFamily="18" charset="0"/>
                      </a:rPr>
                      <m:t>𝜃</m:t>
                    </m:r>
                    <m:r>
                      <a:rPr lang="el-GR" i="1" baseline="-25000" dirty="0" smtClean="0">
                        <a:latin typeface="Cambria Math" panose="02040503050406030204" pitchFamily="18" charset="0"/>
                      </a:rPr>
                      <m:t>1</m:t>
                    </m:r>
                    <m:r>
                      <a:rPr lang="en-US" i="1" dirty="0" smtClean="0">
                        <a:latin typeface="Cambria Math" panose="02040503050406030204" pitchFamily="18" charset="0"/>
                      </a:rPr>
                      <m:t>𝑥</m:t>
                    </m:r>
                  </m:oMath>
                </a14:m>
                <a:endParaRPr lang="de-DE" dirty="0"/>
              </a:p>
              <a:p>
                <a:endParaRPr lang="de-DE" dirty="0"/>
              </a:p>
              <a:p>
                <a:endParaRPr lang="de-DE" dirty="0"/>
              </a:p>
              <a:p>
                <a:endParaRPr lang="de-DE" dirty="0"/>
              </a:p>
              <a:p>
                <a:r>
                  <a:rPr lang="en-GB" dirty="0"/>
                  <a:t>The optimization objective for the learning algorithm is finding the value of θ</a:t>
                </a:r>
                <a:r>
                  <a:rPr lang="en-GB" baseline="-25000" dirty="0"/>
                  <a:t>1</a:t>
                </a:r>
                <a:r>
                  <a:rPr lang="en-GB" dirty="0"/>
                  <a:t> which minimizes J(θ</a:t>
                </a:r>
                <a:r>
                  <a:rPr lang="en-GB" baseline="-25000" dirty="0"/>
                  <a:t>1</a:t>
                </a:r>
                <a:r>
                  <a:rPr lang="en-GB" dirty="0"/>
                  <a:t>)</a:t>
                </a:r>
              </a:p>
              <a:p>
                <a:pPr marL="0" indent="0">
                  <a:buNone/>
                </a:pPr>
                <a14:m>
                  <m:oMath xmlns:m="http://schemas.openxmlformats.org/officeDocument/2006/math">
                    <m:r>
                      <a:rPr lang="el-GR" i="1" dirty="0" smtClean="0">
                        <a:latin typeface="Cambria Math" panose="02040503050406030204" pitchFamily="18" charset="0"/>
                      </a:rPr>
                      <m:t>𝜃</m:t>
                    </m:r>
                    <m:r>
                      <a:rPr lang="el-GR" i="1" baseline="-25000" dirty="0" smtClean="0">
                        <a:latin typeface="Cambria Math" panose="02040503050406030204" pitchFamily="18" charset="0"/>
                      </a:rPr>
                      <m:t>1</m:t>
                    </m:r>
                  </m:oMath>
                </a14:m>
                <a:r>
                  <a:rPr lang="de-DE" b="0" i="0" dirty="0">
                    <a:solidFill>
                      <a:srgbClr val="212121"/>
                    </a:solidFill>
                    <a:effectLst/>
                    <a:latin typeface="Courier New" panose="02070309020205020404" pitchFamily="49" charset="0"/>
                  </a:rPr>
                  <a:t> = [-0.5, -0.25, 0.0, 0.25, 0.5, 0.75, 1.0, 1.25, 1.5, 1.75, 2.0, 2.25]</a:t>
                </a:r>
                <a:endParaRPr lang="de-DE" dirty="0"/>
              </a:p>
              <a:p>
                <a:endParaRPr lang="de-DE" dirty="0"/>
              </a:p>
            </p:txBody>
          </p:sp>
        </mc:Choice>
        <mc:Fallback xmlns="">
          <p:sp>
            <p:nvSpPr>
              <p:cNvPr id="3" name="Content Placeholder 2">
                <a:extLst>
                  <a:ext uri="{FF2B5EF4-FFF2-40B4-BE49-F238E27FC236}">
                    <a16:creationId xmlns:a16="http://schemas.microsoft.com/office/drawing/2014/main" id="{E941C312-CA3F-B0C1-5839-CCA0B9913FBC}"/>
                  </a:ext>
                </a:extLst>
              </p:cNvPr>
              <p:cNvSpPr>
                <a:spLocks noGrp="1" noRot="1" noChangeAspect="1" noMove="1" noResize="1" noEditPoints="1" noAdjustHandles="1" noChangeArrowheads="1" noChangeShapeType="1" noTextEdit="1"/>
              </p:cNvSpPr>
              <p:nvPr>
                <p:ph idx="1"/>
              </p:nvPr>
            </p:nvSpPr>
            <p:spPr>
              <a:xfrm>
                <a:off x="849775" y="1860350"/>
                <a:ext cx="10515600" cy="4351338"/>
              </a:xfrm>
              <a:blipFill>
                <a:blip r:embed="rId2"/>
                <a:stretch>
                  <a:fillRect l="-754" t="-2801"/>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CAC4D727-27D0-F7FE-CB2F-47814E35D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9756" y="1027906"/>
            <a:ext cx="5486400" cy="3772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7384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3A1-AC8B-C323-0056-4B5DF528CCDB}"/>
              </a:ext>
            </a:extLst>
          </p:cNvPr>
          <p:cNvSpPr>
            <a:spLocks noGrp="1"/>
          </p:cNvSpPr>
          <p:nvPr>
            <p:ph type="title"/>
          </p:nvPr>
        </p:nvSpPr>
        <p:spPr/>
        <p:txBody>
          <a:bodyPr/>
          <a:lstStyle/>
          <a:p>
            <a:r>
              <a:rPr lang="en-US" dirty="0"/>
              <a:t>Cost Function - Example</a:t>
            </a:r>
            <a:endParaRPr lang="de-DE" dirty="0"/>
          </a:p>
        </p:txBody>
      </p:sp>
      <p:pic>
        <p:nvPicPr>
          <p:cNvPr id="3074" name="Picture 2">
            <a:extLst>
              <a:ext uri="{FF2B5EF4-FFF2-40B4-BE49-F238E27FC236}">
                <a16:creationId xmlns:a16="http://schemas.microsoft.com/office/drawing/2014/main" id="{C34A7215-849A-642D-FE54-A828D41C9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383" y="1771791"/>
            <a:ext cx="3667125" cy="239077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B23DF2D-3E24-9318-55EE-5E87E845B4FC}"/>
              </a:ext>
            </a:extLst>
          </p:cNvPr>
          <p:cNvSpPr txBox="1">
            <a:spLocks/>
          </p:cNvSpPr>
          <p:nvPr/>
        </p:nvSpPr>
        <p:spPr>
          <a:xfrm>
            <a:off x="388717" y="1422441"/>
            <a:ext cx="519890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i="1" dirty="0"/>
              <a:t>θ</a:t>
            </a:r>
            <a:r>
              <a:rPr lang="el-GR" baseline="-25000" dirty="0"/>
              <a:t>1</a:t>
            </a:r>
            <a:r>
              <a:rPr lang="sv-SE" dirty="0">
                <a:solidFill>
                  <a:srgbClr val="212121"/>
                </a:solidFill>
                <a:latin typeface="Courier New" panose="02070309020205020404" pitchFamily="49" charset="0"/>
              </a:rPr>
              <a:t> = -0.5, J(</a:t>
            </a:r>
            <a:r>
              <a:rPr lang="el-GR" i="1" dirty="0"/>
              <a:t>θ</a:t>
            </a:r>
            <a:r>
              <a:rPr lang="el-GR" baseline="-25000" dirty="0"/>
              <a:t>1</a:t>
            </a:r>
            <a:r>
              <a:rPr lang="sv-SE" dirty="0">
                <a:solidFill>
                  <a:srgbClr val="212121"/>
                </a:solidFill>
                <a:latin typeface="Courier New" panose="02070309020205020404" pitchFamily="49" charset="0"/>
              </a:rPr>
              <a:t>)= 45.0</a:t>
            </a:r>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en-US" i="1" dirty="0"/>
          </a:p>
          <a:p>
            <a:endParaRPr lang="en-US" i="1" dirty="0"/>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de-DE" dirty="0"/>
          </a:p>
        </p:txBody>
      </p:sp>
      <p:sp>
        <p:nvSpPr>
          <p:cNvPr id="3" name="Content Placeholder 2">
            <a:extLst>
              <a:ext uri="{FF2B5EF4-FFF2-40B4-BE49-F238E27FC236}">
                <a16:creationId xmlns:a16="http://schemas.microsoft.com/office/drawing/2014/main" id="{2FC83A71-AE06-656A-89D1-8F5A9A024111}"/>
              </a:ext>
            </a:extLst>
          </p:cNvPr>
          <p:cNvSpPr txBox="1">
            <a:spLocks/>
          </p:cNvSpPr>
          <p:nvPr/>
        </p:nvSpPr>
        <p:spPr>
          <a:xfrm>
            <a:off x="5641844" y="1422441"/>
            <a:ext cx="5198902" cy="48606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i="1" dirty="0"/>
              <a:t>θ</a:t>
            </a:r>
            <a:r>
              <a:rPr lang="el-GR" baseline="-25000" dirty="0"/>
              <a:t>1</a:t>
            </a:r>
            <a:r>
              <a:rPr lang="sv-SE" dirty="0">
                <a:solidFill>
                  <a:srgbClr val="212121"/>
                </a:solidFill>
                <a:latin typeface="Courier New" panose="02070309020205020404" pitchFamily="49" charset="0"/>
              </a:rPr>
              <a:t> = -0.25,J(</a:t>
            </a:r>
            <a:r>
              <a:rPr lang="el-GR" i="1" dirty="0"/>
              <a:t>θ</a:t>
            </a:r>
            <a:r>
              <a:rPr lang="el-GR" baseline="-25000" dirty="0"/>
              <a:t>1</a:t>
            </a:r>
            <a:r>
              <a:rPr lang="sv-SE" dirty="0">
                <a:solidFill>
                  <a:srgbClr val="212121"/>
                </a:solidFill>
                <a:latin typeface="Courier New" panose="02070309020205020404" pitchFamily="49" charset="0"/>
              </a:rPr>
              <a:t>)= 31.25</a:t>
            </a:r>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de-DE" dirty="0"/>
          </a:p>
        </p:txBody>
      </p:sp>
      <p:pic>
        <p:nvPicPr>
          <p:cNvPr id="4" name="Picture 11">
            <a:extLst>
              <a:ext uri="{FF2B5EF4-FFF2-40B4-BE49-F238E27FC236}">
                <a16:creationId xmlns:a16="http://schemas.microsoft.com/office/drawing/2014/main" id="{148D3B58-DF76-0E3A-D9A0-4A77633B6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457" y="1828353"/>
            <a:ext cx="3566160" cy="23342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E91F4F5-9FF6-66A2-B2FE-845D69582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7989" y="4126530"/>
            <a:ext cx="3624708" cy="2743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60473779-B83F-AA4D-A409-6564F5F50F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4030" y="4086113"/>
            <a:ext cx="3566160" cy="269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877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3A1-AC8B-C323-0056-4B5DF528CCDB}"/>
              </a:ext>
            </a:extLst>
          </p:cNvPr>
          <p:cNvSpPr>
            <a:spLocks noGrp="1"/>
          </p:cNvSpPr>
          <p:nvPr>
            <p:ph type="title"/>
          </p:nvPr>
        </p:nvSpPr>
        <p:spPr/>
        <p:txBody>
          <a:bodyPr/>
          <a:lstStyle/>
          <a:p>
            <a:r>
              <a:rPr lang="en-US" dirty="0"/>
              <a:t>Cost Function - Example</a:t>
            </a:r>
            <a:endParaRPr lang="de-DE" dirty="0"/>
          </a:p>
        </p:txBody>
      </p:sp>
      <p:sp>
        <p:nvSpPr>
          <p:cNvPr id="5" name="Content Placeholder 2">
            <a:extLst>
              <a:ext uri="{FF2B5EF4-FFF2-40B4-BE49-F238E27FC236}">
                <a16:creationId xmlns:a16="http://schemas.microsoft.com/office/drawing/2014/main" id="{8B23DF2D-3E24-9318-55EE-5E87E845B4FC}"/>
              </a:ext>
            </a:extLst>
          </p:cNvPr>
          <p:cNvSpPr txBox="1">
            <a:spLocks/>
          </p:cNvSpPr>
          <p:nvPr/>
        </p:nvSpPr>
        <p:spPr>
          <a:xfrm>
            <a:off x="388717" y="1422441"/>
            <a:ext cx="5198902" cy="787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i="1" dirty="0"/>
              <a:t>θ</a:t>
            </a:r>
            <a:r>
              <a:rPr lang="el-GR" baseline="-25000" dirty="0"/>
              <a:t>1</a:t>
            </a:r>
            <a:r>
              <a:rPr lang="sv-SE" dirty="0">
                <a:solidFill>
                  <a:srgbClr val="212121"/>
                </a:solidFill>
                <a:latin typeface="Courier New" panose="02070309020205020404" pitchFamily="49" charset="0"/>
              </a:rPr>
              <a:t> = 0.5, J(</a:t>
            </a:r>
            <a:r>
              <a:rPr lang="el-GR" i="1" dirty="0"/>
              <a:t>θ</a:t>
            </a:r>
            <a:r>
              <a:rPr lang="el-GR" baseline="-25000" dirty="0"/>
              <a:t>1</a:t>
            </a:r>
            <a:r>
              <a:rPr lang="sv-SE" dirty="0">
                <a:solidFill>
                  <a:srgbClr val="212121"/>
                </a:solidFill>
                <a:latin typeface="Courier New" panose="02070309020205020404" pitchFamily="49" charset="0"/>
              </a:rPr>
              <a:t>)= 5.0</a:t>
            </a:r>
          </a:p>
          <a:p>
            <a:endParaRPr lang="sv-SE" dirty="0">
              <a:solidFill>
                <a:srgbClr val="212121"/>
              </a:solidFill>
              <a:latin typeface="Courier New" panose="02070309020205020404" pitchFamily="49" charset="0"/>
            </a:endParaRPr>
          </a:p>
          <a:p>
            <a:endParaRPr lang="de-DE" dirty="0"/>
          </a:p>
        </p:txBody>
      </p:sp>
      <p:pic>
        <p:nvPicPr>
          <p:cNvPr id="3089" name="Picture 17">
            <a:extLst>
              <a:ext uri="{FF2B5EF4-FFF2-40B4-BE49-F238E27FC236}">
                <a16:creationId xmlns:a16="http://schemas.microsoft.com/office/drawing/2014/main" id="{525D790C-4979-BDCB-2A7E-93D151C5A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7174" y="1759557"/>
            <a:ext cx="3566160" cy="2452346"/>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6EF7E8BD-9CFF-0BA1-3B3A-6FBE1557EF0D}"/>
              </a:ext>
            </a:extLst>
          </p:cNvPr>
          <p:cNvSpPr txBox="1">
            <a:spLocks/>
          </p:cNvSpPr>
          <p:nvPr/>
        </p:nvSpPr>
        <p:spPr>
          <a:xfrm>
            <a:off x="5641844" y="1422441"/>
            <a:ext cx="5198902" cy="607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i="1" dirty="0"/>
              <a:t>θ</a:t>
            </a:r>
            <a:r>
              <a:rPr lang="el-GR" baseline="-25000" dirty="0"/>
              <a:t>1</a:t>
            </a:r>
            <a:r>
              <a:rPr lang="sv-SE" dirty="0">
                <a:solidFill>
                  <a:srgbClr val="212121"/>
                </a:solidFill>
                <a:latin typeface="Courier New" panose="02070309020205020404" pitchFamily="49" charset="0"/>
              </a:rPr>
              <a:t> = 1.0, J(</a:t>
            </a:r>
            <a:r>
              <a:rPr lang="el-GR" i="1" dirty="0"/>
              <a:t>θ</a:t>
            </a:r>
            <a:r>
              <a:rPr lang="el-GR" baseline="-25000" dirty="0"/>
              <a:t>1</a:t>
            </a:r>
            <a:r>
              <a:rPr lang="sv-SE" dirty="0">
                <a:solidFill>
                  <a:srgbClr val="212121"/>
                </a:solidFill>
                <a:latin typeface="Courier New" panose="02070309020205020404" pitchFamily="49" charset="0"/>
              </a:rPr>
              <a:t>)= 0.0</a:t>
            </a:r>
          </a:p>
          <a:p>
            <a:endParaRPr lang="de-DE" dirty="0"/>
          </a:p>
        </p:txBody>
      </p:sp>
      <p:pic>
        <p:nvPicPr>
          <p:cNvPr id="3" name="Picture 15">
            <a:extLst>
              <a:ext uri="{FF2B5EF4-FFF2-40B4-BE49-F238E27FC236}">
                <a16:creationId xmlns:a16="http://schemas.microsoft.com/office/drawing/2014/main" id="{E09392CC-1AFE-AC64-D2FC-9CBD1C8DE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254" y="1821128"/>
            <a:ext cx="3581400" cy="23907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B895F7F4-C417-809B-B702-886EC8DDDC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0269" y="4126552"/>
            <a:ext cx="3566160" cy="27641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D8B2AA7A-0B6B-9C74-18AC-B02E5C8644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0949" y="4126552"/>
            <a:ext cx="3566160" cy="2764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32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3A1-AC8B-C323-0056-4B5DF528CCDB}"/>
              </a:ext>
            </a:extLst>
          </p:cNvPr>
          <p:cNvSpPr>
            <a:spLocks noGrp="1"/>
          </p:cNvSpPr>
          <p:nvPr>
            <p:ph type="title"/>
          </p:nvPr>
        </p:nvSpPr>
        <p:spPr/>
        <p:txBody>
          <a:bodyPr/>
          <a:lstStyle/>
          <a:p>
            <a:r>
              <a:rPr lang="en-US" dirty="0"/>
              <a:t>Cost Function - Example</a:t>
            </a:r>
            <a:endParaRPr lang="de-DE" dirty="0"/>
          </a:p>
        </p:txBody>
      </p:sp>
      <p:pic>
        <p:nvPicPr>
          <p:cNvPr id="3074" name="Picture 2">
            <a:extLst>
              <a:ext uri="{FF2B5EF4-FFF2-40B4-BE49-F238E27FC236}">
                <a16:creationId xmlns:a16="http://schemas.microsoft.com/office/drawing/2014/main" id="{C34A7215-849A-642D-FE54-A828D41C9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85430"/>
            <a:ext cx="3667125" cy="2390775"/>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1">
            <a:extLst>
              <a:ext uri="{FF2B5EF4-FFF2-40B4-BE49-F238E27FC236}">
                <a16:creationId xmlns:a16="http://schemas.microsoft.com/office/drawing/2014/main" id="{11E40FC4-AFF6-D67C-63BD-29773C890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276205"/>
            <a:ext cx="3667125" cy="24003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16CF76ED-91D7-7C0F-EE48-E14393A108ED}"/>
              </a:ext>
            </a:extLst>
          </p:cNvPr>
          <p:cNvSpPr txBox="1">
            <a:spLocks/>
          </p:cNvSpPr>
          <p:nvPr/>
        </p:nvSpPr>
        <p:spPr>
          <a:xfrm>
            <a:off x="1106347" y="1885430"/>
            <a:ext cx="519890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i="1" dirty="0"/>
              <a:t>θ</a:t>
            </a:r>
            <a:r>
              <a:rPr lang="el-GR" baseline="-25000" dirty="0"/>
              <a:t>1</a:t>
            </a:r>
            <a:r>
              <a:rPr lang="sv-SE" dirty="0">
                <a:solidFill>
                  <a:srgbClr val="212121"/>
                </a:solidFill>
                <a:latin typeface="Courier New" panose="02070309020205020404" pitchFamily="49" charset="0"/>
              </a:rPr>
              <a:t> = 1.5, J(</a:t>
            </a:r>
            <a:r>
              <a:rPr lang="el-GR" i="1" dirty="0"/>
              <a:t>θ</a:t>
            </a:r>
            <a:r>
              <a:rPr lang="el-GR" baseline="-25000" dirty="0"/>
              <a:t>1</a:t>
            </a:r>
            <a:r>
              <a:rPr lang="sv-SE" dirty="0">
                <a:solidFill>
                  <a:srgbClr val="212121"/>
                </a:solidFill>
                <a:latin typeface="Courier New" panose="02070309020205020404" pitchFamily="49" charset="0"/>
              </a:rPr>
              <a:t>)= 5.0</a:t>
            </a:r>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en-US" i="1" dirty="0"/>
          </a:p>
          <a:p>
            <a:endParaRPr lang="en-US" i="1" dirty="0"/>
          </a:p>
          <a:p>
            <a:r>
              <a:rPr lang="el-GR" i="1" dirty="0"/>
              <a:t>θ</a:t>
            </a:r>
            <a:r>
              <a:rPr lang="el-GR" baseline="-25000" dirty="0"/>
              <a:t>1</a:t>
            </a:r>
            <a:r>
              <a:rPr lang="sv-SE" dirty="0">
                <a:solidFill>
                  <a:srgbClr val="212121"/>
                </a:solidFill>
                <a:latin typeface="Courier New" panose="02070309020205020404" pitchFamily="49" charset="0"/>
              </a:rPr>
              <a:t> = 2.0, J(</a:t>
            </a:r>
            <a:r>
              <a:rPr lang="el-GR" i="1" dirty="0"/>
              <a:t>θ</a:t>
            </a:r>
            <a:r>
              <a:rPr lang="el-GR" baseline="-25000" dirty="0"/>
              <a:t>1</a:t>
            </a:r>
            <a:r>
              <a:rPr lang="sv-SE" dirty="0">
                <a:solidFill>
                  <a:srgbClr val="212121"/>
                </a:solidFill>
                <a:latin typeface="Courier New" panose="02070309020205020404" pitchFamily="49" charset="0"/>
              </a:rPr>
              <a:t>)= 20.0</a:t>
            </a:r>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sv-SE" dirty="0">
              <a:solidFill>
                <a:srgbClr val="212121"/>
              </a:solidFill>
              <a:latin typeface="Courier New" panose="02070309020205020404" pitchFamily="49" charset="0"/>
            </a:endParaRPr>
          </a:p>
          <a:p>
            <a:endParaRPr lang="de-DE" dirty="0"/>
          </a:p>
        </p:txBody>
      </p:sp>
    </p:spTree>
    <p:extLst>
      <p:ext uri="{BB962C8B-B14F-4D97-AF65-F5344CB8AC3E}">
        <p14:creationId xmlns:p14="http://schemas.microsoft.com/office/powerpoint/2010/main" val="1345132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948B044C-00B1-A7A6-AC77-19A676FA5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9943" y="2440726"/>
            <a:ext cx="5943600" cy="39676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A97CD1-0866-F359-FCB1-822C20BE7B9B}"/>
              </a:ext>
            </a:extLst>
          </p:cNvPr>
          <p:cNvSpPr>
            <a:spLocks noGrp="1"/>
          </p:cNvSpPr>
          <p:nvPr>
            <p:ph type="title"/>
          </p:nvPr>
        </p:nvSpPr>
        <p:spPr/>
        <p:txBody>
          <a:bodyPr/>
          <a:lstStyle/>
          <a:p>
            <a:r>
              <a:rPr lang="en-US" dirty="0"/>
              <a:t>Graph of J(</a:t>
            </a:r>
            <a:r>
              <a:rPr lang="el-GR" i="1" dirty="0"/>
              <a:t>θ</a:t>
            </a:r>
            <a:r>
              <a:rPr lang="el-GR" baseline="-25000" dirty="0"/>
              <a:t>1</a:t>
            </a:r>
            <a:r>
              <a:rPr lang="en-US" dirty="0"/>
              <a:t>)</a:t>
            </a:r>
            <a:endParaRPr lang="de-DE" dirty="0"/>
          </a:p>
        </p:txBody>
      </p:sp>
      <p:sp>
        <p:nvSpPr>
          <p:cNvPr id="7" name="TextBox 6">
            <a:extLst>
              <a:ext uri="{FF2B5EF4-FFF2-40B4-BE49-F238E27FC236}">
                <a16:creationId xmlns:a16="http://schemas.microsoft.com/office/drawing/2014/main" id="{F11E3CB6-0E6B-AFE4-38D1-8806F1FDBF12}"/>
              </a:ext>
            </a:extLst>
          </p:cNvPr>
          <p:cNvSpPr txBox="1"/>
          <p:nvPr/>
        </p:nvSpPr>
        <p:spPr>
          <a:xfrm rot="16200000">
            <a:off x="4608576" y="4162950"/>
            <a:ext cx="1319514" cy="523220"/>
          </a:xfrm>
          <a:prstGeom prst="rect">
            <a:avLst/>
          </a:prstGeom>
          <a:noFill/>
        </p:spPr>
        <p:txBody>
          <a:bodyPr wrap="square" rtlCol="0">
            <a:spAutoFit/>
          </a:bodyPr>
          <a:lstStyle/>
          <a:p>
            <a:pPr algn="ctr"/>
            <a:r>
              <a:rPr lang="en-US" sz="2800" dirty="0"/>
              <a:t>J(</a:t>
            </a:r>
            <a:r>
              <a:rPr lang="el-GR" sz="2800" i="1" dirty="0"/>
              <a:t>θ</a:t>
            </a:r>
            <a:r>
              <a:rPr lang="el-GR" sz="2800" baseline="-25000" dirty="0"/>
              <a:t>1</a:t>
            </a:r>
            <a:r>
              <a:rPr lang="en-US" sz="2800" dirty="0"/>
              <a:t>)</a:t>
            </a:r>
            <a:endParaRPr lang="de-DE" sz="2800" dirty="0"/>
          </a:p>
        </p:txBody>
      </p:sp>
      <p:sp>
        <p:nvSpPr>
          <p:cNvPr id="8" name="TextBox 7">
            <a:extLst>
              <a:ext uri="{FF2B5EF4-FFF2-40B4-BE49-F238E27FC236}">
                <a16:creationId xmlns:a16="http://schemas.microsoft.com/office/drawing/2014/main" id="{722821A1-6885-DD71-1C10-3A309ED37214}"/>
              </a:ext>
            </a:extLst>
          </p:cNvPr>
          <p:cNvSpPr txBox="1"/>
          <p:nvPr/>
        </p:nvSpPr>
        <p:spPr>
          <a:xfrm>
            <a:off x="8233045" y="6190681"/>
            <a:ext cx="1319514" cy="523220"/>
          </a:xfrm>
          <a:prstGeom prst="rect">
            <a:avLst/>
          </a:prstGeom>
          <a:noFill/>
        </p:spPr>
        <p:txBody>
          <a:bodyPr wrap="square" rtlCol="0">
            <a:spAutoFit/>
          </a:bodyPr>
          <a:lstStyle/>
          <a:p>
            <a:pPr algn="ctr"/>
            <a:r>
              <a:rPr lang="el-GR" sz="2800" i="1" dirty="0"/>
              <a:t>θ</a:t>
            </a:r>
            <a:r>
              <a:rPr lang="el-GR" sz="2800" baseline="-25000" dirty="0"/>
              <a:t>1</a:t>
            </a:r>
            <a:endParaRPr lang="de-DE" sz="2800"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2BEA3DE-6195-009A-9047-46EABAAF353B}"/>
                  </a:ext>
                </a:extLst>
              </p:cNvPr>
              <p:cNvSpPr>
                <a:spLocks noGrp="1"/>
              </p:cNvSpPr>
              <p:nvPr>
                <p:ph idx="1"/>
              </p:nvPr>
            </p:nvSpPr>
            <p:spPr>
              <a:xfrm>
                <a:off x="587829" y="1491733"/>
                <a:ext cx="10515600" cy="5222168"/>
              </a:xfrm>
            </p:spPr>
            <p:txBody>
              <a:bodyPr>
                <a:normAutofit/>
              </a:bodyPr>
              <a:lstStyle/>
              <a:p>
                <a14:m>
                  <m:oMath xmlns:m="http://schemas.openxmlformats.org/officeDocument/2006/math">
                    <m:r>
                      <a:rPr lang="el-GR" sz="2000" i="1" dirty="0" smtClean="0">
                        <a:latin typeface="Cambria Math" panose="02040503050406030204" pitchFamily="18" charset="0"/>
                      </a:rPr>
                      <m:t>𝜃</m:t>
                    </m:r>
                    <m:r>
                      <a:rPr lang="el-GR" sz="2000" i="1" baseline="-25000" dirty="0" smtClean="0">
                        <a:latin typeface="Cambria Math" panose="02040503050406030204" pitchFamily="18" charset="0"/>
                      </a:rPr>
                      <m:t>1</m:t>
                    </m:r>
                  </m:oMath>
                </a14:m>
                <a:r>
                  <a:rPr lang="de-DE" sz="2000" b="0" i="0" dirty="0">
                    <a:solidFill>
                      <a:srgbClr val="212121"/>
                    </a:solidFill>
                    <a:effectLst/>
                    <a:latin typeface="Courier New" panose="02070309020205020404" pitchFamily="49" charset="0"/>
                  </a:rPr>
                  <a:t> = [-0.5, -0.25, 0.0, 0.25, 0.5, 0.75, 1.0, 1.25, 1.5, 1.75, 2.0, 2.25]</a:t>
                </a:r>
                <a:endParaRPr lang="de-DE" sz="2000" dirty="0"/>
              </a:p>
              <a:p>
                <a14:m>
                  <m:oMath xmlns:m="http://schemas.openxmlformats.org/officeDocument/2006/math">
                    <m:r>
                      <a:rPr lang="en-US" sz="2000" b="0" i="1" dirty="0" smtClean="0">
                        <a:latin typeface="Cambria Math" panose="02040503050406030204" pitchFamily="18" charset="0"/>
                      </a:rPr>
                      <m:t>𝐽</m:t>
                    </m:r>
                    <m:r>
                      <a:rPr lang="en-US" sz="2000" b="0" i="1" dirty="0" smtClean="0">
                        <a:latin typeface="Cambria Math" panose="02040503050406030204" pitchFamily="18" charset="0"/>
                      </a:rPr>
                      <m:t>(</m:t>
                    </m:r>
                    <m:r>
                      <a:rPr lang="el-GR" sz="2000" i="1" dirty="0" smtClean="0">
                        <a:latin typeface="Cambria Math" panose="02040503050406030204" pitchFamily="18" charset="0"/>
                      </a:rPr>
                      <m:t>𝜃</m:t>
                    </m:r>
                    <m:r>
                      <a:rPr lang="el-GR" sz="2000" i="1" baseline="-25000" dirty="0" smtClean="0">
                        <a:latin typeface="Cambria Math" panose="02040503050406030204" pitchFamily="18" charset="0"/>
                      </a:rPr>
                      <m:t>1</m:t>
                    </m:r>
                    <m:r>
                      <a:rPr lang="en-US" sz="2000" b="0" i="1" dirty="0" smtClean="0">
                        <a:latin typeface="Cambria Math" panose="02040503050406030204" pitchFamily="18" charset="0"/>
                      </a:rPr>
                      <m:t>)</m:t>
                    </m:r>
                  </m:oMath>
                </a14:m>
                <a:r>
                  <a:rPr lang="de-DE" sz="2000" b="0" i="0" dirty="0">
                    <a:solidFill>
                      <a:srgbClr val="212121"/>
                    </a:solidFill>
                    <a:effectLst/>
                    <a:latin typeface="Courier New" panose="02070309020205020404" pitchFamily="49" charset="0"/>
                  </a:rPr>
                  <a:t> =[45.0, 31.25, 20.0, 11.25, 5.0, 1.25, 0.0, 1.25, 5.0, 11.25, 20.0, 31.25]</a:t>
                </a:r>
              </a:p>
              <a:p>
                <a:endParaRPr lang="de-DE" sz="2000" dirty="0">
                  <a:solidFill>
                    <a:srgbClr val="212121"/>
                  </a:solidFill>
                  <a:latin typeface="Courier New" panose="02070309020205020404" pitchFamily="49" charset="0"/>
                </a:endParaRPr>
              </a:p>
              <a:p>
                <a:endParaRPr lang="de-DE" sz="2000" dirty="0">
                  <a:solidFill>
                    <a:srgbClr val="212121"/>
                  </a:solidFill>
                  <a:latin typeface="Courier New" panose="02070309020205020404" pitchFamily="49" charset="0"/>
                </a:endParaRPr>
              </a:p>
              <a:p>
                <a:r>
                  <a:rPr lang="en-GB" sz="2000" dirty="0"/>
                  <a:t>The optimization objective for the learning </a:t>
                </a:r>
              </a:p>
              <a:p>
                <a:pPr marL="0" indent="0">
                  <a:buNone/>
                </a:pPr>
                <a:r>
                  <a:rPr lang="en-GB" sz="2000" dirty="0"/>
                  <a:t>    algorithm is to find the value of θ</a:t>
                </a:r>
                <a:r>
                  <a:rPr lang="en-GB" sz="2000" baseline="-25000" dirty="0"/>
                  <a:t>1</a:t>
                </a:r>
                <a:r>
                  <a:rPr lang="en-GB" sz="2000" dirty="0"/>
                  <a:t> </a:t>
                </a:r>
              </a:p>
              <a:p>
                <a:pPr marL="0" indent="0">
                  <a:buNone/>
                </a:pPr>
                <a:r>
                  <a:rPr lang="en-GB" sz="2000" dirty="0"/>
                  <a:t>     which minimizes J(θ</a:t>
                </a:r>
                <a:r>
                  <a:rPr lang="en-GB" sz="2000" baseline="-25000" dirty="0"/>
                  <a:t>1</a:t>
                </a:r>
                <a:r>
                  <a:rPr lang="en-GB" sz="2000" dirty="0"/>
                  <a:t>)</a:t>
                </a:r>
              </a:p>
              <a:p>
                <a:pPr lvl="1"/>
                <a:r>
                  <a:rPr lang="en-GB" sz="1800" dirty="0"/>
                  <a:t>So, here θ</a:t>
                </a:r>
                <a:r>
                  <a:rPr lang="en-GB" sz="1800" baseline="-25000" dirty="0"/>
                  <a:t>1</a:t>
                </a:r>
                <a:r>
                  <a:rPr lang="en-GB" sz="1800" dirty="0"/>
                  <a:t> = 1 is the best value for θ</a:t>
                </a:r>
                <a:r>
                  <a:rPr lang="en-GB" sz="1800" baseline="-25000" dirty="0"/>
                  <a:t>1</a:t>
                </a:r>
                <a:endParaRPr lang="en-GB" sz="1800" dirty="0"/>
              </a:p>
              <a:p>
                <a:br>
                  <a:rPr lang="en-GB" dirty="0"/>
                </a:br>
                <a:endParaRPr lang="de-DE" sz="2000" dirty="0"/>
              </a:p>
            </p:txBody>
          </p:sp>
        </mc:Choice>
        <mc:Fallback xmlns="">
          <p:sp>
            <p:nvSpPr>
              <p:cNvPr id="5" name="Content Placeholder 2">
                <a:extLst>
                  <a:ext uri="{FF2B5EF4-FFF2-40B4-BE49-F238E27FC236}">
                    <a16:creationId xmlns:a16="http://schemas.microsoft.com/office/drawing/2014/main" id="{02BEA3DE-6195-009A-9047-46EABAAF353B}"/>
                  </a:ext>
                </a:extLst>
              </p:cNvPr>
              <p:cNvSpPr>
                <a:spLocks noGrp="1" noRot="1" noChangeAspect="1" noMove="1" noResize="1" noEditPoints="1" noAdjustHandles="1" noChangeArrowheads="1" noChangeShapeType="1" noTextEdit="1"/>
              </p:cNvSpPr>
              <p:nvPr>
                <p:ph idx="1"/>
              </p:nvPr>
            </p:nvSpPr>
            <p:spPr>
              <a:xfrm>
                <a:off x="587829" y="1491733"/>
                <a:ext cx="10515600" cy="5222168"/>
              </a:xfrm>
              <a:blipFill>
                <a:blip r:embed="rId3"/>
                <a:stretch>
                  <a:fillRect l="-1043" t="-1051" r="-1101"/>
                </a:stretch>
              </a:blipFill>
            </p:spPr>
            <p:txBody>
              <a:bodyPr/>
              <a:lstStyle/>
              <a:p>
                <a:r>
                  <a:rPr lang="en-US">
                    <a:noFill/>
                  </a:rPr>
                  <a:t> </a:t>
                </a:r>
              </a:p>
            </p:txBody>
          </p:sp>
        </mc:Fallback>
      </mc:AlternateContent>
    </p:spTree>
    <p:extLst>
      <p:ext uri="{BB962C8B-B14F-4D97-AF65-F5344CB8AC3E}">
        <p14:creationId xmlns:p14="http://schemas.microsoft.com/office/powerpoint/2010/main" val="3478872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3B685-212F-DAB2-5EB8-BF119FBC58EA}"/>
              </a:ext>
            </a:extLst>
          </p:cNvPr>
          <p:cNvSpPr>
            <a:spLocks noGrp="1"/>
          </p:cNvSpPr>
          <p:nvPr>
            <p:ph type="title"/>
          </p:nvPr>
        </p:nvSpPr>
        <p:spPr/>
        <p:txBody>
          <a:bodyPr/>
          <a:lstStyle/>
          <a:p>
            <a:r>
              <a:rPr lang="en-US" dirty="0"/>
              <a:t>Graph of J(</a:t>
            </a:r>
            <a:r>
              <a:rPr lang="el-GR" i="1" dirty="0"/>
              <a:t>θ</a:t>
            </a:r>
            <a:r>
              <a:rPr lang="en-US" i="1" baseline="-25000" dirty="0"/>
              <a:t>0</a:t>
            </a:r>
            <a:r>
              <a:rPr lang="el-GR" baseline="-25000" dirty="0"/>
              <a:t> </a:t>
            </a:r>
            <a:r>
              <a:rPr lang="en-US" baseline="-25000" dirty="0"/>
              <a:t>, </a:t>
            </a:r>
            <a:r>
              <a:rPr lang="el-GR" i="1" dirty="0"/>
              <a:t>θ</a:t>
            </a:r>
            <a:r>
              <a:rPr lang="el-GR" baseline="-25000" dirty="0"/>
              <a:t>1</a:t>
            </a:r>
            <a:r>
              <a:rPr lang="en-US" dirty="0"/>
              <a:t>)</a:t>
            </a:r>
            <a:endParaRPr lang="de-DE" dirty="0"/>
          </a:p>
        </p:txBody>
      </p:sp>
      <p:sp>
        <p:nvSpPr>
          <p:cNvPr id="3" name="Content Placeholder 2">
            <a:extLst>
              <a:ext uri="{FF2B5EF4-FFF2-40B4-BE49-F238E27FC236}">
                <a16:creationId xmlns:a16="http://schemas.microsoft.com/office/drawing/2014/main" id="{5CA6EB8B-CC1C-4CCC-B704-943AA6622002}"/>
              </a:ext>
            </a:extLst>
          </p:cNvPr>
          <p:cNvSpPr>
            <a:spLocks noGrp="1"/>
          </p:cNvSpPr>
          <p:nvPr>
            <p:ph idx="1"/>
          </p:nvPr>
        </p:nvSpPr>
        <p:spPr/>
        <p:txBody>
          <a:bodyPr/>
          <a:lstStyle/>
          <a:p>
            <a:r>
              <a:rPr lang="en-GB" dirty="0"/>
              <a:t>A 3D surface plot </a:t>
            </a:r>
          </a:p>
          <a:p>
            <a:pPr marL="0" indent="0">
              <a:buNone/>
            </a:pPr>
            <a:r>
              <a:rPr lang="en-GB" dirty="0"/>
              <a:t>   where axis are:</a:t>
            </a:r>
          </a:p>
          <a:p>
            <a:pPr lvl="1"/>
            <a:r>
              <a:rPr lang="en-GB" dirty="0"/>
              <a:t>X = θ</a:t>
            </a:r>
            <a:r>
              <a:rPr lang="en-GB" baseline="-25000" dirty="0"/>
              <a:t>1</a:t>
            </a:r>
            <a:endParaRPr lang="en-GB" dirty="0"/>
          </a:p>
          <a:p>
            <a:pPr lvl="1"/>
            <a:r>
              <a:rPr lang="en-GB" dirty="0"/>
              <a:t>Z = θ</a:t>
            </a:r>
            <a:r>
              <a:rPr lang="en-GB" baseline="-25000" dirty="0"/>
              <a:t>0</a:t>
            </a:r>
            <a:endParaRPr lang="en-GB" dirty="0"/>
          </a:p>
          <a:p>
            <a:pPr lvl="1"/>
            <a:r>
              <a:rPr lang="en-GB" dirty="0"/>
              <a:t>Y = J(θ</a:t>
            </a:r>
            <a:r>
              <a:rPr lang="en-GB" baseline="-25000" dirty="0"/>
              <a:t>0</a:t>
            </a:r>
            <a:r>
              <a:rPr lang="en-GB" dirty="0"/>
              <a:t>,θ</a:t>
            </a:r>
            <a:r>
              <a:rPr lang="en-GB" baseline="-25000" dirty="0"/>
              <a:t>1</a:t>
            </a:r>
            <a:r>
              <a:rPr lang="en-GB" dirty="0"/>
              <a:t>)</a:t>
            </a:r>
          </a:p>
          <a:p>
            <a:endParaRPr lang="en-US" dirty="0"/>
          </a:p>
        </p:txBody>
      </p:sp>
      <p:pic>
        <p:nvPicPr>
          <p:cNvPr id="4" name="Content Placeholder 3">
            <a:extLst>
              <a:ext uri="{FF2B5EF4-FFF2-40B4-BE49-F238E27FC236}">
                <a16:creationId xmlns:a16="http://schemas.microsoft.com/office/drawing/2014/main" id="{FFA000CA-E441-2036-BC1E-A118CD5D4B06}"/>
              </a:ext>
            </a:extLst>
          </p:cNvPr>
          <p:cNvPicPr>
            <a:picLocks noChangeAspect="1"/>
          </p:cNvPicPr>
          <p:nvPr/>
        </p:nvPicPr>
        <p:blipFill rotWithShape="1">
          <a:blip r:embed="rId2"/>
          <a:srcRect l="-3411" t="7086" r="14511" b="-1247"/>
          <a:stretch/>
        </p:blipFill>
        <p:spPr>
          <a:xfrm>
            <a:off x="3990297" y="1247172"/>
            <a:ext cx="7256687" cy="5245703"/>
          </a:xfrm>
          <a:prstGeom prst="rect">
            <a:avLst/>
          </a:prstGeom>
          <a:ln>
            <a:noFill/>
          </a:ln>
        </p:spPr>
      </p:pic>
    </p:spTree>
    <p:extLst>
      <p:ext uri="{BB962C8B-B14F-4D97-AF65-F5344CB8AC3E}">
        <p14:creationId xmlns:p14="http://schemas.microsoft.com/office/powerpoint/2010/main" val="3199967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28D024-6FB3-FA38-55E2-C98EF922E089}"/>
              </a:ext>
            </a:extLst>
          </p:cNvPr>
          <p:cNvSpPr>
            <a:spLocks noGrp="1"/>
          </p:cNvSpPr>
          <p:nvPr>
            <p:ph type="title"/>
          </p:nvPr>
        </p:nvSpPr>
        <p:spPr/>
        <p:txBody>
          <a:bodyPr/>
          <a:lstStyle/>
          <a:p>
            <a:r>
              <a:rPr lang="en-US" dirty="0"/>
              <a:t>Contour Plot </a:t>
            </a:r>
          </a:p>
        </p:txBody>
      </p:sp>
      <p:sp>
        <p:nvSpPr>
          <p:cNvPr id="3" name="Content Placeholder 2">
            <a:extLst>
              <a:ext uri="{FF2B5EF4-FFF2-40B4-BE49-F238E27FC236}">
                <a16:creationId xmlns:a16="http://schemas.microsoft.com/office/drawing/2014/main" id="{E9DDDA23-AA46-6865-8D83-37285EE56776}"/>
              </a:ext>
            </a:extLst>
          </p:cNvPr>
          <p:cNvSpPr>
            <a:spLocks noGrp="1"/>
          </p:cNvSpPr>
          <p:nvPr>
            <p:ph idx="1"/>
          </p:nvPr>
        </p:nvSpPr>
        <p:spPr/>
        <p:txBody>
          <a:bodyPr/>
          <a:lstStyle/>
          <a:p>
            <a:pPr marL="0" indent="0">
              <a:buNone/>
            </a:pPr>
            <a:br>
              <a:rPr lang="en-GB" dirty="0"/>
            </a:br>
            <a:endParaRPr lang="en-US" dirty="0"/>
          </a:p>
        </p:txBody>
      </p:sp>
      <p:pic>
        <p:nvPicPr>
          <p:cNvPr id="5" name="Picture 4">
            <a:extLst>
              <a:ext uri="{FF2B5EF4-FFF2-40B4-BE49-F238E27FC236}">
                <a16:creationId xmlns:a16="http://schemas.microsoft.com/office/drawing/2014/main" id="{7D8B98CF-3517-CABA-EB81-AD221E812ED9}"/>
              </a:ext>
            </a:extLst>
          </p:cNvPr>
          <p:cNvPicPr>
            <a:picLocks noChangeAspect="1"/>
          </p:cNvPicPr>
          <p:nvPr/>
        </p:nvPicPr>
        <p:blipFill>
          <a:blip r:embed="rId2"/>
          <a:stretch>
            <a:fillRect/>
          </a:stretch>
        </p:blipFill>
        <p:spPr>
          <a:xfrm>
            <a:off x="5700649" y="943897"/>
            <a:ext cx="5980074" cy="5548978"/>
          </a:xfrm>
          <a:prstGeom prst="rect">
            <a:avLst/>
          </a:prstGeom>
        </p:spPr>
      </p:pic>
      <p:sp>
        <p:nvSpPr>
          <p:cNvPr id="8" name="Content Placeholder 2">
            <a:extLst>
              <a:ext uri="{FF2B5EF4-FFF2-40B4-BE49-F238E27FC236}">
                <a16:creationId xmlns:a16="http://schemas.microsoft.com/office/drawing/2014/main" id="{2FC572A2-DF53-3ED3-5FE6-9C07FE65599C}"/>
              </a:ext>
            </a:extLst>
          </p:cNvPr>
          <p:cNvSpPr txBox="1">
            <a:spLocks/>
          </p:cNvSpPr>
          <p:nvPr/>
        </p:nvSpPr>
        <p:spPr>
          <a:xfrm>
            <a:off x="169145" y="1960562"/>
            <a:ext cx="10515600"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Each point represents a pair of</a:t>
            </a:r>
          </a:p>
          <a:p>
            <a:pPr marL="0" indent="0">
              <a:buNone/>
            </a:pPr>
            <a:r>
              <a:rPr lang="en-GB" dirty="0"/>
              <a:t>  parameter values for Ɵ0 and Ɵ1</a:t>
            </a:r>
          </a:p>
          <a:p>
            <a:pPr lvl="1"/>
            <a:r>
              <a:rPr lang="en-GB" dirty="0"/>
              <a:t>Our example here put the values at</a:t>
            </a:r>
          </a:p>
          <a:p>
            <a:pPr lvl="2"/>
            <a:r>
              <a:rPr lang="en-GB" dirty="0"/>
              <a:t>θ</a:t>
            </a:r>
            <a:r>
              <a:rPr lang="en-GB" baseline="-25000" dirty="0"/>
              <a:t>0</a:t>
            </a:r>
            <a:r>
              <a:rPr lang="en-GB" dirty="0"/>
              <a:t> = ~800</a:t>
            </a:r>
          </a:p>
          <a:p>
            <a:pPr lvl="2"/>
            <a:r>
              <a:rPr lang="en-GB" dirty="0"/>
              <a:t>θ</a:t>
            </a:r>
            <a:r>
              <a:rPr lang="en-GB" baseline="-25000" dirty="0"/>
              <a:t>1</a:t>
            </a:r>
            <a:r>
              <a:rPr lang="en-GB" dirty="0"/>
              <a:t> = ~-0.15</a:t>
            </a:r>
          </a:p>
          <a:p>
            <a:pPr lvl="1"/>
            <a:r>
              <a:rPr lang="en-GB" dirty="0"/>
              <a:t>Not a good fit</a:t>
            </a:r>
          </a:p>
          <a:p>
            <a:pPr lvl="2"/>
            <a:r>
              <a:rPr lang="en-GB" dirty="0"/>
              <a:t>i.e. these parameters give a value on our </a:t>
            </a:r>
          </a:p>
          <a:p>
            <a:pPr marL="914400" lvl="2" indent="0">
              <a:buNone/>
            </a:pPr>
            <a:r>
              <a:rPr lang="en-GB" dirty="0"/>
              <a:t>    contour plot far from the </a:t>
            </a:r>
            <a:r>
              <a:rPr lang="en-GB" dirty="0" err="1"/>
              <a:t>center</a:t>
            </a:r>
            <a:r>
              <a:rPr lang="en-GB" dirty="0"/>
              <a:t>.</a:t>
            </a:r>
          </a:p>
          <a:p>
            <a:pPr lvl="1"/>
            <a:r>
              <a:rPr lang="en-GB" dirty="0"/>
              <a:t>If we have</a:t>
            </a:r>
          </a:p>
          <a:p>
            <a:pPr lvl="2"/>
            <a:r>
              <a:rPr lang="en-GB" dirty="0"/>
              <a:t>θ</a:t>
            </a:r>
            <a:r>
              <a:rPr lang="en-GB" baseline="-25000" dirty="0"/>
              <a:t>0</a:t>
            </a:r>
            <a:r>
              <a:rPr lang="en-GB" dirty="0"/>
              <a:t> = ~360</a:t>
            </a:r>
          </a:p>
          <a:p>
            <a:pPr lvl="2"/>
            <a:r>
              <a:rPr lang="en-GB" dirty="0"/>
              <a:t>θ</a:t>
            </a:r>
            <a:r>
              <a:rPr lang="en-GB" baseline="-25000" dirty="0"/>
              <a:t>1</a:t>
            </a:r>
            <a:r>
              <a:rPr lang="en-GB" dirty="0"/>
              <a:t> = 0</a:t>
            </a:r>
          </a:p>
          <a:p>
            <a:pPr lvl="2"/>
            <a:r>
              <a:rPr lang="en-GB" dirty="0"/>
              <a:t>This gives a better hypothesis, but still not </a:t>
            </a:r>
          </a:p>
          <a:p>
            <a:pPr marL="914400" lvl="2" indent="0">
              <a:buNone/>
            </a:pPr>
            <a:r>
              <a:rPr lang="en-GB" dirty="0"/>
              <a:t>     great - not in the </a:t>
            </a:r>
            <a:r>
              <a:rPr lang="en-GB" dirty="0" err="1"/>
              <a:t>center</a:t>
            </a:r>
            <a:r>
              <a:rPr lang="en-GB" dirty="0"/>
              <a:t> of the contour plot.</a:t>
            </a:r>
          </a:p>
        </p:txBody>
      </p:sp>
    </p:spTree>
    <p:extLst>
      <p:ext uri="{BB962C8B-B14F-4D97-AF65-F5344CB8AC3E}">
        <p14:creationId xmlns:p14="http://schemas.microsoft.com/office/powerpoint/2010/main" val="3909235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1D93D-C8FC-F4D4-A441-199B32188016}"/>
              </a:ext>
            </a:extLst>
          </p:cNvPr>
          <p:cNvSpPr>
            <a:spLocks noGrp="1"/>
          </p:cNvSpPr>
          <p:nvPr>
            <p:ph type="title"/>
          </p:nvPr>
        </p:nvSpPr>
        <p:spPr/>
        <p:txBody>
          <a:bodyPr/>
          <a:lstStyle/>
          <a:p>
            <a:r>
              <a:rPr lang="en-US" dirty="0"/>
              <a:t>Recap</a:t>
            </a:r>
          </a:p>
        </p:txBody>
      </p:sp>
      <p:sp>
        <p:nvSpPr>
          <p:cNvPr id="7" name="Content Placeholder 2">
            <a:extLst>
              <a:ext uri="{FF2B5EF4-FFF2-40B4-BE49-F238E27FC236}">
                <a16:creationId xmlns:a16="http://schemas.microsoft.com/office/drawing/2014/main" id="{0A4A8FE8-6D76-4917-E0D5-D0362852112A}"/>
              </a:ext>
            </a:extLst>
          </p:cNvPr>
          <p:cNvSpPr>
            <a:spLocks noGrp="1"/>
          </p:cNvSpPr>
          <p:nvPr>
            <p:ph idx="1"/>
          </p:nvPr>
        </p:nvSpPr>
        <p:spPr>
          <a:xfrm>
            <a:off x="859971" y="1836511"/>
            <a:ext cx="11168743" cy="4351338"/>
          </a:xfrm>
        </p:spPr>
        <p:txBody>
          <a:bodyPr>
            <a:normAutofit/>
          </a:bodyPr>
          <a:lstStyle/>
          <a:p>
            <a:endParaRPr lang="en-US" dirty="0"/>
          </a:p>
          <a:p>
            <a:r>
              <a:rPr lang="en-US" dirty="0"/>
              <a:t>Univariate Linear Regression</a:t>
            </a:r>
          </a:p>
          <a:p>
            <a:endParaRPr lang="en-US" dirty="0"/>
          </a:p>
          <a:p>
            <a:endParaRPr lang="en-US" dirty="0"/>
          </a:p>
        </p:txBody>
      </p:sp>
      <p:pic>
        <p:nvPicPr>
          <p:cNvPr id="4" name="Picture 3">
            <a:extLst>
              <a:ext uri="{FF2B5EF4-FFF2-40B4-BE49-F238E27FC236}">
                <a16:creationId xmlns:a16="http://schemas.microsoft.com/office/drawing/2014/main" id="{50A10C46-956E-A5AF-C36B-F81BCED41878}"/>
              </a:ext>
            </a:extLst>
          </p:cNvPr>
          <p:cNvPicPr>
            <a:picLocks noChangeAspect="1"/>
          </p:cNvPicPr>
          <p:nvPr/>
        </p:nvPicPr>
        <p:blipFill>
          <a:blip r:embed="rId2"/>
          <a:stretch>
            <a:fillRect/>
          </a:stretch>
        </p:blipFill>
        <p:spPr>
          <a:xfrm>
            <a:off x="2654095" y="3083027"/>
            <a:ext cx="6667500" cy="2933700"/>
          </a:xfrm>
          <a:prstGeom prst="rect">
            <a:avLst/>
          </a:prstGeom>
        </p:spPr>
      </p:pic>
    </p:spTree>
    <p:extLst>
      <p:ext uri="{BB962C8B-B14F-4D97-AF65-F5344CB8AC3E}">
        <p14:creationId xmlns:p14="http://schemas.microsoft.com/office/powerpoint/2010/main" val="1447490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FC809-C46E-9BBF-C99D-CF670256C3C8}"/>
              </a:ext>
            </a:extLst>
          </p:cNvPr>
          <p:cNvSpPr>
            <a:spLocks noGrp="1"/>
          </p:cNvSpPr>
          <p:nvPr>
            <p:ph type="title"/>
          </p:nvPr>
        </p:nvSpPr>
        <p:spPr/>
        <p:txBody>
          <a:bodyPr/>
          <a:lstStyle/>
          <a:p>
            <a:r>
              <a:rPr lang="en-US" dirty="0"/>
              <a:t>Gradient Descent </a:t>
            </a:r>
          </a:p>
        </p:txBody>
      </p:sp>
      <p:sp>
        <p:nvSpPr>
          <p:cNvPr id="3" name="Content Placeholder 2">
            <a:extLst>
              <a:ext uri="{FF2B5EF4-FFF2-40B4-BE49-F238E27FC236}">
                <a16:creationId xmlns:a16="http://schemas.microsoft.com/office/drawing/2014/main" id="{AB87022B-B834-0AEE-3B24-61A5CEE33A0B}"/>
              </a:ext>
            </a:extLst>
          </p:cNvPr>
          <p:cNvSpPr>
            <a:spLocks noGrp="1"/>
          </p:cNvSpPr>
          <p:nvPr>
            <p:ph idx="1"/>
          </p:nvPr>
        </p:nvSpPr>
        <p:spPr>
          <a:xfrm>
            <a:off x="838200" y="1835457"/>
            <a:ext cx="10515600" cy="4667250"/>
          </a:xfrm>
        </p:spPr>
        <p:txBody>
          <a:bodyPr>
            <a:normAutofit lnSpcReduction="10000"/>
          </a:bodyPr>
          <a:lstStyle/>
          <a:p>
            <a:r>
              <a:rPr lang="en-GB" dirty="0"/>
              <a:t>Gradient descent is an optimization algorithm used in machine learning to minimize the cost/loss by iteratively adjusting parameters in the direction of the negative gradient, aiming to find the optimal set of parameters.</a:t>
            </a:r>
          </a:p>
          <a:p>
            <a:r>
              <a:rPr lang="en-GB" dirty="0"/>
              <a:t>Gradient descent can be applied to various machine learning algorithms, including linear regression, logistic regression, neural networks, and support vector machine. </a:t>
            </a:r>
          </a:p>
          <a:p>
            <a:r>
              <a:rPr lang="en-GB" dirty="0"/>
              <a:t>It provides a general framework for optimizing models by iteratively refining their parameters based on the cost function.</a:t>
            </a:r>
          </a:p>
          <a:p>
            <a:r>
              <a:rPr lang="en-GB" dirty="0"/>
              <a:t>The algorithm operates by calculating the gradient of the cost function, which indicates the direction and magnitude of the steepest ascent.</a:t>
            </a:r>
          </a:p>
        </p:txBody>
      </p:sp>
    </p:spTree>
    <p:extLst>
      <p:ext uri="{BB962C8B-B14F-4D97-AF65-F5344CB8AC3E}">
        <p14:creationId xmlns:p14="http://schemas.microsoft.com/office/powerpoint/2010/main" val="2586740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FE28-CBC6-B577-73D2-2A40243C3DD0}"/>
              </a:ext>
            </a:extLst>
          </p:cNvPr>
          <p:cNvSpPr>
            <a:spLocks noGrp="1"/>
          </p:cNvSpPr>
          <p:nvPr>
            <p:ph type="title"/>
          </p:nvPr>
        </p:nvSpPr>
        <p:spPr/>
        <p:txBody>
          <a:bodyPr/>
          <a:lstStyle/>
          <a:p>
            <a:r>
              <a:rPr lang="en-US" dirty="0"/>
              <a:t>Gradient Descent</a:t>
            </a:r>
          </a:p>
        </p:txBody>
      </p:sp>
      <p:sp>
        <p:nvSpPr>
          <p:cNvPr id="3" name="Content Placeholder 2">
            <a:extLst>
              <a:ext uri="{FF2B5EF4-FFF2-40B4-BE49-F238E27FC236}">
                <a16:creationId xmlns:a16="http://schemas.microsoft.com/office/drawing/2014/main" id="{1ABA9C87-1BC7-F9CC-A55C-A8CF3574639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ADC2B2C-CC21-8AD8-E66A-34FED42CBDA8}"/>
              </a:ext>
            </a:extLst>
          </p:cNvPr>
          <p:cNvPicPr>
            <a:picLocks noChangeAspect="1"/>
          </p:cNvPicPr>
          <p:nvPr/>
        </p:nvPicPr>
        <p:blipFill>
          <a:blip r:embed="rId2"/>
          <a:stretch>
            <a:fillRect/>
          </a:stretch>
        </p:blipFill>
        <p:spPr>
          <a:xfrm>
            <a:off x="1595437" y="1690688"/>
            <a:ext cx="8391525" cy="4838700"/>
          </a:xfrm>
          <a:prstGeom prst="rect">
            <a:avLst/>
          </a:prstGeom>
        </p:spPr>
      </p:pic>
    </p:spTree>
    <p:extLst>
      <p:ext uri="{BB962C8B-B14F-4D97-AF65-F5344CB8AC3E}">
        <p14:creationId xmlns:p14="http://schemas.microsoft.com/office/powerpoint/2010/main" val="2993267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0DA54-682F-0B12-12AA-047186D82988}"/>
              </a:ext>
            </a:extLst>
          </p:cNvPr>
          <p:cNvSpPr>
            <a:spLocks noGrp="1"/>
          </p:cNvSpPr>
          <p:nvPr>
            <p:ph type="title"/>
          </p:nvPr>
        </p:nvSpPr>
        <p:spPr/>
        <p:txBody>
          <a:bodyPr/>
          <a:lstStyle/>
          <a:p>
            <a:r>
              <a:rPr lang="en-US" dirty="0"/>
              <a:t>Gradient Descent</a:t>
            </a:r>
            <a:endParaRPr lang="de-DE" dirty="0"/>
          </a:p>
        </p:txBody>
      </p:sp>
      <p:pic>
        <p:nvPicPr>
          <p:cNvPr id="4" name="Picture 3">
            <a:extLst>
              <a:ext uri="{FF2B5EF4-FFF2-40B4-BE49-F238E27FC236}">
                <a16:creationId xmlns:a16="http://schemas.microsoft.com/office/drawing/2014/main" id="{8B8A8462-A88A-77B0-7D24-3D769B42F028}"/>
              </a:ext>
            </a:extLst>
          </p:cNvPr>
          <p:cNvPicPr>
            <a:picLocks noChangeAspect="1"/>
          </p:cNvPicPr>
          <p:nvPr/>
        </p:nvPicPr>
        <p:blipFill rotWithShape="1">
          <a:blip r:embed="rId2"/>
          <a:srcRect t="5122"/>
          <a:stretch/>
        </p:blipFill>
        <p:spPr>
          <a:xfrm>
            <a:off x="3387604" y="2063594"/>
            <a:ext cx="8229600" cy="4243753"/>
          </a:xfrm>
          <a:prstGeom prst="rect">
            <a:avLst/>
          </a:prstGeom>
        </p:spPr>
      </p:pic>
      <p:sp>
        <p:nvSpPr>
          <p:cNvPr id="10" name="Content Placeholder 2">
            <a:extLst>
              <a:ext uri="{FF2B5EF4-FFF2-40B4-BE49-F238E27FC236}">
                <a16:creationId xmlns:a16="http://schemas.microsoft.com/office/drawing/2014/main" id="{47D9D83F-5349-5191-4754-5888B2EB33F5}"/>
              </a:ext>
            </a:extLst>
          </p:cNvPr>
          <p:cNvSpPr>
            <a:spLocks noGrp="1"/>
          </p:cNvSpPr>
          <p:nvPr>
            <p:ph idx="1"/>
          </p:nvPr>
        </p:nvSpPr>
        <p:spPr>
          <a:xfrm>
            <a:off x="838200" y="1825625"/>
            <a:ext cx="2958296" cy="1603375"/>
          </a:xfrm>
        </p:spPr>
        <p:txBody>
          <a:bodyPr/>
          <a:lstStyle/>
          <a:p>
            <a:r>
              <a:rPr lang="en-US" dirty="0"/>
              <a:t>We have J(</a:t>
            </a:r>
            <a:r>
              <a:rPr lang="el-GR" i="1" dirty="0"/>
              <a:t>θ</a:t>
            </a:r>
            <a:r>
              <a:rPr lang="en-US" i="1" baseline="-25000" dirty="0"/>
              <a:t>0</a:t>
            </a:r>
            <a:r>
              <a:rPr lang="el-GR" baseline="-25000" dirty="0"/>
              <a:t> </a:t>
            </a:r>
            <a:r>
              <a:rPr lang="en-US" baseline="-25000" dirty="0"/>
              <a:t>, </a:t>
            </a:r>
            <a:r>
              <a:rPr lang="el-GR" i="1" dirty="0"/>
              <a:t>θ</a:t>
            </a:r>
            <a:r>
              <a:rPr lang="el-GR" baseline="-25000" dirty="0"/>
              <a:t>1</a:t>
            </a:r>
            <a:r>
              <a:rPr lang="en-US" dirty="0"/>
              <a:t>) and we want min J(</a:t>
            </a:r>
            <a:r>
              <a:rPr lang="el-GR" i="1" dirty="0"/>
              <a:t>θ</a:t>
            </a:r>
            <a:r>
              <a:rPr lang="en-US" i="1" baseline="-25000" dirty="0"/>
              <a:t>0</a:t>
            </a:r>
            <a:r>
              <a:rPr lang="el-GR" baseline="-25000" dirty="0"/>
              <a:t> </a:t>
            </a:r>
            <a:r>
              <a:rPr lang="en-US" baseline="-25000" dirty="0"/>
              <a:t>, </a:t>
            </a:r>
            <a:r>
              <a:rPr lang="el-GR" i="1" dirty="0"/>
              <a:t>θ</a:t>
            </a:r>
            <a:r>
              <a:rPr lang="el-GR" baseline="-25000" dirty="0"/>
              <a:t>1</a:t>
            </a:r>
            <a:r>
              <a:rPr lang="en-US" dirty="0"/>
              <a:t>)</a:t>
            </a:r>
          </a:p>
          <a:p>
            <a:pPr marL="0" indent="0">
              <a:buNone/>
            </a:pPr>
            <a:endParaRPr lang="de-DE" dirty="0"/>
          </a:p>
        </p:txBody>
      </p:sp>
    </p:spTree>
    <p:extLst>
      <p:ext uri="{BB962C8B-B14F-4D97-AF65-F5344CB8AC3E}">
        <p14:creationId xmlns:p14="http://schemas.microsoft.com/office/powerpoint/2010/main" val="3767463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6DE4-9651-21D2-275F-C7C132C0A91F}"/>
              </a:ext>
            </a:extLst>
          </p:cNvPr>
          <p:cNvSpPr>
            <a:spLocks noGrp="1"/>
          </p:cNvSpPr>
          <p:nvPr>
            <p:ph type="title"/>
          </p:nvPr>
        </p:nvSpPr>
        <p:spPr/>
        <p:txBody>
          <a:bodyPr/>
          <a:lstStyle/>
          <a:p>
            <a:r>
              <a:rPr lang="en-US" dirty="0"/>
              <a:t>Solving Minimization Problem</a:t>
            </a:r>
            <a:endParaRPr lang="de-DE" dirty="0"/>
          </a:p>
        </p:txBody>
      </p:sp>
      <p:sp>
        <p:nvSpPr>
          <p:cNvPr id="3" name="Content Placeholder 2">
            <a:extLst>
              <a:ext uri="{FF2B5EF4-FFF2-40B4-BE49-F238E27FC236}">
                <a16:creationId xmlns:a16="http://schemas.microsoft.com/office/drawing/2014/main" id="{72D01D77-F30A-2F4D-3C4C-C115EAA7032C}"/>
              </a:ext>
            </a:extLst>
          </p:cNvPr>
          <p:cNvSpPr>
            <a:spLocks noGrp="1"/>
          </p:cNvSpPr>
          <p:nvPr>
            <p:ph idx="1"/>
          </p:nvPr>
        </p:nvSpPr>
        <p:spPr/>
        <p:txBody>
          <a:bodyPr/>
          <a:lstStyle/>
          <a:p>
            <a:endParaRPr lang="de-DE"/>
          </a:p>
        </p:txBody>
      </p:sp>
      <p:pic>
        <p:nvPicPr>
          <p:cNvPr id="7170" name="Picture 2">
            <a:extLst>
              <a:ext uri="{FF2B5EF4-FFF2-40B4-BE49-F238E27FC236}">
                <a16:creationId xmlns:a16="http://schemas.microsoft.com/office/drawing/2014/main" id="{07818D82-E71B-69C4-D6E8-18281F42A0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962" y="1836396"/>
            <a:ext cx="8229600" cy="4284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197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366C6-F63C-AA74-3B52-6FA53F03DE10}"/>
              </a:ext>
            </a:extLst>
          </p:cNvPr>
          <p:cNvSpPr>
            <a:spLocks noGrp="1"/>
          </p:cNvSpPr>
          <p:nvPr>
            <p:ph type="title"/>
          </p:nvPr>
        </p:nvSpPr>
        <p:spPr/>
        <p:txBody>
          <a:bodyPr/>
          <a:lstStyle/>
          <a:p>
            <a:r>
              <a:rPr lang="en-US" dirty="0"/>
              <a:t>Gradient Descent Algorithm</a:t>
            </a:r>
          </a:p>
        </p:txBody>
      </p:sp>
      <p:sp>
        <p:nvSpPr>
          <p:cNvPr id="3" name="Content Placeholder 2">
            <a:extLst>
              <a:ext uri="{FF2B5EF4-FFF2-40B4-BE49-F238E27FC236}">
                <a16:creationId xmlns:a16="http://schemas.microsoft.com/office/drawing/2014/main" id="{256A059C-AB33-3491-D3F7-B0C366068485}"/>
              </a:ext>
            </a:extLst>
          </p:cNvPr>
          <p:cNvSpPr>
            <a:spLocks noGrp="1"/>
          </p:cNvSpPr>
          <p:nvPr>
            <p:ph sz="half" idx="1"/>
          </p:nvPr>
        </p:nvSpPr>
        <p:spPr/>
        <p:txBody>
          <a:bodyPr>
            <a:normAutofit fontScale="85000" lnSpcReduction="20000"/>
          </a:bodyPr>
          <a:lstStyle/>
          <a:p>
            <a:r>
              <a:rPr lang="en-GB" dirty="0"/>
              <a:t>The goal of the gradient descent algorithm is to minimize the given function (say, cost function). To achieve this goal, it performs two steps iteratively:</a:t>
            </a:r>
          </a:p>
          <a:p>
            <a:pPr marL="1139825" indent="-514350">
              <a:buFont typeface="+mj-lt"/>
              <a:buAutoNum type="arabicPeriod"/>
            </a:pPr>
            <a:r>
              <a:rPr lang="en-GB" b="1" dirty="0"/>
              <a:t>Compute the gradient </a:t>
            </a:r>
            <a:r>
              <a:rPr lang="en-GB" dirty="0"/>
              <a:t>(slope), the first-order derivative of the function at that point.</a:t>
            </a:r>
          </a:p>
          <a:p>
            <a:pPr marL="1139825" indent="-514350">
              <a:buFont typeface="+mj-lt"/>
              <a:buAutoNum type="arabicPeriod"/>
            </a:pPr>
            <a:r>
              <a:rPr lang="en-GB" b="1" dirty="0"/>
              <a:t>Make a step (move) in the direction opposite to the gradient. </a:t>
            </a:r>
            <a:r>
              <a:rPr lang="en-GB" dirty="0"/>
              <a:t>The opposite direction of the slope increases from the current point by alpha times the gradient at that point</a:t>
            </a:r>
          </a:p>
          <a:p>
            <a:endParaRPr lang="en-US" dirty="0"/>
          </a:p>
        </p:txBody>
      </p:sp>
      <p:sp>
        <p:nvSpPr>
          <p:cNvPr id="9" name="Content Placeholder 8">
            <a:extLst>
              <a:ext uri="{FF2B5EF4-FFF2-40B4-BE49-F238E27FC236}">
                <a16:creationId xmlns:a16="http://schemas.microsoft.com/office/drawing/2014/main" id="{EAF067C2-0803-75ED-B650-808EB3A6F63A}"/>
              </a:ext>
            </a:extLst>
          </p:cNvPr>
          <p:cNvSpPr>
            <a:spLocks noGrp="1"/>
          </p:cNvSpPr>
          <p:nvPr>
            <p:ph sz="half" idx="2"/>
          </p:nvPr>
        </p:nvSpPr>
        <p:spPr/>
        <p:txBody>
          <a:bodyPr>
            <a:normAutofit fontScale="85000" lnSpcReduction="20000"/>
          </a:bodyPr>
          <a:lstStyle/>
          <a:p>
            <a:endParaRPr lang="en-US"/>
          </a:p>
        </p:txBody>
      </p:sp>
      <p:pic>
        <p:nvPicPr>
          <p:cNvPr id="5" name="Picture 4">
            <a:extLst>
              <a:ext uri="{FF2B5EF4-FFF2-40B4-BE49-F238E27FC236}">
                <a16:creationId xmlns:a16="http://schemas.microsoft.com/office/drawing/2014/main" id="{85623273-89FF-AB8B-824D-79F86FF551E0}"/>
              </a:ext>
            </a:extLst>
          </p:cNvPr>
          <p:cNvPicPr>
            <a:picLocks noChangeAspect="1"/>
          </p:cNvPicPr>
          <p:nvPr/>
        </p:nvPicPr>
        <p:blipFill>
          <a:blip r:embed="rId2"/>
          <a:stretch>
            <a:fillRect/>
          </a:stretch>
        </p:blipFill>
        <p:spPr>
          <a:xfrm>
            <a:off x="6019799" y="2126596"/>
            <a:ext cx="5582265" cy="3519911"/>
          </a:xfrm>
          <a:prstGeom prst="rect">
            <a:avLst/>
          </a:prstGeom>
        </p:spPr>
      </p:pic>
    </p:spTree>
    <p:extLst>
      <p:ext uri="{BB962C8B-B14F-4D97-AF65-F5344CB8AC3E}">
        <p14:creationId xmlns:p14="http://schemas.microsoft.com/office/powerpoint/2010/main" val="2402802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CC0DA-B2E5-761E-9C4A-E6835C1CCEE7}"/>
              </a:ext>
            </a:extLst>
          </p:cNvPr>
          <p:cNvSpPr>
            <a:spLocks noGrp="1"/>
          </p:cNvSpPr>
          <p:nvPr>
            <p:ph type="title"/>
          </p:nvPr>
        </p:nvSpPr>
        <p:spPr/>
        <p:txBody>
          <a:bodyPr/>
          <a:lstStyle/>
          <a:p>
            <a:r>
              <a:rPr lang="en-US" dirty="0"/>
              <a:t>Gradient Descent Algorithm</a:t>
            </a:r>
          </a:p>
        </p:txBody>
      </p:sp>
      <p:pic>
        <p:nvPicPr>
          <p:cNvPr id="7" name="Content Placeholder 6">
            <a:extLst>
              <a:ext uri="{FF2B5EF4-FFF2-40B4-BE49-F238E27FC236}">
                <a16:creationId xmlns:a16="http://schemas.microsoft.com/office/drawing/2014/main" id="{A5F5138B-3E64-C0F1-38D0-6F8DE24890F7}"/>
              </a:ext>
            </a:extLst>
          </p:cNvPr>
          <p:cNvPicPr>
            <a:picLocks noGrp="1" noChangeAspect="1"/>
          </p:cNvPicPr>
          <p:nvPr>
            <p:ph idx="1"/>
          </p:nvPr>
        </p:nvPicPr>
        <p:blipFill>
          <a:blip r:embed="rId2"/>
          <a:stretch>
            <a:fillRect/>
          </a:stretch>
        </p:blipFill>
        <p:spPr>
          <a:xfrm>
            <a:off x="838199" y="1759974"/>
            <a:ext cx="5039810" cy="272689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BEA11E-9B42-DD80-4FC0-53EDCD54440D}"/>
                  </a:ext>
                </a:extLst>
              </p:cNvPr>
              <p:cNvSpPr txBox="1"/>
              <p:nvPr/>
            </p:nvSpPr>
            <p:spPr>
              <a:xfrm>
                <a:off x="838199" y="4486872"/>
                <a:ext cx="10704871" cy="2741007"/>
              </a:xfrm>
              <a:prstGeom prst="rect">
                <a:avLst/>
              </a:prstGeom>
              <a:noFill/>
            </p:spPr>
            <p:txBody>
              <a:bodyPr wrap="square">
                <a:spAutoFit/>
              </a:bodyPr>
              <a:lstStyle/>
              <a:p>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m:rPr>
                            <m:nor/>
                          </m:rPr>
                          <a:rPr lang="el-GR" i="1" dirty="0"/>
                          <m:t>θ</m:t>
                        </m:r>
                        <m:r>
                          <m:rPr>
                            <m:nor/>
                          </m:rPr>
                          <a:rPr lang="en-US" i="1" baseline="-25000" dirty="0"/>
                          <m:t>j</m:t>
                        </m:r>
                      </m:den>
                    </m:f>
                    <m:r>
                      <m:rPr>
                        <m:sty m:val="p"/>
                      </m:rPr>
                      <a:rPr lang="en-US">
                        <a:latin typeface="Cambria Math" panose="02040503050406030204" pitchFamily="18" charset="0"/>
                      </a:rPr>
                      <m:t>J</m:t>
                    </m:r>
                    <m:r>
                      <a:rPr lang="en-US">
                        <a:latin typeface="Cambria Math" panose="02040503050406030204" pitchFamily="18" charset="0"/>
                      </a:rPr>
                      <m:t>(</m:t>
                    </m:r>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oMath>
                </a14:m>
                <a:r>
                  <a:rPr lang="en-US" dirty="0"/>
                  <a:t>) is a partial derivative term</a:t>
                </a:r>
              </a:p>
              <a:p>
                <a14:m>
                  <m:oMath xmlns:m="http://schemas.openxmlformats.org/officeDocument/2006/math">
                    <m:r>
                      <m:rPr>
                        <m:nor/>
                      </m:rPr>
                      <a:rPr lang="en-US" b="1" i="0" dirty="0" smtClean="0"/>
                      <m:t>− </m:t>
                    </m:r>
                    <m:r>
                      <m:rPr>
                        <m:nor/>
                      </m:rPr>
                      <a:rPr lang="el-GR" b="1" dirty="0"/>
                      <m:t>α</m:t>
                    </m:r>
                  </m:oMath>
                </a14:m>
                <a:r>
                  <a:rPr lang="en-US" b="1" dirty="0"/>
                  <a:t>:</a:t>
                </a:r>
                <a:r>
                  <a:rPr lang="en-US" dirty="0"/>
                  <a:t> (Alpha) is learning rate – </a:t>
                </a:r>
                <a:r>
                  <a:rPr lang="en-GB" dirty="0">
                    <a:solidFill>
                      <a:srgbClr val="242424"/>
                    </a:solidFill>
                    <a:latin typeface="source-serif-pro"/>
                  </a:rPr>
                  <a:t>a tuning parameter in the optimization process. It decides the length of the steps.</a:t>
                </a:r>
              </a:p>
              <a:p>
                <a14:m>
                  <m:oMath xmlns:m="http://schemas.openxmlformats.org/officeDocument/2006/math">
                    <m:r>
                      <m:rPr>
                        <m:nor/>
                      </m:rPr>
                      <a:rPr lang="en-US" b="1" i="1" dirty="0">
                        <a:latin typeface="Cambria Math" panose="02040503050406030204" pitchFamily="18" charset="0"/>
                      </a:rPr>
                      <m:t> </m:t>
                    </m:r>
                    <m:r>
                      <m:rPr>
                        <m:nor/>
                      </m:rPr>
                      <a:rPr lang="en-US" b="1" i="1" dirty="0" smtClean="0">
                        <a:latin typeface="Cambria Math" panose="02040503050406030204" pitchFamily="18" charset="0"/>
                      </a:rPr>
                      <m:t> </m:t>
                    </m:r>
                    <m:r>
                      <m:rPr>
                        <m:nor/>
                      </m:rPr>
                      <a:rPr lang="el-GR" b="1" i="1" dirty="0"/>
                      <m:t>α</m:t>
                    </m:r>
                    <m:r>
                      <a:rPr lang="el-GR" b="1" i="1" dirty="0">
                        <a:latin typeface="Cambria Math" panose="02040503050406030204" pitchFamily="18" charset="0"/>
                      </a:rPr>
                      <m:t> </m:t>
                    </m:r>
                  </m:oMath>
                </a14:m>
                <a:r>
                  <a:rPr lang="en-GB" i="1" dirty="0"/>
                  <a:t>Controls how big a step you take. If α is big have an aggressive gradient descent. If α is small take tiny steps.</a:t>
                </a:r>
              </a:p>
              <a:p>
                <a:endParaRPr lang="en-US" dirty="0"/>
              </a:p>
              <a:p>
                <a:r>
                  <a:rPr lang="en-US" dirty="0"/>
                  <a:t>- Simultaneous Update</a:t>
                </a:r>
              </a:p>
              <a:p>
                <a:r>
                  <a:rPr lang="en-US" dirty="0"/>
                  <a:t>	temp0 = </a:t>
                </a:r>
                <a14:m>
                  <m:oMath xmlns:m="http://schemas.openxmlformats.org/officeDocument/2006/math">
                    <m:r>
                      <m:rPr>
                        <m:nor/>
                      </m:rPr>
                      <a:rPr lang="el-GR" i="1" dirty="0"/>
                      <m:t>θ</m:t>
                    </m:r>
                    <m:r>
                      <m:rPr>
                        <m:nor/>
                      </m:rPr>
                      <a:rPr lang="en-US" i="1" baseline="-25000" dirty="0"/>
                      <m:t>0  </m:t>
                    </m:r>
                    <m:r>
                      <m:rPr>
                        <m:nor/>
                      </m:rPr>
                      <a:rPr lang="en-US" i="1" dirty="0"/>
                      <m:t>−</m:t>
                    </m:r>
                    <m:r>
                      <m:rPr>
                        <m:nor/>
                      </m:rPr>
                      <a:rPr lang="en-US" dirty="0"/>
                      <m:t> </m:t>
                    </m:r>
                    <m:r>
                      <m:rPr>
                        <m:nor/>
                      </m:rPr>
                      <a:rPr lang="el-GR" dirty="0"/>
                      <m:t>α</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m:rPr>
                            <m:nor/>
                          </m:rPr>
                          <a:rPr lang="el-GR" i="1" dirty="0"/>
                          <m:t>θ</m:t>
                        </m:r>
                        <m:r>
                          <m:rPr>
                            <m:nor/>
                          </m:rPr>
                          <a:rPr lang="en-US" i="1" baseline="-25000" dirty="0"/>
                          <m:t>0</m:t>
                        </m:r>
                      </m:den>
                    </m:f>
                    <m:r>
                      <m:rPr>
                        <m:sty m:val="p"/>
                      </m:rPr>
                      <a:rPr lang="en-US">
                        <a:latin typeface="Cambria Math" panose="02040503050406030204" pitchFamily="18" charset="0"/>
                      </a:rPr>
                      <m:t>J</m:t>
                    </m:r>
                    <m:r>
                      <a:rPr lang="en-US">
                        <a:latin typeface="Cambria Math" panose="02040503050406030204" pitchFamily="18" charset="0"/>
                      </a:rPr>
                      <m:t>(</m:t>
                    </m:r>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oMath>
                </a14:m>
                <a:r>
                  <a:rPr lang="en-US" dirty="0"/>
                  <a:t>)</a:t>
                </a:r>
              </a:p>
              <a:p>
                <a:r>
                  <a:rPr lang="en-US" dirty="0"/>
                  <a:t>	temp1 = </a:t>
                </a:r>
                <a14:m>
                  <m:oMath xmlns:m="http://schemas.openxmlformats.org/officeDocument/2006/math">
                    <m:r>
                      <m:rPr>
                        <m:nor/>
                      </m:rPr>
                      <a:rPr lang="el-GR" i="1" dirty="0"/>
                      <m:t>θ</m:t>
                    </m:r>
                    <m:r>
                      <m:rPr>
                        <m:nor/>
                      </m:rPr>
                      <a:rPr lang="en-US" i="1" baseline="-25000" dirty="0"/>
                      <m:t>1  </m:t>
                    </m:r>
                    <m:r>
                      <m:rPr>
                        <m:nor/>
                      </m:rPr>
                      <a:rPr lang="en-US" i="1" dirty="0"/>
                      <m:t>−</m:t>
                    </m:r>
                    <m:r>
                      <m:rPr>
                        <m:nor/>
                      </m:rPr>
                      <a:rPr lang="en-US" dirty="0"/>
                      <m:t> </m:t>
                    </m:r>
                    <m:r>
                      <m:rPr>
                        <m:nor/>
                      </m:rPr>
                      <a:rPr lang="el-GR" dirty="0"/>
                      <m:t>α</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m:rPr>
                            <m:nor/>
                          </m:rPr>
                          <a:rPr lang="el-GR" i="1" dirty="0"/>
                          <m:t>θ</m:t>
                        </m:r>
                        <m:r>
                          <m:rPr>
                            <m:nor/>
                          </m:rPr>
                          <a:rPr lang="en-US" i="1" baseline="-25000" dirty="0"/>
                          <m:t>1</m:t>
                        </m:r>
                      </m:den>
                    </m:f>
                    <m:r>
                      <m:rPr>
                        <m:sty m:val="p"/>
                      </m:rPr>
                      <a:rPr lang="en-US">
                        <a:latin typeface="Cambria Math" panose="02040503050406030204" pitchFamily="18" charset="0"/>
                      </a:rPr>
                      <m:t>J</m:t>
                    </m:r>
                    <m:r>
                      <a:rPr lang="en-US">
                        <a:latin typeface="Cambria Math" panose="02040503050406030204" pitchFamily="18" charset="0"/>
                      </a:rPr>
                      <m:t>(</m:t>
                    </m:r>
                    <m:r>
                      <m:rPr>
                        <m:nor/>
                      </m:rPr>
                      <a:rPr lang="el-GR" i="1" dirty="0"/>
                      <m:t>θ</m:t>
                    </m:r>
                    <m:r>
                      <m:rPr>
                        <m:nor/>
                      </m:rPr>
                      <a:rPr lang="el-GR" i="1" baseline="-25000" dirty="0"/>
                      <m:t>0</m:t>
                    </m:r>
                    <m:r>
                      <m:rPr>
                        <m:nor/>
                      </m:rPr>
                      <a:rPr lang="en-US" baseline="-25000" dirty="0"/>
                      <m:t>,</m:t>
                    </m:r>
                    <m:r>
                      <m:rPr>
                        <m:nor/>
                      </m:rPr>
                      <a:rPr lang="el-GR" i="1" dirty="0"/>
                      <m:t>θ</m:t>
                    </m:r>
                    <m:r>
                      <m:rPr>
                        <m:nor/>
                      </m:rPr>
                      <a:rPr lang="el-GR" i="1" baseline="-25000" dirty="0"/>
                      <m:t>1</m:t>
                    </m:r>
                  </m:oMath>
                </a14:m>
                <a:r>
                  <a:rPr lang="en-US" dirty="0"/>
                  <a:t>)</a:t>
                </a:r>
              </a:p>
              <a:p>
                <a:pPr algn="l">
                  <a:lnSpc>
                    <a:spcPts val="2400"/>
                  </a:lnSpc>
                  <a:buNone/>
                </a:pPr>
                <a:endParaRPr lang="en-US" dirty="0"/>
              </a:p>
            </p:txBody>
          </p:sp>
        </mc:Choice>
        <mc:Fallback xmlns="">
          <p:sp>
            <p:nvSpPr>
              <p:cNvPr id="9" name="TextBox 8">
                <a:extLst>
                  <a:ext uri="{FF2B5EF4-FFF2-40B4-BE49-F238E27FC236}">
                    <a16:creationId xmlns:a16="http://schemas.microsoft.com/office/drawing/2014/main" id="{FEBEA11E-9B42-DD80-4FC0-53EDCD54440D}"/>
                  </a:ext>
                </a:extLst>
              </p:cNvPr>
              <p:cNvSpPr txBox="1">
                <a:spLocks noRot="1" noChangeAspect="1" noMove="1" noResize="1" noEditPoints="1" noAdjustHandles="1" noChangeArrowheads="1" noChangeShapeType="1" noTextEdit="1"/>
              </p:cNvSpPr>
              <p:nvPr/>
            </p:nvSpPr>
            <p:spPr>
              <a:xfrm>
                <a:off x="838199" y="4486872"/>
                <a:ext cx="10704871" cy="2741007"/>
              </a:xfrm>
              <a:prstGeom prst="rect">
                <a:avLst/>
              </a:prstGeom>
              <a:blipFill>
                <a:blip r:embed="rId3"/>
                <a:stretch>
                  <a:fillRect l="-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9113D7E-ACBC-9C72-8CCE-009815B094AA}"/>
                  </a:ext>
                </a:extLst>
              </p:cNvPr>
              <p:cNvSpPr/>
              <p:nvPr/>
            </p:nvSpPr>
            <p:spPr>
              <a:xfrm>
                <a:off x="5130757" y="5804616"/>
                <a:ext cx="2646559" cy="91081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0" i="1" dirty="0">
                    <a:solidFill>
                      <a:schemeClr val="tx1"/>
                    </a:solidFill>
                  </a:rPr>
                  <a:t>Where, </a:t>
                </a:r>
              </a:p>
              <a:p>
                <a:r>
                  <a:rPr lang="en-US" dirty="0">
                    <a:solidFill>
                      <a:schemeClr val="tx1"/>
                    </a:solidFill>
                  </a:rPr>
                  <a:t>         </a:t>
                </a:r>
                <a14:m>
                  <m:oMath xmlns:m="http://schemas.openxmlformats.org/officeDocument/2006/math">
                    <m:r>
                      <m:rPr>
                        <m:nor/>
                      </m:rPr>
                      <a:rPr lang="el-GR" i="1" dirty="0" smtClean="0">
                        <a:solidFill>
                          <a:schemeClr val="tx1"/>
                        </a:solidFill>
                      </a:rPr>
                      <m:t>θ</m:t>
                    </m:r>
                    <m:r>
                      <m:rPr>
                        <m:nor/>
                      </m:rPr>
                      <a:rPr lang="en-US" i="1" baseline="-25000" dirty="0" smtClean="0">
                        <a:solidFill>
                          <a:schemeClr val="tx1"/>
                        </a:solidFill>
                      </a:rPr>
                      <m:t>0</m:t>
                    </m:r>
                    <m:r>
                      <a:rPr lang="el-GR" i="1" baseline="-25000" dirty="0">
                        <a:solidFill>
                          <a:schemeClr val="tx1"/>
                        </a:solidFill>
                        <a:latin typeface="Cambria Math" panose="02040503050406030204" pitchFamily="18" charset="0"/>
                      </a:rPr>
                      <m:t> </m:t>
                    </m:r>
                    <m:r>
                      <a:rPr lang="en-US" i="1" dirty="0">
                        <a:solidFill>
                          <a:schemeClr val="tx1"/>
                        </a:solidFill>
                        <a:latin typeface="Cambria Math" panose="02040503050406030204" pitchFamily="18" charset="0"/>
                      </a:rPr>
                      <m:t>≔</m:t>
                    </m:r>
                  </m:oMath>
                </a14:m>
                <a:r>
                  <a:rPr lang="en-US" dirty="0">
                    <a:solidFill>
                      <a:schemeClr val="tx1"/>
                    </a:solidFill>
                  </a:rPr>
                  <a:t> temp0</a:t>
                </a:r>
              </a:p>
              <a:p>
                <a14:m>
                  <m:oMath xmlns:m="http://schemas.openxmlformats.org/officeDocument/2006/math">
                    <m:r>
                      <m:rPr>
                        <m:nor/>
                      </m:rPr>
                      <a:rPr lang="en-US" b="0" i="1" dirty="0" smtClean="0">
                        <a:solidFill>
                          <a:schemeClr val="tx1"/>
                        </a:solidFill>
                      </a:rPr>
                      <m:t>         </m:t>
                    </m:r>
                    <m:r>
                      <m:rPr>
                        <m:nor/>
                      </m:rPr>
                      <a:rPr lang="el-GR" i="1" dirty="0">
                        <a:solidFill>
                          <a:schemeClr val="tx1"/>
                        </a:solidFill>
                      </a:rPr>
                      <m:t>θ</m:t>
                    </m:r>
                    <m:r>
                      <m:rPr>
                        <m:nor/>
                      </m:rPr>
                      <a:rPr lang="en-US" i="1" baseline="-25000" dirty="0">
                        <a:solidFill>
                          <a:schemeClr val="tx1"/>
                        </a:solidFill>
                      </a:rPr>
                      <m:t>1</m:t>
                    </m:r>
                    <m:r>
                      <a:rPr lang="el-GR" i="1" baseline="-25000" dirty="0">
                        <a:solidFill>
                          <a:schemeClr val="tx1"/>
                        </a:solidFill>
                        <a:latin typeface="Cambria Math" panose="02040503050406030204" pitchFamily="18" charset="0"/>
                      </a:rPr>
                      <m:t> </m:t>
                    </m:r>
                    <m:r>
                      <a:rPr lang="en-US" i="1" dirty="0">
                        <a:solidFill>
                          <a:schemeClr val="tx1"/>
                        </a:solidFill>
                        <a:latin typeface="Cambria Math" panose="02040503050406030204" pitchFamily="18" charset="0"/>
                      </a:rPr>
                      <m:t>≔</m:t>
                    </m:r>
                  </m:oMath>
                </a14:m>
                <a:r>
                  <a:rPr lang="en-US" dirty="0">
                    <a:solidFill>
                      <a:schemeClr val="tx1"/>
                    </a:solidFill>
                  </a:rPr>
                  <a:t> temp1</a:t>
                </a:r>
              </a:p>
            </p:txBody>
          </p:sp>
        </mc:Choice>
        <mc:Fallback xmlns="">
          <p:sp>
            <p:nvSpPr>
              <p:cNvPr id="10" name="Rectangle 9">
                <a:extLst>
                  <a:ext uri="{FF2B5EF4-FFF2-40B4-BE49-F238E27FC236}">
                    <a16:creationId xmlns:a16="http://schemas.microsoft.com/office/drawing/2014/main" id="{89113D7E-ACBC-9C72-8CCE-009815B094AA}"/>
                  </a:ext>
                </a:extLst>
              </p:cNvPr>
              <p:cNvSpPr>
                <a:spLocks noRot="1" noChangeAspect="1" noMove="1" noResize="1" noEditPoints="1" noAdjustHandles="1" noChangeArrowheads="1" noChangeShapeType="1" noTextEdit="1"/>
              </p:cNvSpPr>
              <p:nvPr/>
            </p:nvSpPr>
            <p:spPr>
              <a:xfrm>
                <a:off x="5130757" y="5804616"/>
                <a:ext cx="2646559" cy="910816"/>
              </a:xfrm>
              <a:prstGeom prst="rect">
                <a:avLst/>
              </a:prstGeom>
              <a:blipFill>
                <a:blip r:embed="rId4"/>
                <a:stretch>
                  <a:fillRect l="-1835" t="-3289" b="-9868"/>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915396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B9AA-5779-A042-4EF6-9B90AC9B1D5D}"/>
              </a:ext>
            </a:extLst>
          </p:cNvPr>
          <p:cNvSpPr>
            <a:spLocks noGrp="1"/>
          </p:cNvSpPr>
          <p:nvPr>
            <p:ph type="title"/>
          </p:nvPr>
        </p:nvSpPr>
        <p:spPr/>
        <p:txBody>
          <a:bodyPr/>
          <a:lstStyle/>
          <a:p>
            <a:r>
              <a:rPr lang="en-US" dirty="0"/>
              <a:t>Linear Regression with Gradient Descent</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0CE608-B525-B8F8-A71C-071EF9C36E83}"/>
                  </a:ext>
                </a:extLst>
              </p:cNvPr>
              <p:cNvSpPr>
                <a:spLocks noGrp="1"/>
              </p:cNvSpPr>
              <p:nvPr>
                <p:ph idx="1"/>
              </p:nvPr>
            </p:nvSpPr>
            <p:spPr/>
            <p:txBody>
              <a:bodyPr>
                <a:normAutofit/>
              </a:bodyPr>
              <a:lstStyle/>
              <a:p>
                <a:pPr marL="457200" lvl="1" indent="0">
                  <a:buNone/>
                </a:pPr>
                <a14:m>
                  <m:oMath xmlns:m="http://schemas.openxmlformats.org/officeDocument/2006/math">
                    <m:r>
                      <m:rPr>
                        <m:nor/>
                      </m:rPr>
                      <a:rPr lang="el-GR" sz="3200" i="1" dirty="0" smtClean="0"/>
                      <m:t>θ</m:t>
                    </m:r>
                    <m:r>
                      <m:rPr>
                        <m:nor/>
                      </m:rPr>
                      <a:rPr lang="en-US" sz="3200" b="0" i="1" baseline="-25000" dirty="0" smtClean="0"/>
                      <m:t>j</m:t>
                    </m:r>
                    <m:r>
                      <a:rPr lang="el-GR" sz="3200" i="1" baseline="-25000" dirty="0">
                        <a:latin typeface="Cambria Math" panose="02040503050406030204" pitchFamily="18" charset="0"/>
                      </a:rPr>
                      <m:t> </m:t>
                    </m:r>
                    <m:r>
                      <a:rPr lang="en-US" sz="3200" b="0" i="1" dirty="0" smtClean="0">
                        <a:latin typeface="Cambria Math" panose="02040503050406030204" pitchFamily="18" charset="0"/>
                      </a:rPr>
                      <m:t>≔</m:t>
                    </m:r>
                    <m:r>
                      <m:rPr>
                        <m:nor/>
                      </m:rPr>
                      <a:rPr lang="el-GR" sz="3200" i="1" dirty="0"/>
                      <m:t>θ</m:t>
                    </m:r>
                    <m:r>
                      <m:rPr>
                        <m:nor/>
                      </m:rPr>
                      <a:rPr lang="en-US" sz="3200" b="0" i="1" baseline="-25000" dirty="0" smtClean="0"/>
                      <m:t>j</m:t>
                    </m:r>
                    <m:r>
                      <m:rPr>
                        <m:nor/>
                      </m:rPr>
                      <a:rPr lang="en-US" sz="3200" b="0" i="1" baseline="-25000" dirty="0" smtClean="0"/>
                      <m:t>  −</m:t>
                    </m:r>
                    <m:r>
                      <m:rPr>
                        <m:nor/>
                      </m:rPr>
                      <a:rPr lang="en-US" sz="3200" b="0" i="0" dirty="0" smtClean="0"/>
                      <m:t> </m:t>
                    </m:r>
                    <m:r>
                      <m:rPr>
                        <m:nor/>
                      </m:rPr>
                      <a:rPr lang="el-GR" sz="3200" dirty="0"/>
                      <m:t>α</m:t>
                    </m:r>
                    <m:f>
                      <m:fPr>
                        <m:ctrlPr>
                          <a:rPr lang="en-US" sz="3200" i="1" smtClean="0">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j</m:t>
                        </m:r>
                      </m:den>
                    </m:f>
                    <m:r>
                      <m:rPr>
                        <m:sty m:val="p"/>
                      </m:rPr>
                      <a:rPr lang="en-US" sz="3200">
                        <a:latin typeface="Cambria Math" panose="02040503050406030204" pitchFamily="18" charset="0"/>
                      </a:rPr>
                      <m:t>J</m:t>
                    </m:r>
                    <m:r>
                      <a:rPr lang="en-US" sz="3200">
                        <a:latin typeface="Cambria Math" panose="02040503050406030204" pitchFamily="18" charset="0"/>
                      </a:rPr>
                      <m:t>(</m:t>
                    </m:r>
                    <m:r>
                      <m:rPr>
                        <m:nor/>
                      </m:rPr>
                      <a:rPr lang="el-GR" sz="3200" i="1" dirty="0"/>
                      <m:t>θ</m:t>
                    </m:r>
                    <m:r>
                      <m:rPr>
                        <m:nor/>
                      </m:rPr>
                      <a:rPr lang="el-GR" sz="3200" i="1" baseline="-25000" dirty="0"/>
                      <m:t>0</m:t>
                    </m:r>
                    <m:r>
                      <m:rPr>
                        <m:nor/>
                      </m:rPr>
                      <a:rPr lang="en-US" sz="3200" baseline="-25000" dirty="0"/>
                      <m:t>,</m:t>
                    </m:r>
                    <m:r>
                      <m:rPr>
                        <m:nor/>
                      </m:rPr>
                      <a:rPr lang="el-GR" sz="3200" i="1" dirty="0"/>
                      <m:t>θ</m:t>
                    </m:r>
                    <m:r>
                      <m:rPr>
                        <m:nor/>
                      </m:rPr>
                      <a:rPr lang="el-GR" sz="3200" i="1" baseline="-25000" dirty="0"/>
                      <m:t>1</m:t>
                    </m:r>
                  </m:oMath>
                </a14:m>
                <a:r>
                  <a:rPr lang="en-US" sz="3200" dirty="0"/>
                  <a:t>) </a:t>
                </a:r>
              </a:p>
              <a:p>
                <a:pPr marL="457200" lvl="1" indent="0">
                  <a:buNone/>
                </a:pPr>
                <a:endParaRPr lang="en-US" sz="3200" dirty="0"/>
              </a:p>
              <a:p>
                <a:pPr marL="457200" lvl="1" indent="0">
                  <a:buNone/>
                </a:pPr>
                <a:r>
                  <a:rPr lang="en-US" sz="3200" dirty="0"/>
                  <a:t> </a:t>
                </a:r>
                <a14:m>
                  <m:oMath xmlns:m="http://schemas.openxmlformats.org/officeDocument/2006/math">
                    <m:f>
                      <m:fPr>
                        <m:ctrlPr>
                          <a:rPr lang="en-US" sz="3200" i="1" smtClean="0">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j</m:t>
                        </m:r>
                      </m:den>
                    </m:f>
                    <m:r>
                      <m:rPr>
                        <m:sty m:val="p"/>
                      </m:rPr>
                      <a:rPr lang="en-US" sz="3200">
                        <a:latin typeface="Cambria Math" panose="02040503050406030204" pitchFamily="18" charset="0"/>
                      </a:rPr>
                      <m:t>J</m:t>
                    </m:r>
                    <m:r>
                      <a:rPr lang="en-US" sz="3200">
                        <a:latin typeface="Cambria Math" panose="02040503050406030204" pitchFamily="18" charset="0"/>
                      </a:rPr>
                      <m:t>(</m:t>
                    </m:r>
                    <m:r>
                      <m:rPr>
                        <m:nor/>
                      </m:rPr>
                      <a:rPr lang="el-GR" sz="3200" i="1" dirty="0"/>
                      <m:t>θ</m:t>
                    </m:r>
                    <m:r>
                      <m:rPr>
                        <m:nor/>
                      </m:rPr>
                      <a:rPr lang="el-GR" sz="3200" i="1" baseline="-25000" dirty="0"/>
                      <m:t>0</m:t>
                    </m:r>
                    <m:r>
                      <m:rPr>
                        <m:nor/>
                      </m:rPr>
                      <a:rPr lang="en-US" sz="3200" baseline="-25000" dirty="0"/>
                      <m:t>,</m:t>
                    </m:r>
                    <m:r>
                      <m:rPr>
                        <m:nor/>
                      </m:rPr>
                      <a:rPr lang="el-GR" sz="3200" i="1" dirty="0"/>
                      <m:t>θ</m:t>
                    </m:r>
                    <m:r>
                      <m:rPr>
                        <m:nor/>
                      </m:rPr>
                      <a:rPr lang="el-GR" sz="3200" i="1" baseline="-25000" dirty="0"/>
                      <m:t>1</m:t>
                    </m:r>
                  </m:oMath>
                </a14:m>
                <a:r>
                  <a:rPr lang="en-US" sz="3200" dirty="0"/>
                  <a:t>) =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i="1" baseline="-25000" dirty="0"/>
                          <m:t>j</m:t>
                        </m:r>
                      </m:den>
                    </m:f>
                    <m:r>
                      <a:rPr lang="en-US" sz="3200" b="0" i="0" baseline="-25000" dirty="0" smtClean="0">
                        <a:latin typeface="Cambria Math" panose="02040503050406030204" pitchFamily="18" charset="0"/>
                      </a:rPr>
                      <m:t> </m:t>
                    </m:r>
                    <m:r>
                      <a:rPr lang="en-US" sz="3200" b="0" i="1" dirty="0" smtClean="0">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2</m:t>
                        </m:r>
                        <m:r>
                          <a:rPr lang="en-US" sz="3200" i="1">
                            <a:latin typeface="Cambria Math" panose="02040503050406030204" pitchFamily="18" charset="0"/>
                          </a:rPr>
                          <m:t>𝑚</m:t>
                        </m:r>
                      </m:den>
                    </m:f>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=1</m:t>
                        </m:r>
                      </m:sub>
                      <m:sup>
                        <m:r>
                          <a:rPr lang="en-US" sz="3200" i="1">
                            <a:latin typeface="Cambria Math" panose="02040503050406030204" pitchFamily="18" charset="0"/>
                          </a:rPr>
                          <m:t>𝑚</m:t>
                        </m:r>
                      </m:sup>
                      <m:e>
                        <m:sSup>
                          <m:sSupPr>
                            <m:ctrlPr>
                              <a:rPr lang="en-US" sz="3200" i="1">
                                <a:latin typeface="Cambria Math" panose="02040503050406030204" pitchFamily="18" charset="0"/>
                              </a:rPr>
                            </m:ctrlPr>
                          </m:sSupPr>
                          <m:e>
                            <m:r>
                              <a:rPr lang="en-US" sz="3200" i="1">
                                <a:latin typeface="Cambria Math" panose="02040503050406030204" pitchFamily="18" charset="0"/>
                              </a:rPr>
                              <m:t>(  </m:t>
                            </m:r>
                            <m:sSup>
                              <m:sSupPr>
                                <m:ctrlPr>
                                  <a:rPr lang="en-US" sz="3200" i="1">
                                    <a:latin typeface="Cambria Math" panose="02040503050406030204" pitchFamily="18" charset="0"/>
                                  </a:rPr>
                                </m:ctrlPr>
                              </m:sSupPr>
                              <m:e>
                                <m:r>
                                  <m:rPr>
                                    <m:nor/>
                                  </m:rPr>
                                  <a:rPr lang="en-US" sz="3200" i="1" dirty="0"/>
                                  <m:t>h</m:t>
                                </m:r>
                                <m:r>
                                  <m:rPr>
                                    <m:nor/>
                                  </m:rPr>
                                  <a:rPr lang="el-GR" sz="3200" i="1" dirty="0"/>
                                  <m:t>θ</m:t>
                                </m:r>
                                <m:r>
                                  <m:rPr>
                                    <m:nor/>
                                  </m:rPr>
                                  <a:rPr lang="el-GR" sz="3200" dirty="0"/>
                                  <m:t>(</m:t>
                                </m:r>
                                <m:r>
                                  <m:rPr>
                                    <m:nor/>
                                  </m:rPr>
                                  <a:rPr lang="en-US" sz="3200" i="1" dirty="0"/>
                                  <m:t>x</m:t>
                                </m:r>
                              </m:e>
                              <m:sup>
                                <m:r>
                                  <a:rPr lang="en-US" sz="3200" i="1">
                                    <a:latin typeface="Cambria Math" panose="02040503050406030204" pitchFamily="18" charset="0"/>
                                  </a:rPr>
                                  <m:t> </m:t>
                                </m:r>
                                <m:d>
                                  <m:dPr>
                                    <m:ctrlPr>
                                      <a:rPr lang="en-US" sz="3200" i="1">
                                        <a:latin typeface="Cambria Math" panose="02040503050406030204" pitchFamily="18" charset="0"/>
                                      </a:rPr>
                                    </m:ctrlPr>
                                  </m:dPr>
                                  <m:e>
                                    <m:r>
                                      <a:rPr lang="en-US" sz="3200" i="1">
                                        <a:latin typeface="Cambria Math" panose="02040503050406030204" pitchFamily="18" charset="0"/>
                                      </a:rPr>
                                      <m:t>𝑖</m:t>
                                    </m:r>
                                  </m:e>
                                </m:d>
                              </m:sup>
                            </m:sSup>
                            <m:r>
                              <a:rPr lang="en-US" sz="3200" i="1">
                                <a:latin typeface="Cambria Math" panose="02040503050406030204" pitchFamily="18" charset="0"/>
                              </a:rPr>
                              <m:t>) −  </m:t>
                            </m:r>
                            <m:sSup>
                              <m:sSupPr>
                                <m:ctrlPr>
                                  <a:rPr lang="en-US" sz="3200" i="1">
                                    <a:latin typeface="Cambria Math" panose="02040503050406030204" pitchFamily="18" charset="0"/>
                                  </a:rPr>
                                </m:ctrlPr>
                              </m:sSupPr>
                              <m:e>
                                <m:r>
                                  <a:rPr lang="en-US" sz="3200" i="1">
                                    <a:latin typeface="Cambria Math" panose="02040503050406030204" pitchFamily="18" charset="0"/>
                                  </a:rPr>
                                  <m:t>𝑦</m:t>
                                </m:r>
                              </m:e>
                              <m:sup>
                                <m:r>
                                  <a:rPr lang="en-US" sz="3200" i="1">
                                    <a:latin typeface="Cambria Math" panose="02040503050406030204" pitchFamily="18" charset="0"/>
                                  </a:rPr>
                                  <m:t> (</m:t>
                                </m:r>
                                <m:r>
                                  <a:rPr lang="en-US" sz="3200" i="1">
                                    <a:latin typeface="Cambria Math" panose="02040503050406030204" pitchFamily="18" charset="0"/>
                                  </a:rPr>
                                  <m:t>𝑖</m:t>
                                </m:r>
                                <m:r>
                                  <a:rPr lang="en-US" sz="3200" i="1">
                                    <a:latin typeface="Cambria Math" panose="02040503050406030204" pitchFamily="18" charset="0"/>
                                  </a:rPr>
                                  <m:t>)</m:t>
                                </m:r>
                              </m:sup>
                            </m:sSup>
                            <m:r>
                              <a:rPr lang="en-US" sz="3200" i="1">
                                <a:latin typeface="Cambria Math" panose="02040503050406030204" pitchFamily="18" charset="0"/>
                              </a:rPr>
                              <m:t> )</m:t>
                            </m:r>
                          </m:e>
                          <m:sup>
                            <m:r>
                              <a:rPr lang="en-US" sz="3200" i="1">
                                <a:latin typeface="Cambria Math" panose="02040503050406030204" pitchFamily="18" charset="0"/>
                              </a:rPr>
                              <m:t>2</m:t>
                            </m:r>
                          </m:sup>
                        </m:sSup>
                      </m:e>
                    </m:nary>
                  </m:oMath>
                </a14:m>
                <a:r>
                  <a:rPr lang="en-US" sz="3200" dirty="0"/>
                  <a:t>)</a:t>
                </a:r>
              </a:p>
              <a:p>
                <a:pPr marL="457200" lvl="1" indent="0">
                  <a:buNone/>
                </a:pPr>
                <a:endParaRPr lang="en-US" sz="3200" b="1" dirty="0"/>
              </a:p>
              <a:p>
                <a:pPr marL="457200" lvl="1" indent="0">
                  <a:buNone/>
                </a:pPr>
                <a:r>
                  <a:rPr lang="en-US" sz="3200" dirty="0"/>
                  <a:t> </a:t>
                </a:r>
                <a14:m>
                  <m:oMath xmlns:m="http://schemas.openxmlformats.org/officeDocument/2006/math">
                    <m:f>
                      <m:fPr>
                        <m:ctrlPr>
                          <a:rPr lang="en-US" sz="3200" i="1" smtClean="0">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j</m:t>
                        </m:r>
                      </m:den>
                    </m:f>
                    <m:r>
                      <m:rPr>
                        <m:sty m:val="p"/>
                      </m:rPr>
                      <a:rPr lang="en-US" sz="3200">
                        <a:latin typeface="Cambria Math" panose="02040503050406030204" pitchFamily="18" charset="0"/>
                      </a:rPr>
                      <m:t>J</m:t>
                    </m:r>
                    <m:r>
                      <a:rPr lang="en-US" sz="3200">
                        <a:latin typeface="Cambria Math" panose="02040503050406030204" pitchFamily="18" charset="0"/>
                      </a:rPr>
                      <m:t>(</m:t>
                    </m:r>
                    <m:r>
                      <m:rPr>
                        <m:nor/>
                      </m:rPr>
                      <a:rPr lang="el-GR" sz="3200" i="1" dirty="0"/>
                      <m:t>θ</m:t>
                    </m:r>
                    <m:r>
                      <m:rPr>
                        <m:nor/>
                      </m:rPr>
                      <a:rPr lang="el-GR" sz="3200" i="1" baseline="-25000" dirty="0"/>
                      <m:t>0</m:t>
                    </m:r>
                    <m:r>
                      <m:rPr>
                        <m:nor/>
                      </m:rPr>
                      <a:rPr lang="en-US" sz="3200" baseline="-25000" dirty="0"/>
                      <m:t>,</m:t>
                    </m:r>
                    <m:r>
                      <m:rPr>
                        <m:nor/>
                      </m:rPr>
                      <a:rPr lang="el-GR" sz="3200" i="1" dirty="0"/>
                      <m:t>θ</m:t>
                    </m:r>
                    <m:r>
                      <m:rPr>
                        <m:nor/>
                      </m:rPr>
                      <a:rPr lang="el-GR" sz="3200" i="1" baseline="-25000" dirty="0"/>
                      <m:t>1</m:t>
                    </m:r>
                  </m:oMath>
                </a14:m>
                <a:r>
                  <a:rPr lang="en-US" sz="3200" dirty="0"/>
                  <a:t>) =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i="1" baseline="-25000" dirty="0"/>
                          <m:t>j</m:t>
                        </m:r>
                      </m:den>
                    </m:f>
                    <m:r>
                      <a:rPr lang="en-US" sz="3200" b="0" i="0" baseline="-25000" dirty="0" smtClean="0">
                        <a:latin typeface="Cambria Math" panose="02040503050406030204" pitchFamily="18" charset="0"/>
                      </a:rPr>
                      <m:t> </m:t>
                    </m:r>
                    <m:r>
                      <a:rPr lang="en-US" sz="3200" b="0" i="1" dirty="0" smtClean="0">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2</m:t>
                        </m:r>
                        <m:r>
                          <a:rPr lang="en-US" sz="3200" i="1">
                            <a:latin typeface="Cambria Math" panose="02040503050406030204" pitchFamily="18" charset="0"/>
                          </a:rPr>
                          <m:t>𝑚</m:t>
                        </m:r>
                      </m:den>
                    </m:f>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=1</m:t>
                        </m:r>
                      </m:sub>
                      <m:sup>
                        <m:r>
                          <a:rPr lang="en-US" sz="3200" i="1">
                            <a:latin typeface="Cambria Math" panose="02040503050406030204" pitchFamily="18" charset="0"/>
                          </a:rPr>
                          <m:t>𝑚</m:t>
                        </m:r>
                      </m:sup>
                      <m:e>
                        <m:sSup>
                          <m:sSupPr>
                            <m:ctrlPr>
                              <a:rPr lang="en-US" sz="3200" i="1">
                                <a:latin typeface="Cambria Math" panose="02040503050406030204" pitchFamily="18" charset="0"/>
                              </a:rPr>
                            </m:ctrlPr>
                          </m:sSupPr>
                          <m:e>
                            <m:r>
                              <a:rPr lang="en-US" sz="3200" i="1">
                                <a:latin typeface="Cambria Math" panose="02040503050406030204" pitchFamily="18" charset="0"/>
                              </a:rPr>
                              <m:t>(  </m:t>
                            </m:r>
                            <m:sSup>
                              <m:sSupPr>
                                <m:ctrlPr>
                                  <a:rPr lang="en-US" sz="3200" i="1">
                                    <a:latin typeface="Cambria Math" panose="02040503050406030204" pitchFamily="18" charset="0"/>
                                  </a:rPr>
                                </m:ctrlPr>
                              </m:sSupPr>
                              <m:e>
                                <m:r>
                                  <m:rPr>
                                    <m:nor/>
                                  </m:rPr>
                                  <a:rPr lang="el-GR" sz="3200" i="1" dirty="0"/>
                                  <m:t>θ</m:t>
                                </m:r>
                                <m:r>
                                  <m:rPr>
                                    <m:nor/>
                                  </m:rPr>
                                  <a:rPr lang="el-GR" sz="3200" i="1" baseline="-25000" dirty="0"/>
                                  <m:t>0</m:t>
                                </m:r>
                                <m:r>
                                  <m:rPr>
                                    <m:nor/>
                                  </m:rPr>
                                  <a:rPr lang="en-US" sz="3200" b="0" i="1" baseline="-25000" dirty="0" smtClean="0"/>
                                  <m:t> </m:t>
                                </m:r>
                                <m:r>
                                  <m:rPr>
                                    <m:nor/>
                                  </m:rPr>
                                  <a:rPr lang="en-US" sz="3200" b="0" i="1" dirty="0" smtClean="0"/>
                                  <m:t>+ </m:t>
                                </m:r>
                                <m:r>
                                  <m:rPr>
                                    <m:nor/>
                                  </m:rPr>
                                  <a:rPr lang="el-GR" sz="3200" i="1" dirty="0"/>
                                  <m:t>θ</m:t>
                                </m:r>
                                <m:r>
                                  <m:rPr>
                                    <m:nor/>
                                  </m:rPr>
                                  <a:rPr lang="el-GR" sz="3200" i="1" baseline="-25000" dirty="0"/>
                                  <m:t>1</m:t>
                                </m:r>
                                <m:r>
                                  <m:rPr>
                                    <m:nor/>
                                  </m:rPr>
                                  <a:rPr lang="en-US" sz="3200" i="1" dirty="0"/>
                                  <m:t>x</m:t>
                                </m:r>
                              </m:e>
                              <m:sup>
                                <m:r>
                                  <a:rPr lang="en-US" sz="3200" i="1">
                                    <a:latin typeface="Cambria Math" panose="02040503050406030204" pitchFamily="18" charset="0"/>
                                  </a:rPr>
                                  <m:t> </m:t>
                                </m:r>
                                <m:d>
                                  <m:dPr>
                                    <m:ctrlPr>
                                      <a:rPr lang="en-US" sz="3200" i="1">
                                        <a:latin typeface="Cambria Math" panose="02040503050406030204" pitchFamily="18" charset="0"/>
                                      </a:rPr>
                                    </m:ctrlPr>
                                  </m:dPr>
                                  <m:e>
                                    <m:r>
                                      <a:rPr lang="en-US" sz="3200" i="1">
                                        <a:latin typeface="Cambria Math" panose="02040503050406030204" pitchFamily="18" charset="0"/>
                                      </a:rPr>
                                      <m:t>𝑖</m:t>
                                    </m:r>
                                  </m:e>
                                </m:d>
                              </m:sup>
                            </m:sSup>
                            <m:r>
                              <a:rPr lang="en-US" sz="3200" i="1">
                                <a:latin typeface="Cambria Math" panose="02040503050406030204" pitchFamily="18" charset="0"/>
                              </a:rPr>
                              <m:t> −  </m:t>
                            </m:r>
                            <m:sSup>
                              <m:sSupPr>
                                <m:ctrlPr>
                                  <a:rPr lang="en-US" sz="3200" i="1">
                                    <a:latin typeface="Cambria Math" panose="02040503050406030204" pitchFamily="18" charset="0"/>
                                  </a:rPr>
                                </m:ctrlPr>
                              </m:sSupPr>
                              <m:e>
                                <m:r>
                                  <a:rPr lang="en-US" sz="3200" i="1">
                                    <a:latin typeface="Cambria Math" panose="02040503050406030204" pitchFamily="18" charset="0"/>
                                  </a:rPr>
                                  <m:t>𝑦</m:t>
                                </m:r>
                              </m:e>
                              <m:sup>
                                <m:r>
                                  <a:rPr lang="en-US" sz="3200" i="1">
                                    <a:latin typeface="Cambria Math" panose="02040503050406030204" pitchFamily="18" charset="0"/>
                                  </a:rPr>
                                  <m:t> (</m:t>
                                </m:r>
                                <m:r>
                                  <a:rPr lang="en-US" sz="3200" i="1">
                                    <a:latin typeface="Cambria Math" panose="02040503050406030204" pitchFamily="18" charset="0"/>
                                  </a:rPr>
                                  <m:t>𝑖</m:t>
                                </m:r>
                                <m:r>
                                  <a:rPr lang="en-US" sz="3200" i="1">
                                    <a:latin typeface="Cambria Math" panose="02040503050406030204" pitchFamily="18" charset="0"/>
                                  </a:rPr>
                                  <m:t>)</m:t>
                                </m:r>
                              </m:sup>
                            </m:sSup>
                            <m:r>
                              <a:rPr lang="en-US" sz="3200" i="1">
                                <a:latin typeface="Cambria Math" panose="02040503050406030204" pitchFamily="18" charset="0"/>
                              </a:rPr>
                              <m:t> )</m:t>
                            </m:r>
                          </m:e>
                          <m:sup>
                            <m:r>
                              <a:rPr lang="en-US" sz="3200" i="1">
                                <a:latin typeface="Cambria Math" panose="02040503050406030204" pitchFamily="18" charset="0"/>
                              </a:rPr>
                              <m:t>2</m:t>
                            </m:r>
                          </m:sup>
                        </m:sSup>
                      </m:e>
                    </m:nary>
                  </m:oMath>
                </a14:m>
                <a:r>
                  <a:rPr lang="en-US" sz="3200" dirty="0"/>
                  <a:t>)</a:t>
                </a:r>
              </a:p>
              <a:p>
                <a:pPr marL="457200" lvl="1" indent="0">
                  <a:buNone/>
                </a:pPr>
                <a:endParaRPr lang="en-US" sz="3200" b="1" dirty="0"/>
              </a:p>
              <a:p>
                <a:endParaRPr lang="en-US" b="1" dirty="0"/>
              </a:p>
              <a:p>
                <a:endParaRPr lang="de-DE" dirty="0"/>
              </a:p>
            </p:txBody>
          </p:sp>
        </mc:Choice>
        <mc:Fallback xmlns="">
          <p:sp>
            <p:nvSpPr>
              <p:cNvPr id="3" name="Content Placeholder 2">
                <a:extLst>
                  <a:ext uri="{FF2B5EF4-FFF2-40B4-BE49-F238E27FC236}">
                    <a16:creationId xmlns:a16="http://schemas.microsoft.com/office/drawing/2014/main" id="{DF0CE608-B525-B8F8-A71C-071EF9C36E83}"/>
                  </a:ext>
                </a:extLst>
              </p:cNvPr>
              <p:cNvSpPr>
                <a:spLocks noGrp="1" noRot="1" noChangeAspect="1" noMove="1" noResize="1" noEditPoints="1" noAdjustHandles="1" noChangeArrowheads="1" noChangeShapeType="1" noTextEdit="1"/>
              </p:cNvSpPr>
              <p:nvPr>
                <p:ph idx="1"/>
              </p:nvPr>
            </p:nvSpPr>
            <p:spPr>
              <a:blipFill>
                <a:blip r:embed="rId2"/>
                <a:stretch>
                  <a:fillRect t="-140"/>
                </a:stretch>
              </a:blipFill>
            </p:spPr>
            <p:txBody>
              <a:bodyPr/>
              <a:lstStyle/>
              <a:p>
                <a:r>
                  <a:rPr lang="de-DE">
                    <a:noFill/>
                  </a:rPr>
                  <a:t> </a:t>
                </a:r>
              </a:p>
            </p:txBody>
          </p:sp>
        </mc:Fallback>
      </mc:AlternateContent>
    </p:spTree>
    <p:extLst>
      <p:ext uri="{BB962C8B-B14F-4D97-AF65-F5344CB8AC3E}">
        <p14:creationId xmlns:p14="http://schemas.microsoft.com/office/powerpoint/2010/main" val="89509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B9AA-5779-A042-4EF6-9B90AC9B1D5D}"/>
              </a:ext>
            </a:extLst>
          </p:cNvPr>
          <p:cNvSpPr>
            <a:spLocks noGrp="1"/>
          </p:cNvSpPr>
          <p:nvPr>
            <p:ph type="title"/>
          </p:nvPr>
        </p:nvSpPr>
        <p:spPr/>
        <p:txBody>
          <a:bodyPr/>
          <a:lstStyle/>
          <a:p>
            <a:r>
              <a:rPr lang="en-US" dirty="0"/>
              <a:t>Linear Regression with Gradient Descent</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0CE608-B525-B8F8-A71C-071EF9C36E83}"/>
                  </a:ext>
                </a:extLst>
              </p:cNvPr>
              <p:cNvSpPr>
                <a:spLocks noGrp="1"/>
              </p:cNvSpPr>
              <p:nvPr>
                <p:ph idx="1"/>
              </p:nvPr>
            </p:nvSpPr>
            <p:spPr/>
            <p:txBody>
              <a:bodyPr>
                <a:normAutofit fontScale="92500" lnSpcReduction="20000"/>
              </a:bodyPr>
              <a:lstStyle/>
              <a:p>
                <a:pPr marL="457200" lvl="1" indent="0">
                  <a:buNone/>
                </a:pPr>
                <a:r>
                  <a:rPr lang="en-US" sz="3200" dirty="0"/>
                  <a:t> </a:t>
                </a:r>
                <a14:m>
                  <m:oMath xmlns:m="http://schemas.openxmlformats.org/officeDocument/2006/math">
                    <m:f>
                      <m:fPr>
                        <m:ctrlPr>
                          <a:rPr lang="en-US" sz="3200" i="1" smtClean="0">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j</m:t>
                        </m:r>
                      </m:den>
                    </m:f>
                    <m:r>
                      <m:rPr>
                        <m:sty m:val="p"/>
                      </m:rPr>
                      <a:rPr lang="en-US" sz="3200">
                        <a:latin typeface="Cambria Math" panose="02040503050406030204" pitchFamily="18" charset="0"/>
                      </a:rPr>
                      <m:t>J</m:t>
                    </m:r>
                    <m:r>
                      <a:rPr lang="en-US" sz="3200">
                        <a:latin typeface="Cambria Math" panose="02040503050406030204" pitchFamily="18" charset="0"/>
                      </a:rPr>
                      <m:t>(</m:t>
                    </m:r>
                    <m:r>
                      <m:rPr>
                        <m:nor/>
                      </m:rPr>
                      <a:rPr lang="el-GR" sz="3200" i="1" dirty="0"/>
                      <m:t>θ</m:t>
                    </m:r>
                    <m:r>
                      <m:rPr>
                        <m:nor/>
                      </m:rPr>
                      <a:rPr lang="el-GR" sz="3200" i="1" baseline="-25000" dirty="0"/>
                      <m:t>0</m:t>
                    </m:r>
                    <m:r>
                      <m:rPr>
                        <m:nor/>
                      </m:rPr>
                      <a:rPr lang="en-US" sz="3200" baseline="-25000" dirty="0"/>
                      <m:t>,</m:t>
                    </m:r>
                    <m:r>
                      <m:rPr>
                        <m:nor/>
                      </m:rPr>
                      <a:rPr lang="el-GR" sz="3200" i="1" dirty="0"/>
                      <m:t>θ</m:t>
                    </m:r>
                    <m:r>
                      <m:rPr>
                        <m:nor/>
                      </m:rPr>
                      <a:rPr lang="el-GR" sz="3200" i="1" baseline="-25000" dirty="0"/>
                      <m:t>1</m:t>
                    </m:r>
                  </m:oMath>
                </a14:m>
                <a:r>
                  <a:rPr lang="en-US" sz="3200" dirty="0"/>
                  <a:t>) =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i="1" baseline="-25000" dirty="0"/>
                          <m:t>j</m:t>
                        </m:r>
                      </m:den>
                    </m:f>
                    <m:r>
                      <a:rPr lang="en-US" sz="3200" b="0" i="0" baseline="-25000" dirty="0" smtClean="0">
                        <a:latin typeface="Cambria Math" panose="02040503050406030204" pitchFamily="18" charset="0"/>
                      </a:rPr>
                      <m:t> </m:t>
                    </m:r>
                    <m:r>
                      <a:rPr lang="en-US" sz="3200" b="0" i="1" dirty="0" smtClean="0">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2</m:t>
                        </m:r>
                        <m:r>
                          <a:rPr lang="en-US" sz="3200" i="1">
                            <a:latin typeface="Cambria Math" panose="02040503050406030204" pitchFamily="18" charset="0"/>
                          </a:rPr>
                          <m:t>𝑚</m:t>
                        </m:r>
                      </m:den>
                    </m:f>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=1</m:t>
                        </m:r>
                      </m:sub>
                      <m:sup>
                        <m:r>
                          <a:rPr lang="en-US" sz="3200" i="1">
                            <a:latin typeface="Cambria Math" panose="02040503050406030204" pitchFamily="18" charset="0"/>
                          </a:rPr>
                          <m:t>𝑚</m:t>
                        </m:r>
                      </m:sup>
                      <m:e>
                        <m:sSup>
                          <m:sSupPr>
                            <m:ctrlPr>
                              <a:rPr lang="en-US" sz="3200" i="1">
                                <a:latin typeface="Cambria Math" panose="02040503050406030204" pitchFamily="18" charset="0"/>
                              </a:rPr>
                            </m:ctrlPr>
                          </m:sSupPr>
                          <m:e>
                            <m:r>
                              <a:rPr lang="en-US" sz="3200" i="1">
                                <a:latin typeface="Cambria Math" panose="02040503050406030204" pitchFamily="18" charset="0"/>
                              </a:rPr>
                              <m:t>(  </m:t>
                            </m:r>
                            <m:sSup>
                              <m:sSupPr>
                                <m:ctrlPr>
                                  <a:rPr lang="en-US" sz="3200" i="1">
                                    <a:latin typeface="Cambria Math" panose="02040503050406030204" pitchFamily="18" charset="0"/>
                                  </a:rPr>
                                </m:ctrlPr>
                              </m:sSupPr>
                              <m:e>
                                <m:r>
                                  <m:rPr>
                                    <m:nor/>
                                  </m:rPr>
                                  <a:rPr lang="el-GR" sz="3200" i="1" dirty="0"/>
                                  <m:t>θ</m:t>
                                </m:r>
                                <m:r>
                                  <m:rPr>
                                    <m:nor/>
                                  </m:rPr>
                                  <a:rPr lang="el-GR" sz="3200" i="1" baseline="-25000" dirty="0"/>
                                  <m:t>0</m:t>
                                </m:r>
                                <m:r>
                                  <m:rPr>
                                    <m:nor/>
                                  </m:rPr>
                                  <a:rPr lang="en-US" sz="3200" b="0" i="1" baseline="-25000" dirty="0" smtClean="0"/>
                                  <m:t> </m:t>
                                </m:r>
                                <m:r>
                                  <m:rPr>
                                    <m:nor/>
                                  </m:rPr>
                                  <a:rPr lang="en-US" sz="3200" b="0" i="1" dirty="0" smtClean="0"/>
                                  <m:t>+ </m:t>
                                </m:r>
                                <m:r>
                                  <m:rPr>
                                    <m:nor/>
                                  </m:rPr>
                                  <a:rPr lang="el-GR" sz="3200" i="1" dirty="0"/>
                                  <m:t>θ</m:t>
                                </m:r>
                                <m:r>
                                  <m:rPr>
                                    <m:nor/>
                                  </m:rPr>
                                  <a:rPr lang="el-GR" sz="3200" i="1" baseline="-25000" dirty="0"/>
                                  <m:t>1</m:t>
                                </m:r>
                                <m:r>
                                  <m:rPr>
                                    <m:nor/>
                                  </m:rPr>
                                  <a:rPr lang="en-US" sz="3200" i="1" dirty="0"/>
                                  <m:t>x</m:t>
                                </m:r>
                              </m:e>
                              <m:sup>
                                <m:r>
                                  <a:rPr lang="en-US" sz="3200" i="1">
                                    <a:latin typeface="Cambria Math" panose="02040503050406030204" pitchFamily="18" charset="0"/>
                                  </a:rPr>
                                  <m:t> </m:t>
                                </m:r>
                                <m:d>
                                  <m:dPr>
                                    <m:ctrlPr>
                                      <a:rPr lang="en-US" sz="3200" i="1">
                                        <a:latin typeface="Cambria Math" panose="02040503050406030204" pitchFamily="18" charset="0"/>
                                      </a:rPr>
                                    </m:ctrlPr>
                                  </m:dPr>
                                  <m:e>
                                    <m:r>
                                      <a:rPr lang="en-US" sz="3200" i="1">
                                        <a:latin typeface="Cambria Math" panose="02040503050406030204" pitchFamily="18" charset="0"/>
                                      </a:rPr>
                                      <m:t>𝑖</m:t>
                                    </m:r>
                                  </m:e>
                                </m:d>
                              </m:sup>
                            </m:sSup>
                            <m:r>
                              <a:rPr lang="en-US" sz="3200" i="1">
                                <a:latin typeface="Cambria Math" panose="02040503050406030204" pitchFamily="18" charset="0"/>
                              </a:rPr>
                              <m:t> −  </m:t>
                            </m:r>
                            <m:sSup>
                              <m:sSupPr>
                                <m:ctrlPr>
                                  <a:rPr lang="en-US" sz="3200" i="1">
                                    <a:latin typeface="Cambria Math" panose="02040503050406030204" pitchFamily="18" charset="0"/>
                                  </a:rPr>
                                </m:ctrlPr>
                              </m:sSupPr>
                              <m:e>
                                <m:r>
                                  <a:rPr lang="en-US" sz="3200" i="1">
                                    <a:latin typeface="Cambria Math" panose="02040503050406030204" pitchFamily="18" charset="0"/>
                                  </a:rPr>
                                  <m:t>𝑦</m:t>
                                </m:r>
                              </m:e>
                              <m:sup>
                                <m:r>
                                  <a:rPr lang="en-US" sz="3200" i="1">
                                    <a:latin typeface="Cambria Math" panose="02040503050406030204" pitchFamily="18" charset="0"/>
                                  </a:rPr>
                                  <m:t> (</m:t>
                                </m:r>
                                <m:r>
                                  <a:rPr lang="en-US" sz="3200" i="1">
                                    <a:latin typeface="Cambria Math" panose="02040503050406030204" pitchFamily="18" charset="0"/>
                                  </a:rPr>
                                  <m:t>𝑖</m:t>
                                </m:r>
                                <m:r>
                                  <a:rPr lang="en-US" sz="3200" i="1">
                                    <a:latin typeface="Cambria Math" panose="02040503050406030204" pitchFamily="18" charset="0"/>
                                  </a:rPr>
                                  <m:t>)</m:t>
                                </m:r>
                              </m:sup>
                            </m:sSup>
                            <m:r>
                              <a:rPr lang="en-US" sz="3200" i="1">
                                <a:latin typeface="Cambria Math" panose="02040503050406030204" pitchFamily="18" charset="0"/>
                              </a:rPr>
                              <m:t> )</m:t>
                            </m:r>
                          </m:e>
                          <m:sup>
                            <m:r>
                              <a:rPr lang="en-US" sz="3200" i="1">
                                <a:latin typeface="Cambria Math" panose="02040503050406030204" pitchFamily="18" charset="0"/>
                              </a:rPr>
                              <m:t>2</m:t>
                            </m:r>
                          </m:sup>
                        </m:sSup>
                      </m:e>
                    </m:nary>
                  </m:oMath>
                </a14:m>
                <a:r>
                  <a:rPr lang="en-US" sz="3200" dirty="0"/>
                  <a:t>)</a:t>
                </a:r>
              </a:p>
              <a:p>
                <a:pPr marL="457200" lvl="1" indent="0">
                  <a:buNone/>
                </a:pPr>
                <a:endParaRPr lang="en-US" sz="3200" dirty="0"/>
              </a:p>
              <a:p>
                <a:pPr marL="457200" lvl="1" indent="0">
                  <a:buNone/>
                </a:pPr>
                <a:r>
                  <a:rPr lang="en-US" sz="3200" dirty="0"/>
                  <a:t> </a:t>
                </a:r>
                <a14:m>
                  <m:oMath xmlns:m="http://schemas.openxmlformats.org/officeDocument/2006/math">
                    <m:f>
                      <m:fPr>
                        <m:ctrlPr>
                          <a:rPr lang="en-US" sz="3200" i="1" smtClean="0">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0</m:t>
                        </m:r>
                      </m:den>
                    </m:f>
                    <m:r>
                      <m:rPr>
                        <m:sty m:val="p"/>
                      </m:rPr>
                      <a:rPr lang="en-US" sz="3200">
                        <a:latin typeface="Cambria Math" panose="02040503050406030204" pitchFamily="18" charset="0"/>
                      </a:rPr>
                      <m:t>J</m:t>
                    </m:r>
                    <m:r>
                      <a:rPr lang="en-US" sz="3200">
                        <a:latin typeface="Cambria Math" panose="02040503050406030204" pitchFamily="18" charset="0"/>
                      </a:rPr>
                      <m:t>(</m:t>
                    </m:r>
                    <m:r>
                      <m:rPr>
                        <m:nor/>
                      </m:rPr>
                      <a:rPr lang="el-GR" sz="3200" i="1" dirty="0"/>
                      <m:t>θ</m:t>
                    </m:r>
                    <m:r>
                      <m:rPr>
                        <m:nor/>
                      </m:rPr>
                      <a:rPr lang="el-GR" sz="3200" i="1" baseline="-25000" dirty="0"/>
                      <m:t>0</m:t>
                    </m:r>
                    <m:r>
                      <m:rPr>
                        <m:nor/>
                      </m:rPr>
                      <a:rPr lang="en-US" sz="3200" baseline="-25000" dirty="0"/>
                      <m:t>,</m:t>
                    </m:r>
                    <m:r>
                      <m:rPr>
                        <m:nor/>
                      </m:rPr>
                      <a:rPr lang="el-GR" sz="3200" i="1" dirty="0"/>
                      <m:t>θ</m:t>
                    </m:r>
                    <m:r>
                      <m:rPr>
                        <m:nor/>
                      </m:rPr>
                      <a:rPr lang="el-GR" sz="3200" i="1" baseline="-25000" dirty="0"/>
                      <m:t>1</m:t>
                    </m:r>
                  </m:oMath>
                </a14:m>
                <a:r>
                  <a:rPr lang="en-US" sz="3200" dirty="0"/>
                  <a:t>) =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0</m:t>
                        </m:r>
                      </m:den>
                    </m:f>
                    <m:r>
                      <a:rPr lang="en-US" sz="3200" b="0" i="0" baseline="-25000" dirty="0" smtClean="0">
                        <a:latin typeface="Cambria Math" panose="02040503050406030204" pitchFamily="18" charset="0"/>
                      </a:rPr>
                      <m:t> </m:t>
                    </m:r>
                    <m:r>
                      <a:rPr lang="en-US" sz="3200" b="0" i="1" dirty="0" smtClean="0">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2</m:t>
                        </m:r>
                        <m:r>
                          <a:rPr lang="en-US" sz="3200" i="1">
                            <a:latin typeface="Cambria Math" panose="02040503050406030204" pitchFamily="18" charset="0"/>
                          </a:rPr>
                          <m:t>𝑚</m:t>
                        </m:r>
                      </m:den>
                    </m:f>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=1</m:t>
                        </m:r>
                      </m:sub>
                      <m:sup>
                        <m:r>
                          <a:rPr lang="en-US" sz="3200" i="1">
                            <a:latin typeface="Cambria Math" panose="02040503050406030204" pitchFamily="18" charset="0"/>
                          </a:rPr>
                          <m:t>𝑚</m:t>
                        </m:r>
                      </m:sup>
                      <m:e>
                        <m:sSup>
                          <m:sSupPr>
                            <m:ctrlPr>
                              <a:rPr lang="en-US" sz="3200" i="1">
                                <a:latin typeface="Cambria Math" panose="02040503050406030204" pitchFamily="18" charset="0"/>
                              </a:rPr>
                            </m:ctrlPr>
                          </m:sSupPr>
                          <m:e>
                            <m:r>
                              <a:rPr lang="en-US" sz="3200" i="1">
                                <a:latin typeface="Cambria Math" panose="02040503050406030204" pitchFamily="18" charset="0"/>
                              </a:rPr>
                              <m:t>(  </m:t>
                            </m:r>
                            <m:sSup>
                              <m:sSupPr>
                                <m:ctrlPr>
                                  <a:rPr lang="en-US" sz="3200" i="1">
                                    <a:latin typeface="Cambria Math" panose="02040503050406030204" pitchFamily="18" charset="0"/>
                                  </a:rPr>
                                </m:ctrlPr>
                              </m:sSupPr>
                              <m:e>
                                <m:r>
                                  <m:rPr>
                                    <m:nor/>
                                  </m:rPr>
                                  <a:rPr lang="el-GR" sz="3200" i="1" dirty="0"/>
                                  <m:t>θ</m:t>
                                </m:r>
                                <m:r>
                                  <m:rPr>
                                    <m:nor/>
                                  </m:rPr>
                                  <a:rPr lang="el-GR" sz="3200" i="1" baseline="-25000" dirty="0"/>
                                  <m:t>0</m:t>
                                </m:r>
                                <m:r>
                                  <m:rPr>
                                    <m:nor/>
                                  </m:rPr>
                                  <a:rPr lang="en-US" sz="3200" b="0" i="1" baseline="-25000" dirty="0" smtClean="0"/>
                                  <m:t> </m:t>
                                </m:r>
                                <m:r>
                                  <m:rPr>
                                    <m:nor/>
                                  </m:rPr>
                                  <a:rPr lang="en-US" sz="3200" b="0" i="1" dirty="0" smtClean="0"/>
                                  <m:t>+ </m:t>
                                </m:r>
                                <m:r>
                                  <m:rPr>
                                    <m:nor/>
                                  </m:rPr>
                                  <a:rPr lang="el-GR" sz="3200" i="1" dirty="0"/>
                                  <m:t>θ</m:t>
                                </m:r>
                                <m:r>
                                  <m:rPr>
                                    <m:nor/>
                                  </m:rPr>
                                  <a:rPr lang="el-GR" sz="3200" i="1" baseline="-25000" dirty="0"/>
                                  <m:t>1</m:t>
                                </m:r>
                                <m:r>
                                  <m:rPr>
                                    <m:nor/>
                                  </m:rPr>
                                  <a:rPr lang="en-US" sz="3200" i="1" dirty="0"/>
                                  <m:t>x</m:t>
                                </m:r>
                              </m:e>
                              <m:sup>
                                <m:r>
                                  <a:rPr lang="en-US" sz="3200" i="1">
                                    <a:latin typeface="Cambria Math" panose="02040503050406030204" pitchFamily="18" charset="0"/>
                                  </a:rPr>
                                  <m:t> </m:t>
                                </m:r>
                                <m:d>
                                  <m:dPr>
                                    <m:ctrlPr>
                                      <a:rPr lang="en-US" sz="3200" i="1">
                                        <a:latin typeface="Cambria Math" panose="02040503050406030204" pitchFamily="18" charset="0"/>
                                      </a:rPr>
                                    </m:ctrlPr>
                                  </m:dPr>
                                  <m:e>
                                    <m:r>
                                      <a:rPr lang="en-US" sz="3200" i="1">
                                        <a:latin typeface="Cambria Math" panose="02040503050406030204" pitchFamily="18" charset="0"/>
                                      </a:rPr>
                                      <m:t>𝑖</m:t>
                                    </m:r>
                                  </m:e>
                                </m:d>
                              </m:sup>
                            </m:sSup>
                            <m:r>
                              <a:rPr lang="en-US" sz="3200" i="1">
                                <a:latin typeface="Cambria Math" panose="02040503050406030204" pitchFamily="18" charset="0"/>
                              </a:rPr>
                              <m:t> −  </m:t>
                            </m:r>
                            <m:sSup>
                              <m:sSupPr>
                                <m:ctrlPr>
                                  <a:rPr lang="en-US" sz="3200" i="1">
                                    <a:latin typeface="Cambria Math" panose="02040503050406030204" pitchFamily="18" charset="0"/>
                                  </a:rPr>
                                </m:ctrlPr>
                              </m:sSupPr>
                              <m:e>
                                <m:r>
                                  <a:rPr lang="en-US" sz="3200" i="1">
                                    <a:latin typeface="Cambria Math" panose="02040503050406030204" pitchFamily="18" charset="0"/>
                                  </a:rPr>
                                  <m:t>𝑦</m:t>
                                </m:r>
                              </m:e>
                              <m:sup>
                                <m:r>
                                  <a:rPr lang="en-US" sz="3200" i="1">
                                    <a:latin typeface="Cambria Math" panose="02040503050406030204" pitchFamily="18" charset="0"/>
                                  </a:rPr>
                                  <m:t> (</m:t>
                                </m:r>
                                <m:r>
                                  <a:rPr lang="en-US" sz="3200" i="1">
                                    <a:latin typeface="Cambria Math" panose="02040503050406030204" pitchFamily="18" charset="0"/>
                                  </a:rPr>
                                  <m:t>𝑖</m:t>
                                </m:r>
                                <m:r>
                                  <a:rPr lang="en-US" sz="3200" i="1">
                                    <a:latin typeface="Cambria Math" panose="02040503050406030204" pitchFamily="18" charset="0"/>
                                  </a:rPr>
                                  <m:t>)</m:t>
                                </m:r>
                              </m:sup>
                            </m:sSup>
                            <m:r>
                              <a:rPr lang="en-US" sz="3200" i="1">
                                <a:latin typeface="Cambria Math" panose="02040503050406030204" pitchFamily="18" charset="0"/>
                              </a:rPr>
                              <m:t> )</m:t>
                            </m:r>
                          </m:e>
                          <m:sup>
                            <m:r>
                              <a:rPr lang="en-US" sz="3200" i="1">
                                <a:latin typeface="Cambria Math" panose="02040503050406030204" pitchFamily="18" charset="0"/>
                              </a:rPr>
                              <m:t>2</m:t>
                            </m:r>
                          </m:sup>
                        </m:sSup>
                      </m:e>
                    </m:nary>
                  </m:oMath>
                </a14:m>
                <a:r>
                  <a:rPr lang="en-US" sz="3200" dirty="0"/>
                  <a:t>)</a:t>
                </a:r>
              </a:p>
              <a:p>
                <a:pPr marL="457200" lvl="1" indent="0">
                  <a:buNone/>
                </a:pPr>
                <a:endParaRPr lang="en-US" sz="3200" dirty="0"/>
              </a:p>
              <a:p>
                <a:pPr marL="457200" lvl="1" indent="0">
                  <a:buNone/>
                </a:pPr>
                <a:r>
                  <a:rPr lang="en-US" sz="3200" dirty="0"/>
                  <a:t> </a:t>
                </a:r>
                <a14:m>
                  <m:oMath xmlns:m="http://schemas.openxmlformats.org/officeDocument/2006/math">
                    <m:f>
                      <m:fPr>
                        <m:ctrlPr>
                          <a:rPr lang="en-US" sz="3200" i="1" smtClean="0">
                            <a:solidFill>
                              <a:schemeClr val="accent2">
                                <a:lumMod val="75000"/>
                              </a:schemeClr>
                            </a:solidFill>
                            <a:latin typeface="Cambria Math" panose="02040503050406030204" pitchFamily="18" charset="0"/>
                          </a:rPr>
                        </m:ctrlPr>
                      </m:fPr>
                      <m:num>
                        <m:r>
                          <a:rPr lang="en-US" sz="3200" i="1">
                            <a:solidFill>
                              <a:schemeClr val="accent2">
                                <a:lumMod val="75000"/>
                              </a:schemeClr>
                            </a:solidFill>
                            <a:latin typeface="Cambria Math" panose="02040503050406030204" pitchFamily="18" charset="0"/>
                          </a:rPr>
                          <m:t>𝜕</m:t>
                        </m:r>
                      </m:num>
                      <m:den>
                        <m:r>
                          <a:rPr lang="en-US" sz="3200" i="1">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n-US" sz="3200" b="0" i="1" baseline="-25000" dirty="0" smtClean="0">
                            <a:solidFill>
                              <a:schemeClr val="accent2">
                                <a:lumMod val="75000"/>
                              </a:schemeClr>
                            </a:solidFill>
                          </a:rPr>
                          <m:t>0</m:t>
                        </m:r>
                      </m:den>
                    </m:f>
                    <m:r>
                      <m:rPr>
                        <m:sty m:val="p"/>
                      </m:rPr>
                      <a:rPr lang="en-US" sz="3200">
                        <a:solidFill>
                          <a:schemeClr val="accent2">
                            <a:lumMod val="75000"/>
                          </a:schemeClr>
                        </a:solidFill>
                        <a:latin typeface="Cambria Math" panose="02040503050406030204" pitchFamily="18" charset="0"/>
                      </a:rPr>
                      <m:t>J</m:t>
                    </m:r>
                    <m:r>
                      <a:rPr lang="en-US" sz="3200">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l-GR" sz="3200" i="1" baseline="-25000" dirty="0">
                        <a:solidFill>
                          <a:schemeClr val="accent2">
                            <a:lumMod val="75000"/>
                          </a:schemeClr>
                        </a:solidFill>
                      </a:rPr>
                      <m:t>0</m:t>
                    </m:r>
                    <m:r>
                      <m:rPr>
                        <m:nor/>
                      </m:rPr>
                      <a:rPr lang="en-US" sz="3200" baseline="-25000" dirty="0">
                        <a:solidFill>
                          <a:schemeClr val="accent2">
                            <a:lumMod val="75000"/>
                          </a:schemeClr>
                        </a:solidFill>
                      </a:rPr>
                      <m:t>,</m:t>
                    </m:r>
                    <m:r>
                      <m:rPr>
                        <m:nor/>
                      </m:rPr>
                      <a:rPr lang="el-GR" sz="3200" i="1" dirty="0">
                        <a:solidFill>
                          <a:schemeClr val="accent2">
                            <a:lumMod val="75000"/>
                          </a:schemeClr>
                        </a:solidFill>
                      </a:rPr>
                      <m:t>θ</m:t>
                    </m:r>
                    <m:r>
                      <m:rPr>
                        <m:nor/>
                      </m:rPr>
                      <a:rPr lang="el-GR" sz="3200" i="1" baseline="-25000" dirty="0">
                        <a:solidFill>
                          <a:schemeClr val="accent2">
                            <a:lumMod val="75000"/>
                          </a:schemeClr>
                        </a:solidFill>
                      </a:rPr>
                      <m:t>1</m:t>
                    </m:r>
                  </m:oMath>
                </a14:m>
                <a:r>
                  <a:rPr lang="en-US" sz="3200" dirty="0">
                    <a:solidFill>
                      <a:schemeClr val="accent2">
                        <a:lumMod val="75000"/>
                      </a:schemeClr>
                    </a:solidFill>
                  </a:rPr>
                  <a:t>) = </a:t>
                </a:r>
                <a14:m>
                  <m:oMath xmlns:m="http://schemas.openxmlformats.org/officeDocument/2006/math">
                    <m:f>
                      <m:fPr>
                        <m:ctrlPr>
                          <a:rPr lang="en-US" sz="3200" i="1">
                            <a:solidFill>
                              <a:schemeClr val="accent2">
                                <a:lumMod val="75000"/>
                              </a:schemeClr>
                            </a:solidFill>
                            <a:latin typeface="Cambria Math" panose="02040503050406030204" pitchFamily="18" charset="0"/>
                          </a:rPr>
                        </m:ctrlPr>
                      </m:fPr>
                      <m:num>
                        <m:r>
                          <a:rPr lang="en-US" sz="3200" i="1">
                            <a:solidFill>
                              <a:schemeClr val="accent2">
                                <a:lumMod val="75000"/>
                              </a:schemeClr>
                            </a:solidFill>
                            <a:latin typeface="Cambria Math" panose="02040503050406030204" pitchFamily="18" charset="0"/>
                          </a:rPr>
                          <m:t>1</m:t>
                        </m:r>
                      </m:num>
                      <m:den>
                        <m:r>
                          <a:rPr lang="en-US" sz="3200" i="1">
                            <a:solidFill>
                              <a:schemeClr val="accent2">
                                <a:lumMod val="75000"/>
                              </a:schemeClr>
                            </a:solidFill>
                            <a:latin typeface="Cambria Math" panose="02040503050406030204" pitchFamily="18" charset="0"/>
                          </a:rPr>
                          <m:t>𝑚</m:t>
                        </m:r>
                      </m:den>
                    </m:f>
                  </m:oMath>
                </a14:m>
                <a:r>
                  <a:rPr lang="en-US" sz="3200" dirty="0"/>
                  <a:t> </a:t>
                </a:r>
                <a14:m>
                  <m:oMath xmlns:m="http://schemas.openxmlformats.org/officeDocument/2006/math">
                    <m:nary>
                      <m:naryPr>
                        <m:chr m:val="∑"/>
                        <m:ctrlPr>
                          <a:rPr lang="en-US" sz="3200" i="1">
                            <a:solidFill>
                              <a:schemeClr val="accent2">
                                <a:lumMod val="75000"/>
                              </a:schemeClr>
                            </a:solidFill>
                            <a:latin typeface="Cambria Math" panose="02040503050406030204" pitchFamily="18" charset="0"/>
                          </a:rPr>
                        </m:ctrlPr>
                      </m:naryPr>
                      <m:sub>
                        <m:r>
                          <m:rPr>
                            <m:brk m:alnAt="23"/>
                          </m:rPr>
                          <a:rPr lang="en-US" sz="3200" i="1">
                            <a:solidFill>
                              <a:schemeClr val="accent2">
                                <a:lumMod val="75000"/>
                              </a:schemeClr>
                            </a:solidFill>
                            <a:latin typeface="Cambria Math" panose="02040503050406030204" pitchFamily="18" charset="0"/>
                          </a:rPr>
                          <m:t>𝑖</m:t>
                        </m:r>
                        <m:r>
                          <a:rPr lang="en-US" sz="3200" i="1">
                            <a:solidFill>
                              <a:schemeClr val="accent2">
                                <a:lumMod val="75000"/>
                              </a:schemeClr>
                            </a:solidFill>
                            <a:latin typeface="Cambria Math" panose="02040503050406030204" pitchFamily="18" charset="0"/>
                          </a:rPr>
                          <m:t>=1</m:t>
                        </m:r>
                      </m:sub>
                      <m:sup>
                        <m:r>
                          <a:rPr lang="en-US" sz="3200" i="1">
                            <a:solidFill>
                              <a:schemeClr val="accent2">
                                <a:lumMod val="75000"/>
                              </a:schemeClr>
                            </a:solidFill>
                            <a:latin typeface="Cambria Math" panose="02040503050406030204" pitchFamily="18" charset="0"/>
                          </a:rPr>
                          <m:t>𝑚</m:t>
                        </m:r>
                      </m:sup>
                      <m:e>
                        <m:r>
                          <a:rPr lang="en-US" sz="3200" i="1">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l-GR" sz="3200" i="1" baseline="-25000" dirty="0">
                            <a:solidFill>
                              <a:schemeClr val="accent2">
                                <a:lumMod val="75000"/>
                              </a:schemeClr>
                            </a:solidFill>
                          </a:rPr>
                          <m:t>0</m:t>
                        </m:r>
                      </m:e>
                    </m:nary>
                    <m:r>
                      <a:rPr lang="en-US" sz="3200" i="1">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n-US" sz="3200" i="1" baseline="-25000" dirty="0">
                        <a:solidFill>
                          <a:schemeClr val="accent2">
                            <a:lumMod val="75000"/>
                          </a:schemeClr>
                        </a:solidFill>
                      </a:rPr>
                      <m:t>1</m:t>
                    </m:r>
                    <m:sSup>
                      <m:sSupPr>
                        <m:ctrlPr>
                          <a:rPr lang="en-US" sz="3200" i="1">
                            <a:solidFill>
                              <a:schemeClr val="accent2">
                                <a:lumMod val="75000"/>
                              </a:schemeClr>
                            </a:solidFill>
                            <a:latin typeface="Cambria Math" panose="02040503050406030204" pitchFamily="18" charset="0"/>
                          </a:rPr>
                        </m:ctrlPr>
                      </m:sSupPr>
                      <m:e>
                        <m:r>
                          <a:rPr lang="en-US" sz="3200" i="1">
                            <a:solidFill>
                              <a:schemeClr val="accent2">
                                <a:lumMod val="75000"/>
                              </a:schemeClr>
                            </a:solidFill>
                            <a:latin typeface="Cambria Math" panose="02040503050406030204" pitchFamily="18" charset="0"/>
                          </a:rPr>
                          <m:t>𝑥</m:t>
                        </m:r>
                      </m:e>
                      <m:sup>
                        <m:r>
                          <a:rPr lang="en-US" sz="3200" i="1">
                            <a:solidFill>
                              <a:schemeClr val="accent2">
                                <a:lumMod val="75000"/>
                              </a:schemeClr>
                            </a:solidFill>
                            <a:latin typeface="Cambria Math" panose="02040503050406030204" pitchFamily="18" charset="0"/>
                          </a:rPr>
                          <m:t> (</m:t>
                        </m:r>
                        <m:r>
                          <a:rPr lang="en-US" sz="3200" i="1">
                            <a:solidFill>
                              <a:schemeClr val="accent2">
                                <a:lumMod val="75000"/>
                              </a:schemeClr>
                            </a:solidFill>
                            <a:latin typeface="Cambria Math" panose="02040503050406030204" pitchFamily="18" charset="0"/>
                          </a:rPr>
                          <m:t>𝑖</m:t>
                        </m:r>
                        <m:r>
                          <a:rPr lang="en-US" sz="3200" i="1">
                            <a:solidFill>
                              <a:schemeClr val="accent2">
                                <a:lumMod val="75000"/>
                              </a:schemeClr>
                            </a:solidFill>
                            <a:latin typeface="Cambria Math" panose="02040503050406030204" pitchFamily="18" charset="0"/>
                          </a:rPr>
                          <m:t>)</m:t>
                        </m:r>
                      </m:sup>
                    </m:sSup>
                    <m:r>
                      <a:rPr lang="en-US" sz="3200" b="0" i="1" smtClean="0">
                        <a:solidFill>
                          <a:schemeClr val="accent2">
                            <a:lumMod val="75000"/>
                          </a:schemeClr>
                        </a:solidFill>
                        <a:latin typeface="Cambria Math" panose="02040503050406030204" pitchFamily="18" charset="0"/>
                      </a:rPr>
                      <m:t>−</m:t>
                    </m:r>
                    <m:sSup>
                      <m:sSupPr>
                        <m:ctrlPr>
                          <a:rPr lang="en-US" sz="3200" i="1">
                            <a:solidFill>
                              <a:schemeClr val="accent2">
                                <a:lumMod val="75000"/>
                              </a:schemeClr>
                            </a:solidFill>
                            <a:latin typeface="Cambria Math" panose="02040503050406030204" pitchFamily="18" charset="0"/>
                          </a:rPr>
                        </m:ctrlPr>
                      </m:sSupPr>
                      <m:e>
                        <m:r>
                          <a:rPr lang="en-US" sz="3200" b="0" i="1" smtClean="0">
                            <a:solidFill>
                              <a:schemeClr val="accent2">
                                <a:lumMod val="75000"/>
                              </a:schemeClr>
                            </a:solidFill>
                            <a:latin typeface="Cambria Math" panose="02040503050406030204" pitchFamily="18" charset="0"/>
                          </a:rPr>
                          <m:t>𝑦</m:t>
                        </m:r>
                      </m:e>
                      <m:sup>
                        <m:r>
                          <a:rPr lang="en-US" sz="3200" i="1">
                            <a:solidFill>
                              <a:schemeClr val="accent2">
                                <a:lumMod val="75000"/>
                              </a:schemeClr>
                            </a:solidFill>
                            <a:latin typeface="Cambria Math" panose="02040503050406030204" pitchFamily="18" charset="0"/>
                          </a:rPr>
                          <m:t> </m:t>
                        </m:r>
                        <m:d>
                          <m:dPr>
                            <m:ctrlPr>
                              <a:rPr lang="en-US" sz="3200" i="1">
                                <a:solidFill>
                                  <a:schemeClr val="accent2">
                                    <a:lumMod val="75000"/>
                                  </a:schemeClr>
                                </a:solidFill>
                                <a:latin typeface="Cambria Math" panose="02040503050406030204" pitchFamily="18" charset="0"/>
                              </a:rPr>
                            </m:ctrlPr>
                          </m:dPr>
                          <m:e>
                            <m:r>
                              <a:rPr lang="en-US" sz="3200" i="1">
                                <a:solidFill>
                                  <a:schemeClr val="accent2">
                                    <a:lumMod val="75000"/>
                                  </a:schemeClr>
                                </a:solidFill>
                                <a:latin typeface="Cambria Math" panose="02040503050406030204" pitchFamily="18" charset="0"/>
                              </a:rPr>
                              <m:t>𝑖</m:t>
                            </m:r>
                          </m:e>
                        </m:d>
                      </m:sup>
                    </m:sSup>
                    <m:r>
                      <a:rPr lang="en-US" sz="3200" b="0" i="1" smtClean="0">
                        <a:solidFill>
                          <a:schemeClr val="accent2">
                            <a:lumMod val="75000"/>
                          </a:schemeClr>
                        </a:solidFill>
                        <a:latin typeface="Cambria Math" panose="02040503050406030204" pitchFamily="18" charset="0"/>
                      </a:rPr>
                      <m:t>)</m:t>
                    </m:r>
                  </m:oMath>
                </a14:m>
                <a:r>
                  <a:rPr lang="en-US" sz="3200" dirty="0"/>
                  <a:t> ----------------- A</a:t>
                </a:r>
              </a:p>
              <a:p>
                <a:pPr marL="457200" lvl="1" indent="0">
                  <a:buNone/>
                </a:pPr>
                <a:endParaRPr lang="en-US" sz="3200" b="1" dirty="0"/>
              </a:p>
              <a:p>
                <a:pPr marL="457200" lvl="1" indent="0">
                  <a:buNone/>
                </a:pPr>
                <a14:m>
                  <m:oMath xmlns:m="http://schemas.openxmlformats.org/officeDocument/2006/math">
                    <m:f>
                      <m:fPr>
                        <m:ctrlPr>
                          <a:rPr lang="en-US" sz="3200" i="1" smtClean="0">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1</m:t>
                        </m:r>
                      </m:den>
                    </m:f>
                    <m:r>
                      <m:rPr>
                        <m:sty m:val="p"/>
                      </m:rPr>
                      <a:rPr lang="en-US" sz="3200">
                        <a:latin typeface="Cambria Math" panose="02040503050406030204" pitchFamily="18" charset="0"/>
                      </a:rPr>
                      <m:t>J</m:t>
                    </m:r>
                    <m:r>
                      <a:rPr lang="en-US" sz="3200">
                        <a:latin typeface="Cambria Math" panose="02040503050406030204" pitchFamily="18" charset="0"/>
                      </a:rPr>
                      <m:t>(</m:t>
                    </m:r>
                    <m:r>
                      <m:rPr>
                        <m:nor/>
                      </m:rPr>
                      <a:rPr lang="el-GR" sz="3200" i="1" dirty="0"/>
                      <m:t>θ</m:t>
                    </m:r>
                    <m:r>
                      <m:rPr>
                        <m:nor/>
                      </m:rPr>
                      <a:rPr lang="el-GR" sz="3200" i="1" baseline="-25000" dirty="0"/>
                      <m:t>0</m:t>
                    </m:r>
                    <m:r>
                      <m:rPr>
                        <m:nor/>
                      </m:rPr>
                      <a:rPr lang="en-US" sz="3200" baseline="-25000" dirty="0"/>
                      <m:t>,</m:t>
                    </m:r>
                    <m:r>
                      <m:rPr>
                        <m:nor/>
                      </m:rPr>
                      <a:rPr lang="el-GR" sz="3200" i="1" dirty="0"/>
                      <m:t>θ</m:t>
                    </m:r>
                    <m:r>
                      <m:rPr>
                        <m:nor/>
                      </m:rPr>
                      <a:rPr lang="el-GR" sz="3200" i="1" baseline="-25000" dirty="0"/>
                      <m:t>1</m:t>
                    </m:r>
                  </m:oMath>
                </a14:m>
                <a:r>
                  <a:rPr lang="en-US" sz="3200" dirty="0"/>
                  <a:t>) =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m:t>
                        </m:r>
                      </m:num>
                      <m:den>
                        <m:r>
                          <a:rPr lang="en-US" sz="3200" i="1">
                            <a:latin typeface="Cambria Math" panose="02040503050406030204" pitchFamily="18" charset="0"/>
                          </a:rPr>
                          <m:t>𝜕</m:t>
                        </m:r>
                        <m:r>
                          <m:rPr>
                            <m:nor/>
                          </m:rPr>
                          <a:rPr lang="el-GR" sz="3200" i="1" dirty="0"/>
                          <m:t>θ</m:t>
                        </m:r>
                        <m:r>
                          <m:rPr>
                            <m:nor/>
                          </m:rPr>
                          <a:rPr lang="en-US" sz="3200" b="0" i="1" baseline="-25000" dirty="0" smtClean="0"/>
                          <m:t>1</m:t>
                        </m:r>
                      </m:den>
                    </m:f>
                    <m:r>
                      <a:rPr lang="en-US" sz="3200" b="0" i="0" baseline="-25000" dirty="0" smtClean="0">
                        <a:latin typeface="Cambria Math" panose="02040503050406030204" pitchFamily="18" charset="0"/>
                      </a:rPr>
                      <m:t> </m:t>
                    </m:r>
                    <m:r>
                      <a:rPr lang="en-US" sz="3200" b="0" i="1" dirty="0" smtClean="0">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2</m:t>
                        </m:r>
                        <m:r>
                          <a:rPr lang="en-US" sz="3200" i="1">
                            <a:latin typeface="Cambria Math" panose="02040503050406030204" pitchFamily="18" charset="0"/>
                          </a:rPr>
                          <m:t>𝑚</m:t>
                        </m:r>
                      </m:den>
                    </m:f>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=1</m:t>
                        </m:r>
                      </m:sub>
                      <m:sup>
                        <m:r>
                          <a:rPr lang="en-US" sz="3200" i="1">
                            <a:latin typeface="Cambria Math" panose="02040503050406030204" pitchFamily="18" charset="0"/>
                          </a:rPr>
                          <m:t>𝑚</m:t>
                        </m:r>
                      </m:sup>
                      <m:e>
                        <m:sSup>
                          <m:sSupPr>
                            <m:ctrlPr>
                              <a:rPr lang="en-US" sz="3200" i="1">
                                <a:latin typeface="Cambria Math" panose="02040503050406030204" pitchFamily="18" charset="0"/>
                              </a:rPr>
                            </m:ctrlPr>
                          </m:sSupPr>
                          <m:e>
                            <m:r>
                              <a:rPr lang="en-US" sz="3200" i="1">
                                <a:latin typeface="Cambria Math" panose="02040503050406030204" pitchFamily="18" charset="0"/>
                              </a:rPr>
                              <m:t>(  </m:t>
                            </m:r>
                            <m:sSup>
                              <m:sSupPr>
                                <m:ctrlPr>
                                  <a:rPr lang="en-US" sz="3200" i="1">
                                    <a:latin typeface="Cambria Math" panose="02040503050406030204" pitchFamily="18" charset="0"/>
                                  </a:rPr>
                                </m:ctrlPr>
                              </m:sSupPr>
                              <m:e>
                                <m:r>
                                  <m:rPr>
                                    <m:nor/>
                                  </m:rPr>
                                  <a:rPr lang="el-GR" sz="3200" i="1" dirty="0"/>
                                  <m:t>θ</m:t>
                                </m:r>
                                <m:r>
                                  <m:rPr>
                                    <m:nor/>
                                  </m:rPr>
                                  <a:rPr lang="el-GR" sz="3200" i="1" baseline="-25000" dirty="0"/>
                                  <m:t>0</m:t>
                                </m:r>
                                <m:r>
                                  <m:rPr>
                                    <m:nor/>
                                  </m:rPr>
                                  <a:rPr lang="en-US" sz="3200" b="0" i="1" baseline="-25000" dirty="0" smtClean="0"/>
                                  <m:t> </m:t>
                                </m:r>
                                <m:r>
                                  <m:rPr>
                                    <m:nor/>
                                  </m:rPr>
                                  <a:rPr lang="en-US" sz="3200" b="0" i="1" dirty="0" smtClean="0"/>
                                  <m:t>+ </m:t>
                                </m:r>
                                <m:r>
                                  <m:rPr>
                                    <m:nor/>
                                  </m:rPr>
                                  <a:rPr lang="el-GR" sz="3200" i="1" dirty="0"/>
                                  <m:t>θ</m:t>
                                </m:r>
                                <m:r>
                                  <m:rPr>
                                    <m:nor/>
                                  </m:rPr>
                                  <a:rPr lang="el-GR" sz="3200" i="1" baseline="-25000" dirty="0"/>
                                  <m:t>1</m:t>
                                </m:r>
                                <m:r>
                                  <m:rPr>
                                    <m:nor/>
                                  </m:rPr>
                                  <a:rPr lang="en-US" sz="3200" i="1" dirty="0"/>
                                  <m:t>x</m:t>
                                </m:r>
                              </m:e>
                              <m:sup>
                                <m:r>
                                  <a:rPr lang="en-US" sz="3200" i="1">
                                    <a:latin typeface="Cambria Math" panose="02040503050406030204" pitchFamily="18" charset="0"/>
                                  </a:rPr>
                                  <m:t> </m:t>
                                </m:r>
                                <m:d>
                                  <m:dPr>
                                    <m:ctrlPr>
                                      <a:rPr lang="en-US" sz="3200" i="1">
                                        <a:latin typeface="Cambria Math" panose="02040503050406030204" pitchFamily="18" charset="0"/>
                                      </a:rPr>
                                    </m:ctrlPr>
                                  </m:dPr>
                                  <m:e>
                                    <m:r>
                                      <a:rPr lang="en-US" sz="3200" i="1">
                                        <a:latin typeface="Cambria Math" panose="02040503050406030204" pitchFamily="18" charset="0"/>
                                      </a:rPr>
                                      <m:t>𝑖</m:t>
                                    </m:r>
                                  </m:e>
                                </m:d>
                              </m:sup>
                            </m:sSup>
                            <m:r>
                              <a:rPr lang="en-US" sz="3200" i="1">
                                <a:latin typeface="Cambria Math" panose="02040503050406030204" pitchFamily="18" charset="0"/>
                              </a:rPr>
                              <m:t> −  </m:t>
                            </m:r>
                            <m:sSup>
                              <m:sSupPr>
                                <m:ctrlPr>
                                  <a:rPr lang="en-US" sz="3200" i="1">
                                    <a:latin typeface="Cambria Math" panose="02040503050406030204" pitchFamily="18" charset="0"/>
                                  </a:rPr>
                                </m:ctrlPr>
                              </m:sSupPr>
                              <m:e>
                                <m:r>
                                  <a:rPr lang="en-US" sz="3200" i="1">
                                    <a:latin typeface="Cambria Math" panose="02040503050406030204" pitchFamily="18" charset="0"/>
                                  </a:rPr>
                                  <m:t>𝑦</m:t>
                                </m:r>
                              </m:e>
                              <m:sup>
                                <m:r>
                                  <a:rPr lang="en-US" sz="3200" i="1">
                                    <a:latin typeface="Cambria Math" panose="02040503050406030204" pitchFamily="18" charset="0"/>
                                  </a:rPr>
                                  <m:t> (</m:t>
                                </m:r>
                                <m:r>
                                  <a:rPr lang="en-US" sz="3200" i="1">
                                    <a:latin typeface="Cambria Math" panose="02040503050406030204" pitchFamily="18" charset="0"/>
                                  </a:rPr>
                                  <m:t>𝑖</m:t>
                                </m:r>
                                <m:r>
                                  <a:rPr lang="en-US" sz="3200" i="1">
                                    <a:latin typeface="Cambria Math" panose="02040503050406030204" pitchFamily="18" charset="0"/>
                                  </a:rPr>
                                  <m:t>)</m:t>
                                </m:r>
                              </m:sup>
                            </m:sSup>
                            <m:r>
                              <a:rPr lang="en-US" sz="3200" i="1">
                                <a:latin typeface="Cambria Math" panose="02040503050406030204" pitchFamily="18" charset="0"/>
                              </a:rPr>
                              <m:t> )</m:t>
                            </m:r>
                          </m:e>
                          <m:sup>
                            <m:r>
                              <a:rPr lang="en-US" sz="3200" i="1">
                                <a:latin typeface="Cambria Math" panose="02040503050406030204" pitchFamily="18" charset="0"/>
                              </a:rPr>
                              <m:t>2</m:t>
                            </m:r>
                          </m:sup>
                        </m:sSup>
                      </m:e>
                    </m:nary>
                  </m:oMath>
                </a14:m>
                <a:r>
                  <a:rPr lang="en-US" sz="3200" dirty="0"/>
                  <a:t>)</a:t>
                </a:r>
              </a:p>
              <a:p>
                <a:pPr marL="457200" lvl="1" indent="0">
                  <a:buNone/>
                </a:pPr>
                <a:endParaRPr lang="en-US" sz="3200" dirty="0"/>
              </a:p>
              <a:p>
                <a:pPr marL="457200" lvl="1" indent="0">
                  <a:buNone/>
                </a:pPr>
                <a:r>
                  <a:rPr lang="en-US" sz="3200" dirty="0"/>
                  <a:t> </a:t>
                </a:r>
                <a14:m>
                  <m:oMath xmlns:m="http://schemas.openxmlformats.org/officeDocument/2006/math">
                    <m:f>
                      <m:fPr>
                        <m:ctrlPr>
                          <a:rPr lang="en-US" sz="3200" i="1" smtClean="0">
                            <a:solidFill>
                              <a:schemeClr val="accent2">
                                <a:lumMod val="75000"/>
                              </a:schemeClr>
                            </a:solidFill>
                            <a:latin typeface="Cambria Math" panose="02040503050406030204" pitchFamily="18" charset="0"/>
                          </a:rPr>
                        </m:ctrlPr>
                      </m:fPr>
                      <m:num>
                        <m:r>
                          <a:rPr lang="en-US" sz="3200" i="1">
                            <a:solidFill>
                              <a:schemeClr val="accent2">
                                <a:lumMod val="75000"/>
                              </a:schemeClr>
                            </a:solidFill>
                            <a:latin typeface="Cambria Math" panose="02040503050406030204" pitchFamily="18" charset="0"/>
                          </a:rPr>
                          <m:t>𝜕</m:t>
                        </m:r>
                      </m:num>
                      <m:den>
                        <m:r>
                          <a:rPr lang="en-US" sz="3200" i="1">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n-US" sz="3200" b="0" i="1" baseline="-25000" dirty="0" smtClean="0">
                            <a:solidFill>
                              <a:schemeClr val="accent2">
                                <a:lumMod val="75000"/>
                              </a:schemeClr>
                            </a:solidFill>
                          </a:rPr>
                          <m:t>1</m:t>
                        </m:r>
                      </m:den>
                    </m:f>
                    <m:r>
                      <m:rPr>
                        <m:sty m:val="p"/>
                      </m:rPr>
                      <a:rPr lang="en-US" sz="3200">
                        <a:solidFill>
                          <a:schemeClr val="accent2">
                            <a:lumMod val="75000"/>
                          </a:schemeClr>
                        </a:solidFill>
                        <a:latin typeface="Cambria Math" panose="02040503050406030204" pitchFamily="18" charset="0"/>
                      </a:rPr>
                      <m:t>J</m:t>
                    </m:r>
                    <m:r>
                      <a:rPr lang="en-US" sz="3200">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l-GR" sz="3200" i="1" baseline="-25000" dirty="0">
                        <a:solidFill>
                          <a:schemeClr val="accent2">
                            <a:lumMod val="75000"/>
                          </a:schemeClr>
                        </a:solidFill>
                      </a:rPr>
                      <m:t>0</m:t>
                    </m:r>
                    <m:r>
                      <m:rPr>
                        <m:nor/>
                      </m:rPr>
                      <a:rPr lang="en-US" sz="3200" baseline="-25000" dirty="0">
                        <a:solidFill>
                          <a:schemeClr val="accent2">
                            <a:lumMod val="75000"/>
                          </a:schemeClr>
                        </a:solidFill>
                      </a:rPr>
                      <m:t>,</m:t>
                    </m:r>
                    <m:r>
                      <m:rPr>
                        <m:nor/>
                      </m:rPr>
                      <a:rPr lang="el-GR" sz="3200" i="1" dirty="0">
                        <a:solidFill>
                          <a:schemeClr val="accent2">
                            <a:lumMod val="75000"/>
                          </a:schemeClr>
                        </a:solidFill>
                      </a:rPr>
                      <m:t>θ</m:t>
                    </m:r>
                    <m:r>
                      <m:rPr>
                        <m:nor/>
                      </m:rPr>
                      <a:rPr lang="el-GR" sz="3200" i="1" baseline="-25000" dirty="0">
                        <a:solidFill>
                          <a:schemeClr val="accent2">
                            <a:lumMod val="75000"/>
                          </a:schemeClr>
                        </a:solidFill>
                      </a:rPr>
                      <m:t>1</m:t>
                    </m:r>
                  </m:oMath>
                </a14:m>
                <a:r>
                  <a:rPr lang="en-US" sz="3200" dirty="0">
                    <a:solidFill>
                      <a:schemeClr val="accent2">
                        <a:lumMod val="75000"/>
                      </a:schemeClr>
                    </a:solidFill>
                  </a:rPr>
                  <a:t>) = </a:t>
                </a:r>
                <a14:m>
                  <m:oMath xmlns:m="http://schemas.openxmlformats.org/officeDocument/2006/math">
                    <m:f>
                      <m:fPr>
                        <m:ctrlPr>
                          <a:rPr lang="en-US" sz="3200" i="1">
                            <a:solidFill>
                              <a:schemeClr val="accent2">
                                <a:lumMod val="75000"/>
                              </a:schemeClr>
                            </a:solidFill>
                            <a:latin typeface="Cambria Math" panose="02040503050406030204" pitchFamily="18" charset="0"/>
                          </a:rPr>
                        </m:ctrlPr>
                      </m:fPr>
                      <m:num>
                        <m:r>
                          <a:rPr lang="en-US" sz="3200" i="1">
                            <a:solidFill>
                              <a:schemeClr val="accent2">
                                <a:lumMod val="75000"/>
                              </a:schemeClr>
                            </a:solidFill>
                            <a:latin typeface="Cambria Math" panose="02040503050406030204" pitchFamily="18" charset="0"/>
                          </a:rPr>
                          <m:t>1</m:t>
                        </m:r>
                      </m:num>
                      <m:den>
                        <m:r>
                          <a:rPr lang="en-US" sz="3200" i="1">
                            <a:solidFill>
                              <a:schemeClr val="accent2">
                                <a:lumMod val="75000"/>
                              </a:schemeClr>
                            </a:solidFill>
                            <a:latin typeface="Cambria Math" panose="02040503050406030204" pitchFamily="18" charset="0"/>
                          </a:rPr>
                          <m:t>𝑚</m:t>
                        </m:r>
                      </m:den>
                    </m:f>
                    <m:nary>
                      <m:naryPr>
                        <m:chr m:val="∑"/>
                        <m:ctrlPr>
                          <a:rPr lang="en-US" sz="3200" i="1">
                            <a:solidFill>
                              <a:schemeClr val="accent2">
                                <a:lumMod val="75000"/>
                              </a:schemeClr>
                            </a:solidFill>
                            <a:latin typeface="Cambria Math" panose="02040503050406030204" pitchFamily="18" charset="0"/>
                          </a:rPr>
                        </m:ctrlPr>
                      </m:naryPr>
                      <m:sub>
                        <m:r>
                          <m:rPr>
                            <m:brk m:alnAt="23"/>
                          </m:rPr>
                          <a:rPr lang="en-US" sz="3200" i="1">
                            <a:solidFill>
                              <a:schemeClr val="accent2">
                                <a:lumMod val="75000"/>
                              </a:schemeClr>
                            </a:solidFill>
                            <a:latin typeface="Cambria Math" panose="02040503050406030204" pitchFamily="18" charset="0"/>
                          </a:rPr>
                          <m:t>𝑖</m:t>
                        </m:r>
                        <m:r>
                          <a:rPr lang="en-US" sz="3200" i="1">
                            <a:solidFill>
                              <a:schemeClr val="accent2">
                                <a:lumMod val="75000"/>
                              </a:schemeClr>
                            </a:solidFill>
                            <a:latin typeface="Cambria Math" panose="02040503050406030204" pitchFamily="18" charset="0"/>
                          </a:rPr>
                          <m:t>=1</m:t>
                        </m:r>
                      </m:sub>
                      <m:sup>
                        <m:r>
                          <a:rPr lang="en-US" sz="3200" i="1">
                            <a:solidFill>
                              <a:schemeClr val="accent2">
                                <a:lumMod val="75000"/>
                              </a:schemeClr>
                            </a:solidFill>
                            <a:latin typeface="Cambria Math" panose="02040503050406030204" pitchFamily="18" charset="0"/>
                          </a:rPr>
                          <m:t>𝑚</m:t>
                        </m:r>
                      </m:sup>
                      <m:e>
                        <m:r>
                          <a:rPr lang="en-US" sz="3200" b="0" i="1" smtClean="0">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n-US" sz="3200" b="0" i="1" baseline="-25000" dirty="0" smtClean="0">
                            <a:solidFill>
                              <a:schemeClr val="accent2">
                                <a:lumMod val="75000"/>
                              </a:schemeClr>
                            </a:solidFill>
                          </a:rPr>
                          <m:t>0</m:t>
                        </m:r>
                        <m:r>
                          <a:rPr lang="en-US" sz="3200" i="1">
                            <a:solidFill>
                              <a:schemeClr val="accent2">
                                <a:lumMod val="75000"/>
                              </a:schemeClr>
                            </a:solidFill>
                            <a:latin typeface="Cambria Math" panose="02040503050406030204" pitchFamily="18" charset="0"/>
                          </a:rPr>
                          <m:t>+</m:t>
                        </m:r>
                        <m:r>
                          <m:rPr>
                            <m:nor/>
                          </m:rPr>
                          <a:rPr lang="el-GR" sz="3200" i="1" dirty="0">
                            <a:solidFill>
                              <a:schemeClr val="accent2">
                                <a:lumMod val="75000"/>
                              </a:schemeClr>
                            </a:solidFill>
                          </a:rPr>
                          <m:t>θ</m:t>
                        </m:r>
                        <m:r>
                          <m:rPr>
                            <m:nor/>
                          </m:rPr>
                          <a:rPr lang="en-US" sz="3200" i="1" baseline="-25000" dirty="0">
                            <a:solidFill>
                              <a:schemeClr val="accent2">
                                <a:lumMod val="75000"/>
                              </a:schemeClr>
                            </a:solidFill>
                          </a:rPr>
                          <m:t>1</m:t>
                        </m:r>
                        <m:sSup>
                          <m:sSupPr>
                            <m:ctrlPr>
                              <a:rPr lang="en-US" sz="3200" i="1">
                                <a:solidFill>
                                  <a:schemeClr val="accent2">
                                    <a:lumMod val="75000"/>
                                  </a:schemeClr>
                                </a:solidFill>
                                <a:latin typeface="Cambria Math" panose="02040503050406030204" pitchFamily="18" charset="0"/>
                              </a:rPr>
                            </m:ctrlPr>
                          </m:sSupPr>
                          <m:e>
                            <m:r>
                              <a:rPr lang="en-US" sz="3200" i="1">
                                <a:solidFill>
                                  <a:schemeClr val="accent2">
                                    <a:lumMod val="75000"/>
                                  </a:schemeClr>
                                </a:solidFill>
                                <a:latin typeface="Cambria Math" panose="02040503050406030204" pitchFamily="18" charset="0"/>
                              </a:rPr>
                              <m:t>𝑥</m:t>
                            </m:r>
                          </m:e>
                          <m:sup>
                            <m:r>
                              <a:rPr lang="en-US" sz="3200" i="1">
                                <a:solidFill>
                                  <a:schemeClr val="accent2">
                                    <a:lumMod val="75000"/>
                                  </a:schemeClr>
                                </a:solidFill>
                                <a:latin typeface="Cambria Math" panose="02040503050406030204" pitchFamily="18" charset="0"/>
                              </a:rPr>
                              <m:t> (</m:t>
                            </m:r>
                            <m:r>
                              <a:rPr lang="en-US" sz="3200" i="1">
                                <a:solidFill>
                                  <a:schemeClr val="accent2">
                                    <a:lumMod val="75000"/>
                                  </a:schemeClr>
                                </a:solidFill>
                                <a:latin typeface="Cambria Math" panose="02040503050406030204" pitchFamily="18" charset="0"/>
                              </a:rPr>
                              <m:t>𝑖</m:t>
                            </m:r>
                            <m:r>
                              <a:rPr lang="en-US" sz="3200" i="1">
                                <a:solidFill>
                                  <a:schemeClr val="accent2">
                                    <a:lumMod val="75000"/>
                                  </a:schemeClr>
                                </a:solidFill>
                                <a:latin typeface="Cambria Math" panose="02040503050406030204" pitchFamily="18" charset="0"/>
                              </a:rPr>
                              <m:t>)</m:t>
                            </m:r>
                          </m:sup>
                        </m:sSup>
                        <m:r>
                          <a:rPr lang="en-US" sz="3200" i="1">
                            <a:solidFill>
                              <a:schemeClr val="accent2">
                                <a:lumMod val="75000"/>
                              </a:schemeClr>
                            </a:solidFill>
                            <a:latin typeface="Cambria Math" panose="02040503050406030204" pitchFamily="18" charset="0"/>
                          </a:rPr>
                          <m:t>−</m:t>
                        </m:r>
                        <m:sSup>
                          <m:sSupPr>
                            <m:ctrlPr>
                              <a:rPr lang="en-US" sz="3200" i="1">
                                <a:solidFill>
                                  <a:schemeClr val="accent2">
                                    <a:lumMod val="75000"/>
                                  </a:schemeClr>
                                </a:solidFill>
                                <a:latin typeface="Cambria Math" panose="02040503050406030204" pitchFamily="18" charset="0"/>
                              </a:rPr>
                            </m:ctrlPr>
                          </m:sSupPr>
                          <m:e>
                            <m:r>
                              <a:rPr lang="en-US" sz="3200" i="1">
                                <a:solidFill>
                                  <a:schemeClr val="accent2">
                                    <a:lumMod val="75000"/>
                                  </a:schemeClr>
                                </a:solidFill>
                                <a:latin typeface="Cambria Math" panose="02040503050406030204" pitchFamily="18" charset="0"/>
                              </a:rPr>
                              <m:t>𝑦</m:t>
                            </m:r>
                          </m:e>
                          <m:sup>
                            <m:r>
                              <a:rPr lang="en-US" sz="3200" i="1">
                                <a:solidFill>
                                  <a:schemeClr val="accent2">
                                    <a:lumMod val="75000"/>
                                  </a:schemeClr>
                                </a:solidFill>
                                <a:latin typeface="Cambria Math" panose="02040503050406030204" pitchFamily="18" charset="0"/>
                              </a:rPr>
                              <m:t> </m:t>
                            </m:r>
                            <m:d>
                              <m:dPr>
                                <m:ctrlPr>
                                  <a:rPr lang="en-US" sz="3200" i="1">
                                    <a:solidFill>
                                      <a:schemeClr val="accent2">
                                        <a:lumMod val="75000"/>
                                      </a:schemeClr>
                                    </a:solidFill>
                                    <a:latin typeface="Cambria Math" panose="02040503050406030204" pitchFamily="18" charset="0"/>
                                  </a:rPr>
                                </m:ctrlPr>
                              </m:dPr>
                              <m:e>
                                <m:r>
                                  <a:rPr lang="en-US" sz="3200" i="1">
                                    <a:solidFill>
                                      <a:schemeClr val="accent2">
                                        <a:lumMod val="75000"/>
                                      </a:schemeClr>
                                    </a:solidFill>
                                    <a:latin typeface="Cambria Math" panose="02040503050406030204" pitchFamily="18" charset="0"/>
                                  </a:rPr>
                                  <m:t>𝑖</m:t>
                                </m:r>
                              </m:e>
                            </m:d>
                          </m:sup>
                        </m:sSup>
                        <m:r>
                          <a:rPr lang="en-US" sz="3200" b="0" i="1" smtClean="0">
                            <a:solidFill>
                              <a:schemeClr val="accent2">
                                <a:lumMod val="75000"/>
                              </a:schemeClr>
                            </a:solidFill>
                            <a:latin typeface="Cambria Math" panose="02040503050406030204" pitchFamily="18" charset="0"/>
                          </a:rPr>
                          <m:t>)</m:t>
                        </m:r>
                      </m:e>
                    </m:nary>
                    <m:sSup>
                      <m:sSupPr>
                        <m:ctrlPr>
                          <a:rPr lang="en-US" sz="3200" i="1">
                            <a:solidFill>
                              <a:schemeClr val="accent2">
                                <a:lumMod val="75000"/>
                              </a:schemeClr>
                            </a:solidFill>
                            <a:latin typeface="Cambria Math" panose="02040503050406030204" pitchFamily="18" charset="0"/>
                          </a:rPr>
                        </m:ctrlPr>
                      </m:sSupPr>
                      <m:e>
                        <m:r>
                          <a:rPr lang="en-US" sz="3200" i="1" smtClean="0">
                            <a:solidFill>
                              <a:schemeClr val="accent2">
                                <a:lumMod val="75000"/>
                              </a:schemeClr>
                            </a:solidFill>
                            <a:latin typeface="Cambria Math" panose="02040503050406030204" pitchFamily="18" charset="0"/>
                            <a:ea typeface="Cambria Math" panose="02040503050406030204" pitchFamily="18" charset="0"/>
                          </a:rPr>
                          <m:t>×</m:t>
                        </m:r>
                        <m:r>
                          <a:rPr lang="en-US" sz="3200" i="1">
                            <a:solidFill>
                              <a:schemeClr val="accent2">
                                <a:lumMod val="75000"/>
                              </a:schemeClr>
                            </a:solidFill>
                            <a:latin typeface="Cambria Math" panose="02040503050406030204" pitchFamily="18" charset="0"/>
                          </a:rPr>
                          <m:t>𝑥</m:t>
                        </m:r>
                      </m:e>
                      <m:sup>
                        <m:r>
                          <a:rPr lang="en-US" sz="3200" i="1">
                            <a:solidFill>
                              <a:schemeClr val="accent2">
                                <a:lumMod val="75000"/>
                              </a:schemeClr>
                            </a:solidFill>
                            <a:latin typeface="Cambria Math" panose="02040503050406030204" pitchFamily="18" charset="0"/>
                          </a:rPr>
                          <m:t> (</m:t>
                        </m:r>
                        <m:r>
                          <a:rPr lang="en-US" sz="3200" i="1">
                            <a:solidFill>
                              <a:schemeClr val="accent2">
                                <a:lumMod val="75000"/>
                              </a:schemeClr>
                            </a:solidFill>
                            <a:latin typeface="Cambria Math" panose="02040503050406030204" pitchFamily="18" charset="0"/>
                          </a:rPr>
                          <m:t>𝑖</m:t>
                        </m:r>
                        <m:r>
                          <a:rPr lang="en-US" sz="3200" i="1">
                            <a:solidFill>
                              <a:schemeClr val="accent2">
                                <a:lumMod val="75000"/>
                              </a:schemeClr>
                            </a:solidFill>
                            <a:latin typeface="Cambria Math" panose="02040503050406030204" pitchFamily="18" charset="0"/>
                          </a:rPr>
                          <m:t>)</m:t>
                        </m:r>
                      </m:sup>
                    </m:sSup>
                  </m:oMath>
                </a14:m>
                <a:r>
                  <a:rPr lang="en-US" sz="3200" dirty="0"/>
                  <a:t> </a:t>
                </a:r>
                <a:r>
                  <a:rPr lang="en-US" sz="3200"/>
                  <a:t>-------------- B</a:t>
                </a:r>
                <a:endParaRPr lang="en-US" sz="3200" dirty="0"/>
              </a:p>
              <a:p>
                <a:pPr marL="457200" lvl="1" indent="0">
                  <a:buNone/>
                </a:pPr>
                <a:endParaRPr lang="en-US" sz="3200" b="1" dirty="0"/>
              </a:p>
              <a:p>
                <a:pPr marL="457200" lvl="1" indent="0">
                  <a:buNone/>
                </a:pPr>
                <a:endParaRPr lang="en-US" sz="3200" b="1" dirty="0"/>
              </a:p>
              <a:p>
                <a:endParaRPr lang="en-US" b="1" dirty="0"/>
              </a:p>
              <a:p>
                <a:endParaRPr lang="de-DE" dirty="0"/>
              </a:p>
            </p:txBody>
          </p:sp>
        </mc:Choice>
        <mc:Fallback xmlns="">
          <p:sp>
            <p:nvSpPr>
              <p:cNvPr id="3" name="Content Placeholder 2">
                <a:extLst>
                  <a:ext uri="{FF2B5EF4-FFF2-40B4-BE49-F238E27FC236}">
                    <a16:creationId xmlns:a16="http://schemas.microsoft.com/office/drawing/2014/main" id="{DF0CE608-B525-B8F8-A71C-071EF9C36E83}"/>
                  </a:ext>
                </a:extLst>
              </p:cNvPr>
              <p:cNvSpPr>
                <a:spLocks noGrp="1" noRot="1" noChangeAspect="1" noMove="1" noResize="1" noEditPoints="1" noAdjustHandles="1" noChangeArrowheads="1" noChangeShapeType="1" noTextEdit="1"/>
              </p:cNvSpPr>
              <p:nvPr>
                <p:ph idx="1"/>
              </p:nvPr>
            </p:nvSpPr>
            <p:spPr>
              <a:blipFill>
                <a:blip r:embed="rId2"/>
                <a:stretch>
                  <a:fillRect t="-2661" b="-1401"/>
                </a:stretch>
              </a:blipFill>
            </p:spPr>
            <p:txBody>
              <a:bodyPr/>
              <a:lstStyle/>
              <a:p>
                <a:r>
                  <a:rPr lang="en-US">
                    <a:noFill/>
                  </a:rPr>
                  <a:t> </a:t>
                </a:r>
              </a:p>
            </p:txBody>
          </p:sp>
        </mc:Fallback>
      </mc:AlternateContent>
    </p:spTree>
    <p:extLst>
      <p:ext uri="{BB962C8B-B14F-4D97-AF65-F5344CB8AC3E}">
        <p14:creationId xmlns:p14="http://schemas.microsoft.com/office/powerpoint/2010/main" val="155835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1879-97C7-DBFC-BB4D-34DA82B8CE02}"/>
              </a:ext>
            </a:extLst>
          </p:cNvPr>
          <p:cNvSpPr>
            <a:spLocks noGrp="1"/>
          </p:cNvSpPr>
          <p:nvPr>
            <p:ph type="title"/>
          </p:nvPr>
        </p:nvSpPr>
        <p:spPr/>
        <p:txBody>
          <a:bodyPr/>
          <a:lstStyle/>
          <a:p>
            <a:r>
              <a:rPr lang="en-US" dirty="0"/>
              <a:t>Linear Regression with Gradient Descent</a:t>
            </a:r>
            <a:endParaRPr lang="de-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75EDA7-521E-1F10-F4DF-E059B4F99466}"/>
                  </a:ext>
                </a:extLst>
              </p:cNvPr>
              <p:cNvSpPr>
                <a:spLocks noGrp="1"/>
              </p:cNvSpPr>
              <p:nvPr>
                <p:ph idx="1"/>
              </p:nvPr>
            </p:nvSpPr>
            <p:spPr/>
            <p:txBody>
              <a:bodyPr/>
              <a:lstStyle/>
              <a:p>
                <a:r>
                  <a:rPr lang="en-US" dirty="0"/>
                  <a:t>Repeat until </a:t>
                </a:r>
                <a:r>
                  <a:rPr lang="en-US" b="1" dirty="0"/>
                  <a:t>converge</a:t>
                </a:r>
              </a:p>
              <a:p>
                <a:pPr marL="457200" lvl="1" indent="0">
                  <a:buNone/>
                </a:pPr>
                <a:r>
                  <a:rPr lang="en-US" sz="2800" dirty="0"/>
                  <a:t> </a:t>
                </a:r>
                <a14:m>
                  <m:oMath xmlns:m="http://schemas.openxmlformats.org/officeDocument/2006/math">
                    <m:r>
                      <m:rPr>
                        <m:nor/>
                      </m:rPr>
                      <a:rPr lang="el-GR" sz="2800" i="1" dirty="0" smtClean="0">
                        <a:solidFill>
                          <a:schemeClr val="tx1"/>
                        </a:solidFill>
                      </a:rPr>
                      <m:t>θ</m:t>
                    </m:r>
                    <m:r>
                      <m:rPr>
                        <m:nor/>
                      </m:rPr>
                      <a:rPr lang="en-US" sz="2800" b="0" i="1" baseline="-25000" dirty="0" smtClean="0">
                        <a:solidFill>
                          <a:schemeClr val="tx1"/>
                        </a:solidFill>
                      </a:rPr>
                      <m:t>0</m:t>
                    </m:r>
                    <m:r>
                      <a:rPr lang="el-GR" sz="2800" i="1" baseline="-25000" dirty="0">
                        <a:solidFill>
                          <a:schemeClr val="tx1"/>
                        </a:solidFill>
                        <a:latin typeface="Cambria Math" panose="02040503050406030204" pitchFamily="18" charset="0"/>
                      </a:rPr>
                      <m:t> </m:t>
                    </m:r>
                    <m:r>
                      <a:rPr lang="en-US" sz="2800" i="1" dirty="0">
                        <a:solidFill>
                          <a:schemeClr val="tx1"/>
                        </a:solidFill>
                        <a:latin typeface="Cambria Math" panose="02040503050406030204" pitchFamily="18" charset="0"/>
                      </a:rPr>
                      <m:t>≔</m:t>
                    </m:r>
                    <m:r>
                      <m:rPr>
                        <m:nor/>
                      </m:rPr>
                      <a:rPr lang="el-GR" sz="2800" i="1" dirty="0">
                        <a:solidFill>
                          <a:schemeClr val="tx1"/>
                        </a:solidFill>
                      </a:rPr>
                      <m:t>θ</m:t>
                    </m:r>
                    <m:r>
                      <m:rPr>
                        <m:nor/>
                      </m:rPr>
                      <a:rPr lang="en-US" sz="2800" b="0" i="1" baseline="-25000" dirty="0" smtClean="0">
                        <a:solidFill>
                          <a:schemeClr val="tx1"/>
                        </a:solidFill>
                      </a:rPr>
                      <m:t>0</m:t>
                    </m:r>
                    <m:r>
                      <m:rPr>
                        <m:nor/>
                      </m:rPr>
                      <a:rPr lang="en-US" sz="2800" i="1" baseline="-25000" dirty="0">
                        <a:solidFill>
                          <a:schemeClr val="tx1"/>
                        </a:solidFill>
                      </a:rPr>
                      <m:t>  </m:t>
                    </m:r>
                    <m:r>
                      <m:rPr>
                        <m:nor/>
                      </m:rPr>
                      <a:rPr lang="en-US" sz="2800" i="1" dirty="0" smtClean="0">
                        <a:solidFill>
                          <a:schemeClr val="tx1"/>
                        </a:solidFill>
                      </a:rPr>
                      <m:t>−</m:t>
                    </m:r>
                    <m:r>
                      <m:rPr>
                        <m:nor/>
                      </m:rPr>
                      <a:rPr lang="en-US" sz="2800" dirty="0">
                        <a:solidFill>
                          <a:schemeClr val="tx1"/>
                        </a:solidFill>
                      </a:rPr>
                      <m:t> </m:t>
                    </m:r>
                    <m:r>
                      <m:rPr>
                        <m:nor/>
                      </m:rPr>
                      <a:rPr lang="el-GR" sz="2800" dirty="0">
                        <a:solidFill>
                          <a:schemeClr val="tx1"/>
                        </a:solidFill>
                      </a:rPr>
                      <m:t>α</m:t>
                    </m:r>
                    <m:r>
                      <a:rPr lang="el-GR" sz="2800" i="1" dirty="0">
                        <a:solidFill>
                          <a:schemeClr val="tx1"/>
                        </a:solidFill>
                        <a:latin typeface="Cambria Math" panose="02040503050406030204" pitchFamily="18" charset="0"/>
                      </a:rPr>
                      <m:t> </m:t>
                    </m:r>
                    <m:r>
                      <a:rPr lang="en-US" sz="2800" b="0" i="1" dirty="0"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rPr>
                          <m:t>1</m:t>
                        </m:r>
                      </m:num>
                      <m:den>
                        <m:r>
                          <a:rPr lang="en-US" sz="2800" i="1">
                            <a:solidFill>
                              <a:schemeClr val="tx1"/>
                            </a:solidFill>
                            <a:latin typeface="Cambria Math" panose="02040503050406030204" pitchFamily="18" charset="0"/>
                          </a:rPr>
                          <m:t>𝑚</m:t>
                        </m:r>
                      </m:den>
                    </m:f>
                    <m:nary>
                      <m:naryPr>
                        <m:chr m:val="∑"/>
                        <m:ctrlPr>
                          <a:rPr lang="en-US" sz="2800" i="1">
                            <a:solidFill>
                              <a:schemeClr val="tx1"/>
                            </a:solidFill>
                            <a:latin typeface="Cambria Math" panose="02040503050406030204" pitchFamily="18" charset="0"/>
                          </a:rPr>
                        </m:ctrlPr>
                      </m:naryPr>
                      <m:sub>
                        <m:r>
                          <m:rPr>
                            <m:brk m:alnAt="23"/>
                          </m:rPr>
                          <a:rPr lang="en-US" sz="2800" i="1">
                            <a:solidFill>
                              <a:schemeClr val="tx1"/>
                            </a:solidFill>
                            <a:latin typeface="Cambria Math" panose="02040503050406030204" pitchFamily="18" charset="0"/>
                          </a:rPr>
                          <m:t>𝑖</m:t>
                        </m:r>
                        <m:r>
                          <a:rPr lang="en-US" sz="2800" i="1">
                            <a:solidFill>
                              <a:schemeClr val="tx1"/>
                            </a:solidFill>
                            <a:latin typeface="Cambria Math" panose="02040503050406030204" pitchFamily="18" charset="0"/>
                          </a:rPr>
                          <m:t>=1</m:t>
                        </m:r>
                      </m:sub>
                      <m:sup>
                        <m:r>
                          <a:rPr lang="en-US" sz="2800" i="1">
                            <a:solidFill>
                              <a:schemeClr val="tx1"/>
                            </a:solidFill>
                            <a:latin typeface="Cambria Math" panose="02040503050406030204" pitchFamily="18" charset="0"/>
                          </a:rPr>
                          <m:t>𝑚</m:t>
                        </m:r>
                      </m:sup>
                      <m:e>
                        <m:r>
                          <a:rPr lang="en-US" sz="2800" i="1">
                            <a:latin typeface="Cambria Math" panose="02040503050406030204" pitchFamily="18" charset="0"/>
                          </a:rPr>
                          <m:t>(  </m:t>
                        </m:r>
                        <m:sSup>
                          <m:sSupPr>
                            <m:ctrlPr>
                              <a:rPr lang="en-US" sz="2800" i="1">
                                <a:latin typeface="Cambria Math" panose="02040503050406030204" pitchFamily="18" charset="0"/>
                              </a:rPr>
                            </m:ctrlPr>
                          </m:sSupPr>
                          <m:e>
                            <m:r>
                              <m:rPr>
                                <m:nor/>
                              </m:rPr>
                              <a:rPr lang="el-GR" sz="2800" i="1" dirty="0"/>
                              <m:t>θ</m:t>
                            </m:r>
                            <m:r>
                              <m:rPr>
                                <m:nor/>
                              </m:rPr>
                              <a:rPr lang="el-GR" sz="2800" i="1" baseline="-25000" dirty="0"/>
                              <m:t>0</m:t>
                            </m:r>
                            <m:r>
                              <m:rPr>
                                <m:nor/>
                              </m:rPr>
                              <a:rPr lang="en-US" sz="2800" i="1" baseline="-25000" dirty="0"/>
                              <m:t> </m:t>
                            </m:r>
                            <m:r>
                              <m:rPr>
                                <m:nor/>
                              </m:rPr>
                              <a:rPr lang="en-US" sz="2800" i="1" dirty="0"/>
                              <m:t>+ </m:t>
                            </m:r>
                            <m:r>
                              <m:rPr>
                                <m:nor/>
                              </m:rPr>
                              <a:rPr lang="el-GR" sz="2800" i="1" dirty="0"/>
                              <m:t>θ</m:t>
                            </m:r>
                            <m:r>
                              <m:rPr>
                                <m:nor/>
                              </m:rPr>
                              <a:rPr lang="el-GR" sz="2800" i="1" baseline="-25000" dirty="0"/>
                              <m:t>1</m:t>
                            </m:r>
                            <m:r>
                              <m:rPr>
                                <m:nor/>
                              </m:rPr>
                              <a:rPr lang="en-US" sz="2800" i="1" dirty="0"/>
                              <m:t>x</m:t>
                            </m:r>
                          </m:e>
                          <m:sup>
                            <m:r>
                              <a:rPr lang="en-US" sz="2800" i="1">
                                <a:latin typeface="Cambria Math" panose="02040503050406030204" pitchFamily="18" charset="0"/>
                              </a:rPr>
                              <m:t> </m:t>
                            </m:r>
                            <m:d>
                              <m:dPr>
                                <m:ctrlPr>
                                  <a:rPr lang="en-US" sz="2800" i="1">
                                    <a:latin typeface="Cambria Math" panose="02040503050406030204" pitchFamily="18" charset="0"/>
                                  </a:rPr>
                                </m:ctrlPr>
                              </m:dPr>
                              <m:e>
                                <m:r>
                                  <a:rPr lang="en-US" sz="2800" i="1">
                                    <a:latin typeface="Cambria Math" panose="02040503050406030204" pitchFamily="18" charset="0"/>
                                  </a:rPr>
                                  <m:t>𝑖</m:t>
                                </m:r>
                              </m:e>
                            </m:d>
                          </m:sup>
                        </m:sSup>
                        <m:r>
                          <a:rPr lang="en-US" sz="2800" i="1">
                            <a:latin typeface="Cambria Math" panose="02040503050406030204" pitchFamily="18" charset="0"/>
                          </a:rPr>
                          <m:t> −  </m:t>
                        </m:r>
                        <m:sSup>
                          <m:sSupPr>
                            <m:ctrlPr>
                              <a:rPr lang="en-US" sz="2800" i="1">
                                <a:latin typeface="Cambria Math" panose="02040503050406030204" pitchFamily="18" charset="0"/>
                              </a:rPr>
                            </m:ctrlPr>
                          </m:sSupPr>
                          <m:e>
                            <m:r>
                              <a:rPr lang="en-US" sz="2800" i="1">
                                <a:latin typeface="Cambria Math" panose="02040503050406030204" pitchFamily="18" charset="0"/>
                              </a:rPr>
                              <m:t>𝑦</m:t>
                            </m:r>
                          </m:e>
                          <m:sup>
                            <m:r>
                              <a:rPr lang="en-US" sz="2800" i="1">
                                <a:latin typeface="Cambria Math" panose="02040503050406030204" pitchFamily="18" charset="0"/>
                              </a:rPr>
                              <m:t> </m:t>
                            </m:r>
                            <m:d>
                              <m:dPr>
                                <m:ctrlPr>
                                  <a:rPr lang="en-US" sz="2800" i="1">
                                    <a:latin typeface="Cambria Math" panose="02040503050406030204" pitchFamily="18" charset="0"/>
                                  </a:rPr>
                                </m:ctrlPr>
                              </m:dPr>
                              <m:e>
                                <m:r>
                                  <a:rPr lang="en-US" sz="2800" i="1">
                                    <a:latin typeface="Cambria Math" panose="02040503050406030204" pitchFamily="18" charset="0"/>
                                  </a:rPr>
                                  <m:t>𝑖</m:t>
                                </m:r>
                              </m:e>
                            </m:d>
                          </m:sup>
                        </m:sSup>
                        <m:r>
                          <a:rPr lang="en-US" sz="2800" i="1">
                            <a:latin typeface="Cambria Math" panose="02040503050406030204" pitchFamily="18" charset="0"/>
                          </a:rPr>
                          <m:t> )</m:t>
                        </m:r>
                      </m:e>
                    </m:nary>
                  </m:oMath>
                </a14:m>
                <a:endParaRPr lang="en-US" sz="2800" dirty="0">
                  <a:solidFill>
                    <a:schemeClr val="tx1"/>
                  </a:solidFill>
                </a:endParaRPr>
              </a:p>
              <a:p>
                <a:pPr marL="457200" lvl="1" indent="0">
                  <a:buNone/>
                </a:pPr>
                <a:endParaRPr lang="en-US" sz="2800" b="1" dirty="0">
                  <a:solidFill>
                    <a:schemeClr val="tx1"/>
                  </a:solidFill>
                </a:endParaRPr>
              </a:p>
              <a:p>
                <a:pPr marL="457200" lvl="1" indent="0">
                  <a:buNone/>
                </a:pPr>
                <a:r>
                  <a:rPr lang="en-US" sz="2800" dirty="0">
                    <a:solidFill>
                      <a:schemeClr val="tx1"/>
                    </a:solidFill>
                  </a:rPr>
                  <a:t> </a:t>
                </a:r>
                <a14:m>
                  <m:oMath xmlns:m="http://schemas.openxmlformats.org/officeDocument/2006/math">
                    <m:r>
                      <m:rPr>
                        <m:nor/>
                      </m:rPr>
                      <a:rPr lang="el-GR" sz="2800" i="1" dirty="0">
                        <a:solidFill>
                          <a:schemeClr val="tx1"/>
                        </a:solidFill>
                      </a:rPr>
                      <m:t>θ</m:t>
                    </m:r>
                    <m:r>
                      <m:rPr>
                        <m:nor/>
                      </m:rPr>
                      <a:rPr lang="en-US" sz="2800" b="0" i="1" baseline="-25000" dirty="0" smtClean="0">
                        <a:solidFill>
                          <a:schemeClr val="tx1"/>
                        </a:solidFill>
                      </a:rPr>
                      <m:t>1</m:t>
                    </m:r>
                    <m:r>
                      <a:rPr lang="el-GR" sz="2800" i="1" baseline="-25000" dirty="0">
                        <a:solidFill>
                          <a:schemeClr val="tx1"/>
                        </a:solidFill>
                        <a:latin typeface="Cambria Math" panose="02040503050406030204" pitchFamily="18" charset="0"/>
                      </a:rPr>
                      <m:t> </m:t>
                    </m:r>
                    <m:r>
                      <a:rPr lang="en-US" sz="2800" i="1" dirty="0">
                        <a:solidFill>
                          <a:schemeClr val="tx1"/>
                        </a:solidFill>
                        <a:latin typeface="Cambria Math" panose="02040503050406030204" pitchFamily="18" charset="0"/>
                      </a:rPr>
                      <m:t>≔</m:t>
                    </m:r>
                    <m:r>
                      <m:rPr>
                        <m:nor/>
                      </m:rPr>
                      <a:rPr lang="el-GR" sz="2800" i="1" dirty="0">
                        <a:solidFill>
                          <a:schemeClr val="tx1"/>
                        </a:solidFill>
                      </a:rPr>
                      <m:t>θ</m:t>
                    </m:r>
                    <m:r>
                      <m:rPr>
                        <m:nor/>
                      </m:rPr>
                      <a:rPr lang="en-US" sz="2800" b="0" i="1" baseline="-25000" dirty="0" smtClean="0">
                        <a:solidFill>
                          <a:schemeClr val="tx1"/>
                        </a:solidFill>
                      </a:rPr>
                      <m:t>1</m:t>
                    </m:r>
                    <m:r>
                      <m:rPr>
                        <m:nor/>
                      </m:rPr>
                      <a:rPr lang="en-US" sz="2800" i="1" baseline="-25000" dirty="0">
                        <a:solidFill>
                          <a:schemeClr val="tx1"/>
                        </a:solidFill>
                      </a:rPr>
                      <m:t>  </m:t>
                    </m:r>
                    <m:r>
                      <m:rPr>
                        <m:nor/>
                      </m:rPr>
                      <a:rPr lang="en-US" sz="2800" i="1" dirty="0">
                        <a:solidFill>
                          <a:schemeClr val="tx1"/>
                        </a:solidFill>
                      </a:rPr>
                      <m:t>−</m:t>
                    </m:r>
                    <m:r>
                      <m:rPr>
                        <m:nor/>
                      </m:rPr>
                      <a:rPr lang="en-US" sz="2800" dirty="0">
                        <a:solidFill>
                          <a:schemeClr val="tx1"/>
                        </a:solidFill>
                      </a:rPr>
                      <m:t> </m:t>
                    </m:r>
                    <m:r>
                      <m:rPr>
                        <m:nor/>
                      </m:rPr>
                      <a:rPr lang="el-GR" sz="2800" dirty="0">
                        <a:solidFill>
                          <a:schemeClr val="tx1"/>
                        </a:solidFill>
                      </a:rPr>
                      <m:t>α</m:t>
                    </m:r>
                    <m:r>
                      <a:rPr lang="el-GR" sz="2800" i="1" dirty="0">
                        <a:solidFill>
                          <a:schemeClr val="tx1"/>
                        </a:solidFill>
                        <a:latin typeface="Cambria Math" panose="02040503050406030204" pitchFamily="18" charset="0"/>
                      </a:rPr>
                      <m:t> </m:t>
                    </m:r>
                    <m:r>
                      <a:rPr lang="en-US" sz="2800" b="0" i="1" dirty="0"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rPr>
                          <m:t>1</m:t>
                        </m:r>
                      </m:num>
                      <m:den>
                        <m:r>
                          <a:rPr lang="en-US" sz="2800" i="1">
                            <a:solidFill>
                              <a:schemeClr val="tx1"/>
                            </a:solidFill>
                            <a:latin typeface="Cambria Math" panose="02040503050406030204" pitchFamily="18" charset="0"/>
                          </a:rPr>
                          <m:t>𝑚</m:t>
                        </m:r>
                      </m:den>
                    </m:f>
                    <m:nary>
                      <m:naryPr>
                        <m:chr m:val="∑"/>
                        <m:ctrlPr>
                          <a:rPr lang="en-US" sz="2800" i="1">
                            <a:solidFill>
                              <a:schemeClr val="tx1"/>
                            </a:solidFill>
                            <a:latin typeface="Cambria Math" panose="02040503050406030204" pitchFamily="18" charset="0"/>
                          </a:rPr>
                        </m:ctrlPr>
                      </m:naryPr>
                      <m:sub>
                        <m:r>
                          <m:rPr>
                            <m:brk m:alnAt="23"/>
                          </m:rPr>
                          <a:rPr lang="en-US" sz="2800" i="1">
                            <a:solidFill>
                              <a:schemeClr val="tx1"/>
                            </a:solidFill>
                            <a:latin typeface="Cambria Math" panose="02040503050406030204" pitchFamily="18" charset="0"/>
                          </a:rPr>
                          <m:t>𝑖</m:t>
                        </m:r>
                        <m:r>
                          <a:rPr lang="en-US" sz="2800" i="1">
                            <a:solidFill>
                              <a:schemeClr val="tx1"/>
                            </a:solidFill>
                            <a:latin typeface="Cambria Math" panose="02040503050406030204" pitchFamily="18" charset="0"/>
                          </a:rPr>
                          <m:t>=1</m:t>
                        </m:r>
                      </m:sub>
                      <m:sup>
                        <m:r>
                          <a:rPr lang="en-US" sz="2800" i="1">
                            <a:solidFill>
                              <a:schemeClr val="tx1"/>
                            </a:solidFill>
                            <a:latin typeface="Cambria Math" panose="02040503050406030204" pitchFamily="18" charset="0"/>
                          </a:rPr>
                          <m:t>𝑚</m:t>
                        </m:r>
                      </m:sup>
                      <m:e>
                        <m:r>
                          <a:rPr lang="en-US" sz="2800" i="1">
                            <a:latin typeface="Cambria Math" panose="02040503050406030204" pitchFamily="18" charset="0"/>
                          </a:rPr>
                          <m:t>(  </m:t>
                        </m:r>
                        <m:sSup>
                          <m:sSupPr>
                            <m:ctrlPr>
                              <a:rPr lang="en-US" sz="2800" i="1">
                                <a:latin typeface="Cambria Math" panose="02040503050406030204" pitchFamily="18" charset="0"/>
                              </a:rPr>
                            </m:ctrlPr>
                          </m:sSupPr>
                          <m:e>
                            <m:r>
                              <m:rPr>
                                <m:nor/>
                              </m:rPr>
                              <a:rPr lang="el-GR" sz="2800" i="1" dirty="0"/>
                              <m:t>θ</m:t>
                            </m:r>
                            <m:r>
                              <m:rPr>
                                <m:nor/>
                              </m:rPr>
                              <a:rPr lang="el-GR" sz="2800" i="1" baseline="-25000" dirty="0"/>
                              <m:t>0</m:t>
                            </m:r>
                            <m:r>
                              <m:rPr>
                                <m:nor/>
                              </m:rPr>
                              <a:rPr lang="en-US" sz="2800" i="1" baseline="-25000" dirty="0"/>
                              <m:t> </m:t>
                            </m:r>
                            <m:r>
                              <m:rPr>
                                <m:nor/>
                              </m:rPr>
                              <a:rPr lang="en-US" sz="2800" i="1" dirty="0"/>
                              <m:t>+ </m:t>
                            </m:r>
                            <m:r>
                              <m:rPr>
                                <m:nor/>
                              </m:rPr>
                              <a:rPr lang="el-GR" sz="2800" i="1" dirty="0"/>
                              <m:t>θ</m:t>
                            </m:r>
                            <m:r>
                              <m:rPr>
                                <m:nor/>
                              </m:rPr>
                              <a:rPr lang="el-GR" sz="2800" i="1" baseline="-25000" dirty="0"/>
                              <m:t>1</m:t>
                            </m:r>
                            <m:r>
                              <m:rPr>
                                <m:nor/>
                              </m:rPr>
                              <a:rPr lang="en-US" sz="2800" i="1" dirty="0"/>
                              <m:t>x</m:t>
                            </m:r>
                          </m:e>
                          <m:sup>
                            <m:r>
                              <a:rPr lang="en-US" sz="2800" i="1">
                                <a:latin typeface="Cambria Math" panose="02040503050406030204" pitchFamily="18" charset="0"/>
                              </a:rPr>
                              <m:t> </m:t>
                            </m:r>
                            <m:d>
                              <m:dPr>
                                <m:ctrlPr>
                                  <a:rPr lang="en-US" sz="2800" i="1">
                                    <a:latin typeface="Cambria Math" panose="02040503050406030204" pitchFamily="18" charset="0"/>
                                  </a:rPr>
                                </m:ctrlPr>
                              </m:dPr>
                              <m:e>
                                <m:r>
                                  <a:rPr lang="en-US" sz="2800" i="1">
                                    <a:latin typeface="Cambria Math" panose="02040503050406030204" pitchFamily="18" charset="0"/>
                                  </a:rPr>
                                  <m:t>𝑖</m:t>
                                </m:r>
                              </m:e>
                            </m:d>
                          </m:sup>
                        </m:sSup>
                        <m:r>
                          <a:rPr lang="en-US" sz="2800" i="1">
                            <a:latin typeface="Cambria Math" panose="02040503050406030204" pitchFamily="18" charset="0"/>
                          </a:rPr>
                          <m:t> −  </m:t>
                        </m:r>
                        <m:sSup>
                          <m:sSupPr>
                            <m:ctrlPr>
                              <a:rPr lang="en-US" sz="2800" i="1">
                                <a:latin typeface="Cambria Math" panose="02040503050406030204" pitchFamily="18" charset="0"/>
                              </a:rPr>
                            </m:ctrlPr>
                          </m:sSupPr>
                          <m:e>
                            <m:r>
                              <a:rPr lang="en-US" sz="2800" i="1">
                                <a:latin typeface="Cambria Math" panose="02040503050406030204" pitchFamily="18" charset="0"/>
                              </a:rPr>
                              <m:t>𝑦</m:t>
                            </m:r>
                          </m:e>
                          <m:sup>
                            <m:r>
                              <a:rPr lang="en-US" sz="2800" i="1">
                                <a:latin typeface="Cambria Math" panose="02040503050406030204" pitchFamily="18" charset="0"/>
                              </a:rPr>
                              <m:t> </m:t>
                            </m:r>
                            <m:d>
                              <m:dPr>
                                <m:ctrlPr>
                                  <a:rPr lang="en-US" sz="2800" i="1">
                                    <a:latin typeface="Cambria Math" panose="02040503050406030204" pitchFamily="18" charset="0"/>
                                  </a:rPr>
                                </m:ctrlPr>
                              </m:dPr>
                              <m:e>
                                <m:r>
                                  <a:rPr lang="en-US" sz="2800" i="1">
                                    <a:latin typeface="Cambria Math" panose="02040503050406030204" pitchFamily="18" charset="0"/>
                                  </a:rPr>
                                  <m:t>𝑖</m:t>
                                </m:r>
                              </m:e>
                            </m:d>
                          </m:sup>
                        </m:sSup>
                        <m:r>
                          <a:rPr lang="en-US" sz="2800" i="1">
                            <a:latin typeface="Cambria Math" panose="02040503050406030204" pitchFamily="18" charset="0"/>
                          </a:rPr>
                          <m:t> )</m:t>
                        </m:r>
                      </m:e>
                    </m:nary>
                  </m:oMath>
                </a14:m>
                <a:r>
                  <a:rPr lang="en-US" sz="2800" dirty="0">
                    <a:solidFill>
                      <a:schemeClr val="tx1"/>
                    </a:solidFill>
                  </a:rPr>
                  <a:t> </a:t>
                </a:r>
                <a14:m>
                  <m:oMath xmlns:m="http://schemas.openxmlformats.org/officeDocument/2006/math">
                    <m:sSup>
                      <m:sSupPr>
                        <m:ctrlPr>
                          <a:rPr lang="en-US" sz="2800" i="1">
                            <a:solidFill>
                              <a:schemeClr val="tx1"/>
                            </a:solidFill>
                            <a:latin typeface="Cambria Math" panose="02040503050406030204" pitchFamily="18" charset="0"/>
                          </a:rPr>
                        </m:ctrlPr>
                      </m:sSupPr>
                      <m:e>
                        <m:r>
                          <m:rPr>
                            <m:nor/>
                          </m:rPr>
                          <a:rPr lang="en-US" sz="2800" i="1" dirty="0">
                            <a:solidFill>
                              <a:schemeClr val="tx1"/>
                            </a:solidFill>
                          </a:rPr>
                          <m:t>x</m:t>
                        </m:r>
                      </m:e>
                      <m:sup>
                        <m:r>
                          <a:rPr lang="en-US" sz="2800" i="1">
                            <a:solidFill>
                              <a:schemeClr val="tx1"/>
                            </a:solidFill>
                            <a:latin typeface="Cambria Math" panose="02040503050406030204" pitchFamily="18" charset="0"/>
                          </a:rPr>
                          <m:t> </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𝑖</m:t>
                            </m:r>
                          </m:e>
                        </m:d>
                      </m:sup>
                    </m:sSup>
                    <m:r>
                      <a:rPr lang="en-US" sz="2800" b="0" i="1" smtClean="0">
                        <a:solidFill>
                          <a:schemeClr val="tx1"/>
                        </a:solidFill>
                        <a:latin typeface="Cambria Math" panose="02040503050406030204" pitchFamily="18" charset="0"/>
                      </a:rPr>
                      <m:t>)</m:t>
                    </m:r>
                  </m:oMath>
                </a14:m>
                <a:endParaRPr lang="en-US" sz="2800" dirty="0">
                  <a:solidFill>
                    <a:schemeClr val="tx1"/>
                  </a:solidFill>
                </a:endParaRPr>
              </a:p>
              <a:p>
                <a:endParaRPr lang="en-US" dirty="0"/>
              </a:p>
              <a:p>
                <a:r>
                  <a:rPr lang="de-DE" dirty="0" err="1"/>
                  <a:t>Simultaneous</a:t>
                </a:r>
                <a:r>
                  <a:rPr lang="de-DE" dirty="0"/>
                  <a:t> update</a:t>
                </a:r>
              </a:p>
            </p:txBody>
          </p:sp>
        </mc:Choice>
        <mc:Fallback xmlns="">
          <p:sp>
            <p:nvSpPr>
              <p:cNvPr id="3" name="Content Placeholder 2">
                <a:extLst>
                  <a:ext uri="{FF2B5EF4-FFF2-40B4-BE49-F238E27FC236}">
                    <a16:creationId xmlns:a16="http://schemas.microsoft.com/office/drawing/2014/main" id="{9F75EDA7-521E-1F10-F4DF-E059B4F9946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441130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F597A-BD69-AA07-4BEC-DC48E6E1D951}"/>
              </a:ext>
            </a:extLst>
          </p:cNvPr>
          <p:cNvSpPr>
            <a:spLocks noGrp="1"/>
          </p:cNvSpPr>
          <p:nvPr>
            <p:ph type="title"/>
          </p:nvPr>
        </p:nvSpPr>
        <p:spPr/>
        <p:txBody>
          <a:bodyPr/>
          <a:lstStyle/>
          <a:p>
            <a:r>
              <a:rPr lang="en-US" dirty="0"/>
              <a:t>Programming Assignment # 1</a:t>
            </a:r>
            <a:endParaRPr lang="de-DE" dirty="0"/>
          </a:p>
        </p:txBody>
      </p:sp>
      <p:sp>
        <p:nvSpPr>
          <p:cNvPr id="3" name="Content Placeholder 2">
            <a:extLst>
              <a:ext uri="{FF2B5EF4-FFF2-40B4-BE49-F238E27FC236}">
                <a16:creationId xmlns:a16="http://schemas.microsoft.com/office/drawing/2014/main" id="{0AA24FAA-35B8-5805-556B-DE62CEA1E3EF}"/>
              </a:ext>
            </a:extLst>
          </p:cNvPr>
          <p:cNvSpPr>
            <a:spLocks noGrp="1"/>
          </p:cNvSpPr>
          <p:nvPr>
            <p:ph idx="1"/>
          </p:nvPr>
        </p:nvSpPr>
        <p:spPr/>
        <p:txBody>
          <a:bodyPr>
            <a:normAutofit/>
          </a:bodyPr>
          <a:lstStyle/>
          <a:p>
            <a:pPr marL="0" indent="0">
              <a:buNone/>
            </a:pPr>
            <a:r>
              <a:rPr lang="en-US" sz="3600" dirty="0">
                <a:solidFill>
                  <a:srgbClr val="000000"/>
                </a:solidFill>
                <a:effectLst/>
                <a:latin typeface="Calibri" panose="020F0502020204030204" pitchFamily="34" charset="0"/>
                <a:ea typeface="Calibri" panose="020F0502020204030204" pitchFamily="34" charset="0"/>
              </a:rPr>
              <a:t>In this assignment, you are going to train a linear regression model on the given data set.</a:t>
            </a:r>
            <a:endParaRPr lang="de-DE" sz="4800" dirty="0"/>
          </a:p>
        </p:txBody>
      </p:sp>
    </p:spTree>
    <p:extLst>
      <p:ext uri="{BB962C8B-B14F-4D97-AF65-F5344CB8AC3E}">
        <p14:creationId xmlns:p14="http://schemas.microsoft.com/office/powerpoint/2010/main" val="110312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3510</TotalTime>
  <Words>1633</Words>
  <Application>Microsoft Office PowerPoint</Application>
  <PresentationFormat>Widescreen</PresentationFormat>
  <Paragraphs>249</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Cambria Math</vt:lpstr>
      <vt:lpstr>Courier New</vt:lpstr>
      <vt:lpstr>source-serif-pro</vt:lpstr>
      <vt:lpstr>Office Theme</vt:lpstr>
      <vt:lpstr>Machine Learning</vt:lpstr>
      <vt:lpstr>Linear Regression </vt:lpstr>
      <vt:lpstr>Best Fit line in Linear Regression </vt:lpstr>
      <vt:lpstr>Example</vt:lpstr>
      <vt:lpstr>More Examples</vt:lpstr>
      <vt:lpstr>Dataset and Plotted Graph</vt:lpstr>
      <vt:lpstr>Dataset and Notations</vt:lpstr>
      <vt:lpstr>PowerPoint Presentation</vt:lpstr>
      <vt:lpstr>Linear Regression with One Variable</vt:lpstr>
      <vt:lpstr>Linear Functions With Varying Values of Ɵ </vt:lpstr>
      <vt:lpstr>Linear Regression with One Variable</vt:lpstr>
      <vt:lpstr>Cost Function</vt:lpstr>
      <vt:lpstr>Cost Function</vt:lpstr>
      <vt:lpstr>Cost Function</vt:lpstr>
      <vt:lpstr>Cost Function </vt:lpstr>
      <vt:lpstr>Cost Function - Example</vt:lpstr>
      <vt:lpstr>Cost Function - Example</vt:lpstr>
      <vt:lpstr>Cost Function - Example</vt:lpstr>
      <vt:lpstr>Graph of J(θ1)</vt:lpstr>
      <vt:lpstr>Graph of J(θ0 , θ1)</vt:lpstr>
      <vt:lpstr>Contour Plot </vt:lpstr>
      <vt:lpstr>Recap</vt:lpstr>
      <vt:lpstr>Gradient Descent </vt:lpstr>
      <vt:lpstr>Gradient Descent</vt:lpstr>
      <vt:lpstr>Gradient Descent</vt:lpstr>
      <vt:lpstr>Solving Minimization Problem</vt:lpstr>
      <vt:lpstr>Gradient Descent Algorithm</vt:lpstr>
      <vt:lpstr>Gradient Descent Algorithm</vt:lpstr>
      <vt:lpstr>Linear Regression with Gradient Descent</vt:lpstr>
      <vt:lpstr>Linear Regression with Gradient Descent</vt:lpstr>
      <vt:lpstr>Linear Regression with Gradient Descent</vt:lpstr>
      <vt:lpstr>Programming Assignment #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Muhammad Adeel Nisar</dc:creator>
  <cp:lastModifiedBy>Dr.Mahdiha Khalid</cp:lastModifiedBy>
  <cp:revision>266</cp:revision>
  <dcterms:created xsi:type="dcterms:W3CDTF">2022-10-16T09:42:15Z</dcterms:created>
  <dcterms:modified xsi:type="dcterms:W3CDTF">2026-02-24T04:06:31Z</dcterms:modified>
</cp:coreProperties>
</file>