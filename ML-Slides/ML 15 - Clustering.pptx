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ink/ink4.xml" ContentType="application/inkml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rts/chart2.xml" ContentType="application/vnd.openxmlformats-officedocument.drawingml.chart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46"/>
  </p:notesMasterIdLst>
  <p:sldIdLst>
    <p:sldId id="608" r:id="rId5"/>
    <p:sldId id="367" r:id="rId6"/>
    <p:sldId id="460" r:id="rId7"/>
    <p:sldId id="549" r:id="rId8"/>
    <p:sldId id="521" r:id="rId9"/>
    <p:sldId id="575" r:id="rId10"/>
    <p:sldId id="596" r:id="rId11"/>
    <p:sldId id="597" r:id="rId12"/>
    <p:sldId id="598" r:id="rId13"/>
    <p:sldId id="599" r:id="rId14"/>
    <p:sldId id="600" r:id="rId15"/>
    <p:sldId id="601" r:id="rId16"/>
    <p:sldId id="602" r:id="rId17"/>
    <p:sldId id="603" r:id="rId18"/>
    <p:sldId id="604" r:id="rId19"/>
    <p:sldId id="609" r:id="rId20"/>
    <p:sldId id="610" r:id="rId21"/>
    <p:sldId id="611" r:id="rId22"/>
    <p:sldId id="612" r:id="rId23"/>
    <p:sldId id="613" r:id="rId24"/>
    <p:sldId id="524" r:id="rId25"/>
    <p:sldId id="579" r:id="rId26"/>
    <p:sldId id="614" r:id="rId27"/>
    <p:sldId id="615" r:id="rId28"/>
    <p:sldId id="616" r:id="rId29"/>
    <p:sldId id="617" r:id="rId30"/>
    <p:sldId id="618" r:id="rId31"/>
    <p:sldId id="619" r:id="rId32"/>
    <p:sldId id="620" r:id="rId33"/>
    <p:sldId id="623" r:id="rId34"/>
    <p:sldId id="621" r:id="rId35"/>
    <p:sldId id="622" r:id="rId36"/>
    <p:sldId id="624" r:id="rId37"/>
    <p:sldId id="565" r:id="rId38"/>
    <p:sldId id="606" r:id="rId39"/>
    <p:sldId id="582" r:id="rId40"/>
    <p:sldId id="625" r:id="rId41"/>
    <p:sldId id="583" r:id="rId42"/>
    <p:sldId id="570" r:id="rId43"/>
    <p:sldId id="573" r:id="rId44"/>
    <p:sldId id="584" r:id="rId45"/>
  </p:sldIdLst>
  <p:sldSz cx="9144000" cy="5143500" type="screen16x9"/>
  <p:notesSz cx="6858000" cy="9144000"/>
  <p:custDataLst>
    <p:tags r:id="rId4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76">
          <p15:clr>
            <a:srgbClr val="A4A3A4"/>
          </p15:clr>
        </p15:guide>
        <p15:guide id="2" pos="4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139" autoAdjust="0"/>
  </p:normalViewPr>
  <p:slideViewPr>
    <p:cSldViewPr>
      <p:cViewPr varScale="1">
        <p:scale>
          <a:sx n="107" d="100"/>
          <a:sy n="107" d="100"/>
        </p:scale>
        <p:origin x="876" y="84"/>
      </p:cViewPr>
      <p:guideLst>
        <p:guide orient="horz" pos="2676"/>
        <p:guide pos="4224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8.3333333333333297E-3"/>
          <c:y val="7.39074803149606E-3"/>
          <c:w val="0.874951007286075"/>
          <c:h val="0.9332342519685039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6"/>
          <c:dPt>
            <c:idx val="0"/>
            <c:bubble3D val="0"/>
            <c:explosion val="13"/>
            <c:extLst>
              <c:ext xmlns:c16="http://schemas.microsoft.com/office/drawing/2014/chart" uri="{C3380CC4-5D6E-409C-BE32-E72D297353CC}">
                <c16:uniqueId val="{00000000-9CAB-4C50-98FF-3A860D5076C3}"/>
              </c:ext>
            </c:extLst>
          </c:dPt>
          <c:dPt>
            <c:idx val="1"/>
            <c:bubble3D val="0"/>
            <c:explosion val="20"/>
            <c:extLst>
              <c:ext xmlns:c16="http://schemas.microsoft.com/office/drawing/2014/chart" uri="{C3380CC4-5D6E-409C-BE32-E72D297353CC}">
                <c16:uniqueId val="{00000001-9CAB-4C50-98FF-3A860D5076C3}"/>
              </c:ext>
            </c:extLst>
          </c:dPt>
          <c:dPt>
            <c:idx val="2"/>
            <c:bubble3D val="0"/>
            <c:explosion val="11"/>
            <c:extLst>
              <c:ext xmlns:c16="http://schemas.microsoft.com/office/drawing/2014/chart" uri="{C3380CC4-5D6E-409C-BE32-E72D297353CC}">
                <c16:uniqueId val="{00000002-9CAB-4C50-98FF-3A860D5076C3}"/>
              </c:ext>
            </c:extLst>
          </c:dPt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8.2000000000000011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AB-4C50-98FF-3A860D507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PK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C8-41FE-AB1F-3CF120876F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9990808"/>
        <c:axId val="599993784"/>
      </c:lineChart>
      <c:catAx>
        <c:axId val="599990808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txPr>
          <a:bodyPr/>
          <a:lstStyle/>
          <a:p>
            <a:pPr>
              <a:defRPr sz="1400"/>
            </a:pPr>
            <a:endParaRPr lang="en-PK"/>
          </a:p>
        </c:txPr>
        <c:crossAx val="599993784"/>
        <c:crosses val="autoZero"/>
        <c:auto val="1"/>
        <c:lblAlgn val="ctr"/>
        <c:lblOffset val="100"/>
        <c:noMultiLvlLbl val="0"/>
      </c:catAx>
      <c:valAx>
        <c:axId val="599993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599990808"/>
        <c:crossesAt val="1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PK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8:37:22.3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05:27.375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14907 9160 1153,'-19'0'2690,"19"20"161,-20-20-481,20 0-416,-20 0-160,20 0-129,-21 0-63,21 0-129,0 0-352,0 0-64,0 0-416,0 0-353,0 0-384,41 0 96,-2 0 96,21 0-96,39 0-64,0 0 32,1 0 0,-1 0-160,0 0-64,0 0-97,1-20-191,-42 20 127,3 0-255,-2 0-546,-39 0-223,0 0-1474,-20 0-5765</inkml:trace>
  <inkml:trace contextRef="#ctx0" brushRef="#br0" timeOffset="389.02">15224 8962 9513,'0'-21'256,"0"21"128,-20 0-384,-19 21-64,-21-2 96,1 1 32,-20 0-32,19 0 192,-40 20 705,21-21 128,0 2-32,20 18-256,-1-19-257,40 0-191,1 20-65,38-20 321,21 19 31,19-19-159,21 0-225,20-20-160,-21 20-545,0-20-448,-20 20-1217,1-20-5765</inkml:trace>
  <inkml:trace contextRef="#ctx0" brushRef="#br0" timeOffset="1017.05">16595 9041 10153,'0'-20'2402,"-20"0"-1088,20 20 319,0 0-352,-20-20-352,-1 20-512,3 0-385,-2 20-64,-1 0-64,21 20 96,-20-20-64,20 20 64,0-21 0,20 21-33,1-20 33,-1 0 65,19-20 31,1 20-64,19-20-96,-19-20-161,19 20-928,-19-20-1409,-20 0-5894</inkml:trace>
  <inkml:trace contextRef="#ctx0" brushRef="#br0" timeOffset="1435.08">16992 8723 10537,'-20'0'225,"20"0"-450,0 20 418,0 20 928,0-1 224,0 21-768,0-1-449,0 1-64,0 0 0,0 0-32,20-21 0,0-19-32,-20 0 32,20 0-32,-1-20-96,1 0 32,0-20 0,0 0-96,0-20 31,-1 21 65,-19-2-128,20 2-128,-20-1 224,0 0 128,0 20-32,0 0 288,0 20 609,0 0-64,20-1-449,-20 21-224,20-20-128,-20 0-64,20 0-160,-1 0-256,1-20 31,0 0-127,1 0-33,-1 0-928,-20-20-4581</inkml:trace>
  <inkml:trace contextRef="#ctx0" brushRef="#br0" timeOffset="1572.08">17429 9061 4868,'19'20'-160,"-19"-1"64,0 2-160,20-21 256,-20 0-1314</inkml:trace>
  <inkml:trace contextRef="#ctx0" brushRef="#br0" timeOffset="1773.1">17488 9100 352,'0'-19'2018,"0"19"832,0 0-511,0 0-321,0 0-641,-20 19-801,20 2-415,20-2-65,-20 1-32,20 0-288,0-20 95,-1 20 65,-19-20 32,20 20-64,-20-20 224,-20 20 289,20-20 95,-19 20-256,-1-20-352,-20 0-865,20 0-2274,20 0-4100</inkml:trace>
  <inkml:trace contextRef="#ctx0" brushRef="#br0" timeOffset="2236.12">17289 9061 9064,'0'0'2082,"0"0"-1601,0 0 832,0 20 160,0-1-800,0 2-609,0-2-192,0 21-609,21-20-1281,-21 0-2658</inkml:trace>
  <inkml:trace contextRef="#ctx0" brushRef="#br0" timeOffset="2611.14">17706 9061 4932,'-20'0'481,"0"0"-513,20 0 64,0 0-32,0 0-64,0 0 128,0 0 64,0 0 1185,0 0 449,0 0 127,0 0-95,20 0-224,0 0-193,1 0-320,-3 0-192,23-20-225,-1 20-287,-1-20-129,1 20-224,-20 0-64,0-20-545,-1 20-736,-19 0-801,0 0-3139</inkml:trace>
  <inkml:trace contextRef="#ctx0" brushRef="#br0" timeOffset="2835.16">17826 8822 8167,'-20'40'2467,"20"-20"-962,-20 20 545,20 0-160,-21-1-1057,21 1-737,0 0-225,0 0-543,0-1-97,21 1-640,-21-20-1634,20-20-4484</inkml:trace>
  <inkml:trace contextRef="#ctx0" brushRef="#br0" timeOffset="3231.18">17925 9140 12940,'20'20'224,"-20"-20"-160,19 0 160,21 0 449,-20 0-33,0 0-319,-1 0-65,-19-20 128,20 1-31,-40 19-449,1-21-545,-1 21 0,0-19-480,0 19-544,0 0 832,1 19 705,19 2 96,0-2-64,19 1 96,1 20 0,0-20 320,20 0-160,-21-20-96,21 20 321,-20-20 544,1 0 256,-21-20 96,18 0-128,2 0-64,1-20-320,-1 20-449,0 1-224,-2-2-128,3 2-224,19 19 288,-20-20-513,-1 20-480,-19 20-224,20-20-1217,-20 0-6855</inkml:trace>
  <inkml:trace contextRef="#ctx0" brushRef="#br0" timeOffset="3859.22">18937 9021 11851,'0'-40'1601,"0"40"-416,-20 0-256,0 0-448,0 0-225,-19 20-64,19 0-64,0 0-64,0 20 161,20-21-33,0 21-64,20-20-96,0 0-256,20 0-513,-1 0-192,1 0-352,19-20-1185,-18 0-4613</inkml:trace>
  <inkml:trace contextRef="#ctx0" brushRef="#br0" timeOffset="4443.25">19057 9180 14189,'18'20'192,"3"-20"-32,-1 0 929,20-20 257,-1 0 63,-19 0-865,0 1-319,0-2-33,-1 2 0,-19-1-96,0 0-865,-19 0-224,-1 0-96,0 20 128,0 0 609,-19 20 256,19 0 128,20 0 224,-20 19 65,20-18 63,20-2-32,0 1-288,19 0-160,1 0-96,-1-20 0,21 0 96,-21-20 0,-19 20-225,0-20-95,1 0-128,-21 1-449,0 19-417,0-21 161,-21 21 1025,21 0 192,-20 21 96,20-2 64,0 1-64,0 0 0,0 0-96,20 0-128,-20 0-288,21-20 95,-1 0 257,-20 0 480,20-20 609,-20 20-64,0-40-160,0 20-128,0 0-257,18 1-160,-18-2 32,21 2-63,-1 19 63,0 0 417,0 0-193,-1 0-128,-19 19-256,20 2-96,0-2 0,-20 1-64,20 0-448,0 0-577,-1-20-929,1 20-2915</inkml:trace>
  <inkml:trace contextRef="#ctx0" brushRef="#br0" timeOffset="4609.26">19691 9001 14189,'0'0'2498,"20"0"-2754,0 0 416,0-20 513,0 20-321,19 0-320,2-19-224,-21 19-993,-2 0-641,2-21-2146</inkml:trace>
  <inkml:trace contextRef="#ctx0" brushRef="#br0" timeOffset="4760.26">19830 8783 11050,'21'99'673,"-21"-40"-609,20-19 0,-20 20-256,18-20-1410,2 0-4900</inkml:trace>
  <inkml:trace contextRef="#ctx0" brushRef="#br0" timeOffset="5021.28">19989 9081 5349,'-19'19'3715,"-1"-19"-5701,20 0 289,20 0 2882,-20 0-352,19 0-353,1-19-192,0 19 705,-20-20 256,20 0-352,-20 20 224,0-20-192,20 20-609,-20 0-320,0 0-64,19 0 0,-19 0-544,20 0-705,0 0-545,0 20 128,0-20-768,-20 0-1122</inkml:trace>
  <inkml:trace contextRef="#ctx0" brushRef="#br0" timeOffset="5301.3">20268 9061 11146,'0'0'705,"20"20"480,-20-20 993,0 0-1441,0 0-545,0 0-32,0 19-64,18-19-64,-18 21 32,21-21-64,-21 0 0,0 0 64,0 0 192,0 0 1,0-21-225,0 21 32,-21-19 0,21-1-128,-18 20-321,18-20-319,-20 20-802,20 0-1537,0 0-6309</inkml:trace>
  <inkml:trace contextRef="#ctx0" brushRef="#br0" timeOffset="5793.33">20009 9100 7879,'0'-19'3203,"0"19"-2915,0 0 2050,0-20 257,-20 20-1090,20 20-992,0-20 192,0 19-97,0 2-448,0-2-128,0 21-128,-19-20-480,19 0-545,19 0-1186,-19 0-1408</inkml:trace>
  <inkml:trace contextRef="#ctx0" brushRef="#br0" timeOffset="6189.35">20347 9081 11274,'-41'0'929,"23"0"-1185,-2 0 416,20 0 256,-21 19-320,21 2-192,0-21-224,0 19 64,21 1-193,-21 0 97,38 0-289,-17-20 481,19 0 545,-20 0 576,19-20 384,-19 20 288,0-20-95,-20 0-33,0 1-288,0-2-512,0 2-353,-20-1-448,0 0 417,0 20-482,1-20-255,-1 20-1089,20 0-1058,0 0-1120,0 20-5094</inkml:trace>
  <inkml:trace contextRef="#ctx0" brushRef="#br0" timeOffset="6327.36">20585 9021 9833,'19'0'865,"-19"20"384,0 0 833,0-20-769,0 39-929,0-18-448,0-2-800,20 21-1667,0-20-5284</inkml:trace>
  <inkml:trace contextRef="#ctx0" brushRef="#br0" timeOffset="6477.37">20644 8902 13388,'-20'-20'2146,"20"20"-3395,0 0 448,20 0 449,0 0-2595</inkml:trace>
  <inkml:trace contextRef="#ctx0" brushRef="#br0" timeOffset="6858.39">20942 8941 8872,'-20'21'5093,"0"-21"-5157,-19 19 128,19 1-64,0 0 0,-1 20-192,21-20-1122,21 20-1120,-1-21 832,20-19 1250,-1 20 576,1-20 449,-1-20 1473,1 1 32,-20-2-512,1-18-321,-21-1-128,0 0-448,0 0-289,0-19-191,-21-1-418,1 1-447,0-1-833,0 1 63,1 38 1346,-1 2-64,0 38-128,20 2 672,0 19 449,0 19 192,0 1-224,0-1-128,20 1-128,0-1-385,-1 1-128,21-20-128,-20 0-480,21-1-161,-3-19-961,-17 0-1088,-1-20-3108</inkml:trace>
  <inkml:trace contextRef="#ctx0" brushRef="#br0" timeOffset="7314.41">21517 9021 12523,'0'-20'321,"0"0"-546,-18 20 1635,-3 0-930,-19 0-320,20 0-160,-19 0 0,19 20 0,0 0-128,20 0 128,0 0 0,20 0 224,20-1-63,19 2-1,-18-2 288,17 1 129,-17-20-225,-2 20-224,-19-20-32,-20 20 0,-20-20 609,-1 20-321,-17-20-384,-3 20-128,-18-20-865,19 20-1473,-19-20-8552</inkml:trace>
  <inkml:trace contextRef="#ctx0" brushRef="#br0" timeOffset="8763.5">15900 8743 11530,'0'20'673,"0"-20"-833,-20 0 160,20-20 160,-20 20 641,-20 0-64,21-20-289,-41 20-160,21-20 417,-22 20 480,-18-19-480,0-2-225,0 2 1,-20-2-417,-2 2 480,-17-21-448,-1 0-64,-21 1-32,21-1 96,1 0-64,-21-20 32,19 21-160,-19-21 96,1-19 64,-2 19-96,2-19 32,-1-21 0,19 21 32,-19-1-64,1 1 0,-2-1 32,2-20 0,-1 21 0,-1-20-64,21 20-96,-19-20 64,-2 19 32,21-20 160,-19 1 0,19 0 32,-1 0-32,1-1-64,20 1 0,-21 0-32,21-1-32,-19 21 161,18-21-129,0 1 192,21 19 0,-20-19-160,20 19 96,0 1 0,0 0-128,-2-1 0,2 21 0,20-2-32,-1 22 64,-19-21-64,20 21-128,18 19 64,1-20-160,1 20 128,-1 1-161,20-2-736,20 21-1217,-19 0-1057,19 0-1570</inkml:trace>
  <inkml:trace contextRef="#ctx0" brushRef="#br0" timeOffset="9124.52">10043 5484 15822,'-20'20'833,"20"-20"64,0 0-737,0-20-64,-19-19 385,19 19 127,0-40-319,-20 21-33,20-2 192,0-18-191,-20 19-225,20 1-32,-20-1-129,20 0 226,0 20-97,0 0-129,20 20-31,0-20 32,0 20 128,-1 0 0,21 20 64,19-20-32,-19 20 32,19-20-64,2 20-160,-22-20-1089,1 0-1730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07:25.061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14093 8703 2466,'0'20'2851,"0"-20"-1698,0 0 448,0 0-127,20 20 31,-20-20-256,0 0-160,0 0-96,0 0 256,0 0-96,0 0-224,0 0-64,0 0-32,0 0-609,-20 0-128,1 0-64,-21 0-64,-1 0 0,3 0 0,-23 0 32,2 0 96,-20 0-64,0-20 0,-2 20 32,2-20 64,21 20-31,-23-19-33,2-2 32,20 2 96,-20-2-64,18 2-64,23 19-32,-3-20 32,1 20-64,21-20 0,-1 20 32,0 0 0,20-20 0,-20 20-32,20 0 32,0 0-224,-20-20-32,20 20-128,0 0-97,0 0-159,0 0-289,0 0-128,-19 0-321,19 0 97,-20 20-352,20-20-1602,-20 0-4004</inkml:trace>
  <inkml:trace contextRef="#ctx0" brushRef="#br0" timeOffset="382.02">12981 8365 10313,'20'0'1057,"-20"-20"-320,0 20 320,-20 0-480,20 0-257,-19 0-96,-21 0-160,20 0-32,-19 20 0,-1-20 0,0 21-96,-19-21 0,18 19 128,3-19-64,-3 20 64,21-20 32,0 20 161,1-20-1,19 19-96,19 2 256,21 18 97,1-19-257,17 20-160,1-1-96,-18-18 0,19 19-128,-21-21-160,-19 21-161,0-20-512,0 0-736,-20 0-2884</inkml:trace>
  <inkml:trace contextRef="#ctx0" brushRef="#br1" timeOffset="1962.11">9190 4609 6918,'-20'-19'3235,"0"19"-961,0-20-576,20 20-385,0 0-256,-20-20-96,20 20-192,0 0-257,20 0-223,0 20 319,0 0-95,19 20-1,21-1-192,-1 21-192,20-21-95,-18 22-1,18-22-32,0 1 128,2 0-577,-2-1 609,-20-19-256,1 0 0,-21 0 32,1 0 128,-20-20-192,-1 0-128,-19 20-96,20-20-193,-20 0-512,-20 0-929,20 0-1858,-19 0-3907</inkml:trace>
  <inkml:trace contextRef="#ctx0" brushRef="#br1" timeOffset="2279.13">9865 4888 8391,'-20'-20'1282,"20"20"-1346,20 0 480,0 0 929,0 20 769,-1 20-1281,21-20-288,0 19-577,-1-19 64,22 20 64,-23 0 0,23-20 32,-22 20-64,1-21 320,-1 1 33,-19 1-33,0-2 129,-20-19 95,0 20 385,-20 0-128,0-1-321,-39-19-127,18 21 63,-18-1-191,1-1-257,17 1-257,21-1-1056,0 2-3235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0T04:30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7092 13798 490 0,'1'0'213'0,"0"1"-85"0,-1-1-109 0,0-1-11 0,0 0-4 15,0 0 0-15,0 1 0 16,0-1 1-16,0-6 15 16,0-2 13-16,-1-19 33 15,-2 22 11-15,1 2-1 16,0 1-8-16,0 0-26 15,1 2-9-15,0 0-10 16,0 0-4-16,1 1-10 16,0-1-4-16,0 0-7 15,0 0-2-15,0 0-1 16,0 1 0-16,0 0 3 0,0 0 0 16,9 1 1-16,23 6 0 15,-17-5 1-15,-1 0 0 16,4 0 0-16,-1 0 0 15,1 1 0-15,4 0 0 16,-1 0 0-16,-1 1 0 16,1 0 0-16,-1 0 0 15,3-1 0-15,1-2 0 0,6 0 0 16,2-1 0-16,3 0 0 16,0 1 0-16,0-1 0 15,1-1 0-15,-3 0 0 16,2-2 0-16,-5 0 0 15,0-2 0-15,2 3 0 16,-3-2 1-16,4 3 0 16,2-1 0-16,-1-2-1 15,2 2 0-15,-2-1 0 16,-1 1 0-16,-3 1 0 16,-1 0 0-16,-3 1 0 15,0 0 1-15,1 1-1 16,1 0 1-16,2-1 0 15,0 0 1-15,2 0 0 16,0 0-1-16,0 0 0 0,1 0 0 16,-6 0-1-16,-1 0 1 15,-1 0 0-15,-1 0 0 16,-1 0 2-16,0 0 3 16,1 0 6-16,-2 1 4 15,-1 1 4-15,-3-1-3 16,-2 1-5-16,-2-1-6 15,-2 1-13-15,-2 0-41 16</inkml:trace>
  <inkml:trace contextRef="#ctx0" brushRef="#br0" timeOffset="1534.92">2718 8961 373 0,'-3'0'189'0,"-3"-1"-58"0,2 1-38 0,-1 0-47 0,2 0-16 0,-1 0-19 16,0 1-6-16,1-1-3 15,-1 0 1-15,1-1-1 16,-2-2 2-16,0 3 16 16,1-4 12-16,0 2 18 0,0 0 6 15,3-1-11-15,-1 1-10 16,2 1-22-16,0 0-7 15,0 1-8-15,0-1-1 16,0 1 1-16,1 0 1 16,6 0 1-16,-1 1 0 15,22 9 0-15,-22-4 0 16,0 3 0-16,0-1 0 0,1 2 0 16,1 2 0-16,0-1 0 15,1 5 0 1,0 1 1-16,0 2 0 0,0 0 0 15,-1 1 0-15,0 4 0 16,-1-1 0-16,-1 3 0 16,1 1 0-16,0 1-1 15,-1 1 0-15,5 7 1 16,0-1-1-16,-2 4 0 16,0 2 0-16,-2-5 1 15,2 3-1-15,-1-2 1 16,3 0 0-16,-5 3 0 15,-2 0-1-15,0 4 0 16,0 0 1-16,-3-2-1 16,0 0 2-16,-2-3-1 15,-1-3 1-15,2 5-1 0,0 2 0 16,2 3 1-16,-2 1 1 16,0-1 1-16,0-2 1 15,0-2 5-15,-4 0 0 16,2-1 1-16,-3-1-2 15,2 2-4-15,0-2-1 16,1 1-2-16,2 0-1 0,3 1-10 16,2 0-39-1,3 2-242-15</inkml:trace>
  <inkml:trace contextRef="#ctx0" brushRef="#br0" timeOffset="15216.3">5920 6579 321 0,'2'-3'112'0,"2"-2"-100"0,2 2-10 0,1 0-2 16,1 0 0-16,-2-1 2 0,0 0 11 0,1-1 29 0,2 1 9 0,-1-3 11 15,4 1-3 1,-1-1-17-16,0 0-4 0,5 0-1 16,-2-1 0-16,2 0-2 15,0-1-1-15,2 3-10 16,2-1-7-16,-1 1-11 16,2 1-2-16,-2-4-2 15,-1 3 0-15,2-3-1 16,1-1 0-16,1 0 0 15,0-1 0-15,0 6 0 16,-2-1-1-16,2 2 0 16,2-2 0-16,2 2 0 15,3 0 0-15,2 0 0 16,-3-1 1-16,1 0-1 16,-4 1 0-16,-3-1 0 15,0 5 0-15,1 0 0 16,2 0 0-16,1 3 0 15,0-3 0-15,0 1 0 16,1 0 0-16,1 0 1 16,0 4-1-16,-1-3 0 0,1 1 1 15,-3-1-1-15,1-1 1 16,-3 2-1-16,-1 0 0 16,2 1 1-16,-1-2-1 0,3 0 0 15,0-2 1 1,-1 1-1-16,0-1 0 0,1 3 0 15,1 2 0-15,2 2 0 16,0 0 0-16,-1 0 0 16,-1-1 0-16,-1-2 1 15,-3-1-1-15,2-3 2 16,-1-1-1-16,2 1 0 16,2 0 1-16,0-3-1 15,0 2 0-15,0-2 0 16,1-1 0-16,0 0 0 15,1-2 0-15,-2 1-1 16,3 1 1-16,-2 3-1 16,1 0 0-16,2 1 0 15,1 5 0-15,1-1 0 16,0 0 0-16,-4 2 0 16,3-2 0-16,-2 1 0 15,0 1 0-15,-2-5 0 16,-2-1 1-16,3 1 0 0,2-1 0 15,4 0-1-15,1-1 1 16,0-1-1-16,3 0 1 16,0-2-1-16,0 2 1 15,3-1 0-15,-3 0-1 16,0 1 0-16,2 0 0 0,-3 0 0 16,-1 2 1-1,4-1 0-15,-1-3-1 0,-1 0 1 16,-1-2 0-16,-3 0 0 15,1 3 2-15,0 0 10 16,0 1 4-16,-1 1 3 16,-2-1 1-16,-4 1-9 15,0 2-4-15,-9 4-4 16,-4-4 0-16,-4 0-1 16,-5-2-1-16,-1-1 0 15,5 3-23-15</inkml:trace>
  <inkml:trace contextRef="#ctx0" brushRef="#br0" timeOffset="42830.83">7315 10969 465 0,'-4'-1'203'0,"-5"0"-70"0,0-2-126 0,1-1-13 0,-2-1-10 0,0-1 1 0,0-2 3 15,-3 1 6-15,-4 0 21 16,0 1 10-16,-5 2 21 16,2 3 5-16,0 0-2 15,1 1-3-15,-1-1 3 16,0-5 3-16,-2 0-2 16,0-3-6-16,2-1-23 15,0 3-9-15,1-2-9 16,0-1-2-16,1 0 0 15,-1-2 0-15,0-1 1 16,0 2 0-16,-6-3 6 16,0-2 4-16,-2 1 9 15,-2-2 8-15,4-1 8 16,-3-2-2-16,3 0-5 16,2 1-7-16,0 0-13 15,4 1-2-15,0 4-4 0,0-1 0 16,0 0-2-16,1 1 0 15,-1-2 0-15,0 4-1 16,-3-3 0-16,-2 3-1 16,1 0 0-16,1-2 1 15,1 4-1-15,-2 0 1 16,-1 1 4-16,-1 2 3 16,-1-4 5-16,0-1 1 0,2 1-2 15,0 0-3-15,0 1-6 16,3 2-1-16,-4-1-2 15,1 1 1-15,-5-1 5 16,-4-1 4-16,-1 1 9 16,1-1 1-16,4 2-2 15,1 2-5-15,1 0-8 16,0 2-4-16,2 1 0 16,1 0 0-16,3-1-1 15,-4 0 0-15,-5 1 0 16,-2 0 0-16,-8 1 0 15,3 1 0-15,-1-2 0 16,1 3 0-16,0 0-2 16,1 1 1-16,-1 2-1 15,-1-1 1-15,3 2 1 16,-3 0 1-16,0-2-1 16,2 0 1-16,2 1-1 15,1 1-1-15,4 2 0 0,-2-2 0 16,4 4-1-16,-5-1 1 15,2 1-1-15,-2 1 0 16,-2 0 2-16,1-1-1 16,-2 0 1-16,2 1 0 15,1 1 0-15,3 2-1 16,2-1-1-16,0 2 0 0,3 1-3 16,2 0 0-16,-2 5-2 15,2-1 0-15,-2-1-1 16,-3 0 0-16,0-2 4 15,0 1 0-15,3 0 4 16,-1 0 0-16,3 2 0 16,2-1 0-16,1 0 0 15,1-1 0-15,3 0-1 16,0 1 1-16,-1-2-1 16,5 2-1-16,0-1 1 15,-1 1 0-15,1 3 0 16,-3-1 1-16,3 0 0 15,1 0 0-15,-1-4-1 16,1 3 1-16,-2-2-1 16,0-2 0-16,1 5 0 15,-1-3 0-15,-1 1 0 16,2 2 1-16,2-3 0 16,-1 0 0-16,2 3 0 0,-3-2-1 15,3 0 0-15,2 2 0 16,0 0-1-16,3 2 1 15,-1 0-1-15,3 1 1 16,-2 0 1-16,1-1 0 16,0 2 0-16,-2-1 0 0,2-3-1 15,-1 1 1-15,1-1 0 16,-1 0 0-16,0 3 0 16,0-1 0-16,-1-1 0 15,1 0 0-15,0 1 0 16,-1-2 0-16,1 1 0 15,1 1 0-15,0 0 0 16,1 3 0-16,0-1 0 16,0 0 0-16,0-1 0 15,-1 0 0-15,1-2 0 16,1-1 0-16,-1 1 0 16,1 2-1-16,0-2 1 15,0 0 0-15,2-1 0 16,-2-2 0-16,2 2 0 15,-1-1-1-15,1 0 1 16,1 1-1-16,-1 0 1 0,1 0 0 16,0 0 0-16,0-2 0 15,3 1-1-15,-1-2 1 16,1-2-1-16,-1 3 1 16,0-4 0-16,3 2 0 15,-2-1-1-15,1 0 1 16,0 0-1-16,0 1 0 15,3-2 1-15,-1 0 0 0,-2 1-1 16,5 0 1-16,-3 0 0 16,2 1-1-16,3-3 0 15,-1 1 0-15,-1-1 0 16,-1-1 0-16,1-1 0 16,-2 1 1-16,1-2-1 15,1 2 1-15,-2-1 0 16,-1 0 0-16,2 0 0 15,1-1-1-15,-2-1 1 16,2 1-1-16,2-1 1 16,-1-1-1-16,2 2 0 15,1 1 0-15,1 1 1 16,-1-1 0-16,2 5 0 16,-2-4 0-16,3 0 0 15,-2 0 0-15,3-5-1 16,2 1 1-16,-2 0 0 0,0 0 0 15,-3 1 0 1,-3-5 0-16,-3 3 0 0,-1-1 0 16,2-2 0-16,-4 4 1 15,3 0-1-15,0-1 0 16,-1 4 0-16,2 1 1 16,-2-1-1-16,1 0 1 15,-3-1-1-15,1-1 0 16,1 0 0-16,-2-1 0 0,2-1 0 15,0 1 0-15,1-2 0 16,-3 2 0-16,2-1 1 16,1 1-1-16,-1 0 0 15,2 1 0-15,1 0 0 16,0 0 0-16,3 1 0 16,1-4 0-16,2 0-1 15,0-1 1-15,0-3 0 16,-2 3 0-16,0-3 0 15,0 1-1-15,3-2 1 16,-1 0-1-16,3-1 1 16,-1 0 0-16,0-1 0 15,0 1 1-15,2-2-1 16,2 0 0-16,0 0 0 16,2-1 0-16,2 1 0 15,-1-2 0-15,-1-1 0 0,3 0 0 16,-6 0 0-16,4 0 0 15,1 0 1 1,-1-1-1-16,4 1 1 0,0-1 0 16,1 0-1-16,3 0 0 15,1 0 0-15,-1-3 0 16,1 3 0-16,-5-2 0 16,-1 1 0-16,-1 0 1 0,0 0-1 15,1 1 0-15,1 2 0 16,0 2 0-16,0-2 0 15,-1 4 0-15,1-4 1 16,-2 0-1-16,-3 2 1 16,-2-3-1-16,-4-1 1 15,1 3 0-15,0-5 9 16,-2-1 3-16,3 3 1 16,-3-3 0-16,0 2-8 15,0 0-3-15,-1 1 1 16,1-4 1-16,0 0 1 15,-1 0 0-15,1-1 0 16,-1-1-1-16,-2 0-2 16,-3-1 0-16,0 1 0 15,-2 0 0-15,1 0 2 16,1 2 0-16,0-4 0 16,3 1-2-16,-1 0-1 0,2 0 0 15,1 0 0-15,-2-2 0 16,3 1-1-16,-3-4 0 15,2 0-1-15,2-3 1 16,1 1-1-16,1 3 0 16,-2 3 0-16,0-2 1 15,0-1-1-15,-2-2 1 16,0-4 0-16,1 1-1 16,-1 1 1-16,3-1-1 0,-2 0 0 15,2 2 0-15,-1 0 0 16,1-1 0-16,0 1 1 15,-1-1-1-15,0 1 0 16,0-1 1-16,-1 0 0 16,1 2 0-16,-3 1 0 15,2-1 0-15,-4-1 0 16,-1-4 1-16,-2-2 1 16,-4 1-1-16,1 0 0 15,1 0 0-15,-1 4-1 16,-3 1 0-16,-1 1 0 15,-5 2-1-15,5-1 0 16,4 1-1-16,-1 1 1 16,0 1 0-16,-5 2 0 15,-3-3 2-15,3 3-1 16,-3-3 1-16,-1 2 0 16,-2-1 0-16,-1 1-2 0,3 1 1 15,-2-4 0-15,-1 4 0 16,2-2 1-16,-4 2 0 15,3 4 1-15,-1-1 1 16,-2 0 1-16,2 1 1 16,-3-3 4-16,3 1 2 15,-4-1 4-15,3-1-1 0,-4-2-6 16,3-1-3-16,1 2-7 16,-2 1-11-16,2-1-54 15,-3 5-98-15</inkml:trace>
  <inkml:trace contextRef="#ctx0" brushRef="#br0" timeOffset="44494.659">4585 9788 155 0,'-1'-5'127'0,"-4"-3"38"0,0-1-7 0,-2 1-21 0,0-3-8 0,-1 0-25 16,0 0-14-16,1 0-25 0,0 4-13 0,1-1-15 15,-1 3-5-15,0-1-9 16,1 3-5-16,0 3-11 16,0 0-2-16,0 0-3 15,1 0 0-15,-1 0 0 16,0 3 0-16,1-1 1 16,0 2 0-16,-1 1 0 15,2-1-2-15,1 3-1 0,0-2 0 16,1 1 0-16,2 3-1 15,-2 3-1-15,2 3 1 16,-1-1 0-16,1 4-1 16,2-4 2-16,-1 0 0 15,3 1-1-15,-1-3 0 16,1 1 0-16,0 1 1 0,0 0-1 16,2-1 1-16,1 0-2 15,1-2 1-15,0-2 0 16,1-2 0-16,-1 0 0 15,0 0 0-15,2 1 1 16,-2-2 0-16,2 2-1 16,0-1 0-16,-2-1 0 15,3 2 0-15,-3-1 1 16,-1 2-1-16,0 1 1 16,-2 1 0-16,0 1 0 15,-1 0 1-15,-2-1 0 16,-1 0 0-16,-1-2 0 15,0 2 2-15,-3 0 0 16,-1-2 1-16,-3 1 1 16,-1-3 1-16,-1 0 18 15,-1 2 13-15,-1-3 21 16,-3 1 7-16,-1-3 0 16,0 1-4-16,0-5-8 15,-1 0-4-15,3-2-14 0,0 0-9 16,2 2-16-16,2-1-9 15,1 0-38-15,0-1-34 16</inkml:trace>
  <inkml:trace contextRef="#ctx0" brushRef="#br0" timeOffset="55577.34">7505 7802 273 0,'-6'-3'154'0,"-7"-2"-12"0,3 1-45 0,-1-1-36 0,0 2-11 0,1-1-24 0,-2 0-11 16,0-3-7-16,0 1 3 15,-2 0 7-15,2 2 3 16,-1 1 4-16,-1 1 0 16,-2-2 3-16,0 1 0 15,-1 2-1-15,-2-2-3 16,0 3-10-16,2 1-4 0,-6 2-6 15,1 0-2-15,-5 2-2 16,0 1 0-16,-2 1 0 16,-1 1 0-16,-1 2 0 15,-1-2 0-15,-1 3-1 16,2 3 1-16,0 0 0 16,-1 2-1-16,-1-1 1 15,-4-2 0-15,1 3 0 16,-1-2 0-16,5 1 0 15,-1 2 0-15,4 0 0 16,0 3-1-16,0-2 0 16,0 1 0-16,0 0 1 15,-1-2 0-15,0 2 0 16,-1-1 0-16,1 2 0 16,-2 1 0-16,2 2 0 15,2-2 0-15,-1 2 0 16,3-1 0-16,2 1 0 15,0-1 0-15,0-2 0 0,-1-1 0 16,0 0 0-16,0-1 0 16,-2 1 0-16,1 1-1 15,-1 1 1-15,0 0 0 16,4 0 0-16,0 0 0 16,2 0 1-16,2 0-1 0,1 1 0 15,2 1 0-15,3 2 0 16,-4 0 0-16,0 1 0 15,0 0 0-15,-1 1 0 16,4 0 0-16,-1-1 0 16,-1-1 0-16,-1 0 0 15,0-2 0-15,2 2 0 16,2 0 1-16,0 1 0 16,0 2 0-16,1 2 0 15,-1 1-1-15,4-2 0 16,-4 0 1-16,3-2-1 15,2-3 0-15,-1 2 0 16,3-2 0-16,-1 1 0 16,0 1 0-16,0-1 0 15,1 1 1-15,2 1 0 16,0 3 0-16,1-2-1 16,1 2 1-16,0-3-1 0,2-2 0 15,0-3 0-15,0-1 0 16,0-3 0-16,1 1 0 15,4-2 0-15,-1 1 0 16,1 0 0-16,1 0 0 16,-1-2 1-16,2-1-1 15,0 0 0-15,1 1 1 0,-2-1-1 16,1 0 1-16,1 1-1 16,-1-1 0-16,2 0 0 15,1 1 0-15,-2-2 1 16,1 0-1-16,2-1 0 15,1 0 1-15,-1 1-1 16,-1-3 1-16,2 0-1 16,-2-2 1-16,0 2 0 15,2 1-1-15,-4-2 1 16,4 1-1-16,-1 2 0 16,-2 0 0-16,3 1 0 15,-4 2 1-15,3-2-1 16,-1-1 0-16,-4 1 0 15,5 0 0-15,-2 0 0 16,0 0 1-16,2 0-1 16,0-1 1-16,0-1-1 15,3 1 1-15,-1-2-1 0,1-1 1 16,-1 0 0-16,0-2 0 16,1-1 0-16,-2 3 0 15,3-1 0-15,-1-1 0 16,1-2 0-16,0-1 1 15,1-4 2-15,0 2 1 16,3 2-1-16,-2 1 1 0,-2-2-2 16,-1 2 0-16,-4-2-1 15,2-1 0-15,0 3 0 16,-3-3-1-16,4 2 0 16,0 2 0-16,-2-2 1 15,2 4-1-15,-2 0 0 16,1-1 0-16,-1 2-1 15,-1-2 1-15,1-1 0 16,-2 0 0-16,1-2 0 16,1 3 0-16,1-2-1 15,-1 0 0-15,2 3 1 16,-1-2-1-16,-1 2 0 16,2-1 1-16,0 1 0 15,0-2 0-15,2 1-1 16,0-2 0-16,-1 1 1 15,3-1-1-15,-6 0 0 16,2 1 0-16,-3-1 1 16,1 0-1-16,2 1 0 0,-2-1 1 15,5 0-1-15,-5 1 0 16,2-1 0-16,0 1 1 16,-2-1-1-16,3 2 0 15,-1 0 0-15,0 2 0 16,0-2 1-16,-2 0-1 15,1 1 0-15,1-1 0 0,0 2 1 16,0-2-1-16,-1 3 0 16,-1-2 0-16,1-3 1 15,-1 5-1-15,0-4 1 16,2 2-1-16,0 2 0 16,2-1 0-16,-1 0 0 15,-2-3 0-15,0 4 0 16,-1 1 0-16,1 0 0 15,0 1 0-15,0-3 0 16,-1 1 0-16,-1-1 0 16,3-1 0-16,1 1 0 15,2-1 1-15,-1-1-1 16,2 1 0-16,0 1 0 16,0-1 0-16,1 1 0 15,1 0 0-15,1-2 0 16,1 1 0-16,3 3 0 15,1 1 0-15,-2 4 0 16,0-2 0-16,2 1 0 0,-5-3 0 16,1-1 0-16,-1 1 0 15,-2-5 0-15,2 1 0 16,2 1 0-16,1-1 0 16,0 1 0-16,1 2 0 15,-4-5 1 1,-10-3-1-16,0-1 0 0,29 12 0 15,0 0 0-15,0 1 0 16,-17-4 0-16,0-1 0 0,2-3 0 16,-1-2 0-16,-1 0 0 15,2-2 1-15,-2-1-1 16,1 1 1-16,0-3 0 16,-1 1 0-16,2 1 0 15,-1-1 0-15,1 0 0 16,0 0 0-16,-1 0-1 15,-4-2 1-15,3 0 0 16,-2 0 1-16,1 0-1 16,3 0 0-16,-3 0 1 15,1-3 0-15,0-1 21 16,2 0 4-16,-1 0 4 16,2-1 0-16,1 0-18 15,0-2-3-15,-1 0-2 16,1-1-1-16,-4-1-1 15,-2 1 1-15,1 1 7 0,-3 0 2 16,4-1 4-16,1 0-2 16,0-1-7-16,1 1-4 15,-1 0-4-15,0 2-1 16,0-3 0-16,-1-2 2 16,2 1 0-16,-3-3 0 15,4 1 11-15,1 2 2 16,-6-4 2-16,2 1-1 15,-4-5-10-15,0 2-2 0,4 0-3 16,0-1-1-16,2 1 0 16,2-1-1-16,0-2 1 15,0 2-1-15,-1 0 0 16,0-1 0-16,-1 1 0 16,-1-2 1-16,1 0 0 15,1 2 0-15,-6-3 0 16,2 2-1-16,-2 0 0 15,-1-1 0-15,2 0 0 16,-2 0-1-16,2-1 0 16,-1 0 1-16,0 0 0 15,1 0 0-15,1-2-1 16,0 1 1-16,-2-1 1 16,-1 0 0-16,-3 2 0 15,0-1 0-15,-4 2 1 0,0 1 0 16,-2 0 0-1,-1 0-1-15,2 3-1 16,-2-1 0-16,-5 0 0 0,2 4 1 16,-4-2 0-16,-1 0 1 15,1 1-1-15,0-1 0 16,0-1 1-16,0 1 0 0,-1 1-1 16,-1-1 0-16,-1 1 0 15,-2 1-1-15,4-2 0 16,-1 3-1-16,-1-1 1 15,2 2 0-15,-2-1-1 16,1 0 0-16,3-1 1 16,-2 0-1-16,-1-1 1 15,1 1-1-15,-3 1 1 16,1 1-1-16,1-2 7 16,1 1 2-16,2-2 3 15,-2 0-1-15,-1 0-5 16,1-1-2-16,0 1-1 15,1 0-1-15,2 0 0 16,-4 2 0-16,0-2 0 16,1 0 0-16,-3-2-1 15,4 0 1-15,-1-1 1 16,0 2 1-16,-2 1 3 16,1 1 2-16,1 0 0 0,-4-1-2 15,0 1-3-15,1-1-1 16,-2 0-1-16,1 1 0 15,3 2-1-15,-3 0 1 16,2 0-1-16,0 1 0 16,-1-1-1-16,1-1 0 0,-2 0 1 15,1 1-1-15,0 1 0 16,1 0 1-16,0 3-1 16,1-2 1-16,-1 0 0 15,0 1-1-15,-1-2 0 16,1 2 0-16,0-1-1 15,1-2 1-15,-1-1 0 16,1-2 0-16,1 2 0 16,0 2 0-16,-1-2-1 15,1 3 1-15,-2-2 0 16,1 1 0-16,-1 1 0 16,1-2 0-16,0 3 0 15,-1 0 0-15,0 1 0 16,1 0 0-16,1 0 0 15,-2-1 0-15,1 1 0 16,-1-1 0-16,1 2 0 16,1 0 0-16,0 1-1 15,-1 0 1-15,0 2 0 0,0 1 0 16,0 0-1-16,1 0 1 16,0 0 0-16,0 0 0 15,-1 0-1-15,0 1 1 16,1-1 0-16,0 0-1 15,-1-2 1-15,1 2 0 16,0-2 0-16,-1 0 0 0,1 2-1 16,0 0 1-16,-1 0-1 15,0-2 1-15,1 2 0 16,-1-2 0-16,0 1-1 16,1 1 0-16,-1 1-2 15,1-1 0-15,0 0 1 16,0 0 0-16,0 0 2 15,0 0 0-15,0 0 0 16,0 0 0-16,0 1 1 16,0-1-1-16,0 0 1 15,0 0-1-15,0 0 0 16,0 0-1-16,0 0-22 16,0 1-26-16,0-1-113 15</inkml:trace>
  <inkml:trace contextRef="#ctx0" brushRef="#br0" timeOffset="57827.43">7350 7766 363 0,'1'-1'191'0,"-1"1"-38"0,2 2-103 0,-2-2-56 0,0 0-5 0,0 0-12 0,0 0-3 0,0 0 1 16,0 0 5-16,0 1 23 16,0 0 17-16,1 1 23 15,-1-2 8-15,0 0 10 16,0 0-7-16,7 3-16 16,2 0-8-16,28-1-15 15,-21-6-6-15,4 0-6 16,0 0-2-16,0 2 0 0,1 1-1 15,-2 1 0-15,1 3 0 16,-1 3 0-16,-1 0-1 16,-1 0 1-16,-2 0 0 0,-3 0 0 15,2 0 0 1,0-1 1-16,3 3-1 0,2-2 0 16,-2 1 0-1,3 5 0-15,-1-4 0 0,0 6 0 16,-1-2 0-16,0-1 0 15,-1 2 0-15,-4 0 0 16,2 1 0-16,-2-3 1 16,1 2-1-16,1-2 1 15,1-2-1-15,0 1 0 16,2-1 1-16,-4-2-1 16,3 2 0-16,-1 0 0 15,-3 2 0-15,1-1 0 16,-1 2 1-16,0 0-1 15,0 1 0-15,2-1 0 16,-2-1 0-16,-2-2 0 16,3 0 0-16,-2 1 1 15,-1-1-1-15,1 2 0 16,1 0 0-16,-1-2 0 16,1 1 0-16,0-2 1 0,-2 1-1 15,3 0 0-15,-1 2 0 16,-1 3 0-16,1-3 0 15,0 1 0-15,2 0 1 16,-2-1-1-16,-1 1 0 16,1 0 0-16,-3-1 0 15,-1-2 1-15,1 1-1 0,-3 0 0 16,-1 0 0-16,1-1 1 16,0 1-1-16,1-1 0 15,1 1 0-15,1 1 0 16,0-2 0-16,-1 3 0 15,1-2 0-15,-1 2 0 16,-3 0 0-16,3 1 1 16,-2 0-1-16,1 0 0 15,2 0 0-15,-2-1 0 16,0-2 0-16,-1 0 1 16,1 2-1-16,-1-1 1 15,0 3-1-15,-1-2 0 16,0-1 0-16,2 1 0 15,0-1 0-15,0 0 0 16,2 1 0-16,-1-2 0 16,1-2 1-16,0-1-1 15,1 3 0-15,1-4 0 16,1 1 0-16,0 2 0 0,0-5 0 16,4 3 0-16,-2-3 1 15,1 1-1-15,-1-2 0 16,1 2 0-16,0 2 0 15,-2-4 0-15,3 1 0 16,-4 1 0-16,2 0 0 16,2 0 0-16,-2-2 1 0,2 1-1 15,-1-1 1-15,1 0-1 16,-2 1 0-16,2 3 0 16,-2 0 0-1,0 3-1-15,1 0 1 0,-1 0 0 16,0-1 0-16,-2 1 1 15,-4-2-1-15,1 2 0 16,0 1 0-16,-1-1 0 16,4 2 0-16,-4 1 1 15,-2-1-1-15,2-2 0 16,-2 2 0-16,3 0 0 16,-1 1 0-16,-2 3 0 15,3-2 0-15,-1 1 0 16,-2-4 1-16,4 1-1 15,-3-2 0-15,-2 1 1 16,2 2-1-16,0 1 0 16,1 1 1-16,2-2 0 0,-1 1 0 15,2 2-1-15,0 0 0 16,1 0 0-16,-1 2 0 16,-2 0-32-16,0 2-50 15</inkml:trace>
  <inkml:trace contextRef="#ctx0" brushRef="#br0" timeOffset="59026.44">6162 7662 663 0,'-1'-1'250'0,"-4"-2"-178"0,3 1-30 0,2 2-12 0,-1-1-2 0,0 1-8 0,0-1-9 0,0 0-6 0,0 0 0 16,1 0 1-16,-1 0 1 15,-5 0 8-15,-2-1 3 16,-22-3 1-16,22 5-2 16,-1 2-9-16,2 0-4 15,1 6-5-15,3 2-1 0,1 6-1 16,2 4 0-16,1 2 2 15,0 3 0-15,4 4 0 16,0-2 1-16,-1-1 0 16,0-1 0-16,-4-5 1 15,2-5 0-15,-3-5 0 16,1 0-1-16,1-6 3 16,-1-2 1-16,1 3 14 15,-1-5 11-15,0-1 9 16,0 0 1-16,0 1-12 15,0-8-11-15,1-9-9 16,3-27-2-16,-3 20 4 16,-1 2 6-16,0-1 9 15,-3-1 4-15,1 4-1 16,0-1-4-16,2 6-10 16,0 2-5-16,1 5-5 15,1 3-2-15,2 0-1 0,-4 2 0 16,1 0-2-16,-1 2 0 15,0 0 1-15,0 0-1 16,0 1 0-16,0 0 0 16,0 0 0-16,0 0-1 15,0 0 0-15,8 2 1 16,1 0-1-16,24 11 1 16,-24-3 1-16,1-1-1 15,0-1 0-15,-2 0-2 0,1-2-3 16,1-1-8-16,-3 2-17 15,0-1-7-15,-1 0-7 16,-2-1-3-16,0 0-16 16,-1-2-23-16,-1-2-108 15</inkml:trace>
  <inkml:trace contextRef="#ctx0" brushRef="#br0" timeOffset="59759.71">6265 7627 249 0,'0'-2'160'16,"0"1"11"-16,-1 0-10 0,1 0-25 0,-1 1-16 0,0 0-37 0,0 0-18 0,0 0-26 0,1 0-7 0,0 0-4 0,-1-1-1 15,1 0-7-15,0 0-6 16,0 1-10-16,0 0-4 16,0 0-3-16,0 2 3 15,3 8 0-15,6 23 0 0,-7-20 0 16,0-1 0 0,-1 5 1-16,0-1 0 0,-1 3 0 15,0 3 0-15,-2-5 0 16,0 0 1-16,-1-6 1 15,-1-4-1-15,2-1 0 16,0-4 0-16,1 3 5 16,1-1 6-16,0-5 15 15,0 0 4-15,-1 0-3 16,0 1-6-16,0-13-16 16,0-28-4-16,4 18-2 15,1-2 1-15,2-2 0 16,0 2-1-16,0 2 0 15,-2 2 0-15,-1 2 0 16,2 3-1-16,0 0 0 16,0 2 0-16,0 0 0 15,0 3 0-15,-1 4 0 0,0-2 0 16,1 6 0-16,0-3-1 16,-2 1 0-16,0 3 0 15,1 0 0-15,0 2 0 16,-2 1 1-16,3 0 0 15,-5-1 0-15,0 0 0 16,0 0 0-16,0 0 1 16,0 0-1-16,7 7 1 0,20 24-1 15,-22-24 1-15,1 4-1 16,-2-3 1-16,-1 1 0 16,2 5 1-16,0 1 0 15,0 3 2 1,-1 2-2-16,2 0 1 0,-1-1-1 15,1 1-1-15,-1 2-7 16,0 0-41-16</inkml:trace>
  <inkml:trace contextRef="#ctx0" brushRef="#br0" timeOffset="67124.84">9056 6685 200 0,'1'-3'83'0,"2"-3"-33"0,-2 3-6 0,-4-1 4 0,2 2 2 16,0 1-13-16,0 1-9 15,1-1-13-15,-1 0-5 0,0 1-7 16,-3 0 0-16,-8 3 4 15,-21 13 6-15,18-7 12 16,2 1 4-16,-3 1 1 16,-1 2-3-16,0-1-11 15,-1 4-5-15,-1-2-4 16,1 5-1-16,-1 1-3 16,1-1 0-16,2 0-1 15,-1-1 0-15,0-1 7 16,-2-1 13-16,2 0 17 15,-3 0 3-15,2 1-3 16,0-1-13-16,0 4-16 16,2 0-3-16,-1 1-5 15,-1 0-1-15,0 4 0 16,1-2 0-16,0 0-1 16,2 2 1-16,0-3-1 15,0 1 0-15,1-1 0 16,0 0 0-16,1-2 0 0,2 2 0 15,-1 2 0-15,3 0 1 16,0-1-1-16,-2 0 1 16,3 3-1-16,0 0 0 15,1-3 0-15,3 2-1 16,-1-4 1-16,-3-2 0 16,5 3-1-16,-2-4 1 0,-1 1 0 15,6-1 0-15,-3-1 0 16,1 0 0-16,2-1 0 15,-2 1-1-15,2 2 0 16,0 0 0-16,1 2 1 16,0 1 0-16,3 0 0 15,1 0-1-15,0 1 1 16,2-2-1-16,-3 3 1 16,1 0-1-16,1 0 1 15,0 0 0-15,0-1 0 16,-1-2 0-16,2-1 0 15,-2 2 0-15,1-2 0 16,0 1 0-16,-1-4 1 16,0 1-1-16,2 1 1 15,0-1-1-15,-1 0 1 16,0 1 0-16,0-3-1 16,1 0 1-16,-1-1-1 15,1 0 1-15,-1-1 0 0,0-2 0 16,0 0 2-1,-3-4 0-15,1 2 1 0,2-1-1 16,-2-2 0-16,2 2 0 16,-2-2-1-16,0 1 0 15,-1 0-1-15,2 0 0 16,-2 1-1-16,0-3 1 0,1 2 1 16,-1-1-1-1,-1 0 3-15,2 3 1 0,-3-2 1 16,3 0 2-16,-3 3-1 15,0-2-1-15,1 1-2 16,-1 0-1-16,0 0 0 16,1 0-2-16,-1-1 0 15,2-1 0-15,1 2 0 16,0-2 0-16,2 4-1 16,0-2 1-16,2 1-1 15,-1 2 0-15,-1-2 0 16,3 2 0-16,1 0 0 15,-1 0 0-15,4-1 0 16,-3 4 0-16,-3-4 0 16,5 3 0-16,1 1 0 15,2-3 0-15,5 3 0 0,-3-2 0 16,1-1 0-16,0 1 0 16,2 0 0-16,0 0 0 15,2 1 1-15,2-2-1 16,1 4 0-16,1 1 0 15,-1 0 0-15,-1 0 0 16,2 2 0-16,-3-1 0 16,1 2 1-16,-1-1-1 0,-1 2 0 15,2 1 0-15,0-3 1 16,-1 1-1-16,-1-7 0 16,-2 0 0-16,0 0 1 15,-1 1-1-15,1 1 0 16,-1 0 0-16,0 1 0 15,2-2 1-15,-2 0-1 16,-1 2 0-16,-1-2 0 16,0 0 0-16,-4 0 1 15,2 2-1-15,0 0 1 16,-1 0 0-16,2 1 0 16,-1-1-1-16,-2-1 1 15,0 2-1-15,0-6 1 16,0 2-1-16,1-3 1 15,1 0 0-15,-1-3-1 16,2-1 0-16,-1 2 1 16,1 0-1-16,3 1 0 15,-4-2 0-15,3-2 0 0,1 0 0 16,0-1 0-16,2 2 1 16,-3-2-1-16,0-4 1 15,0-1-1-15,1 0 1 16,2-1 0-16,1-1 0 15,4-1 0-15,-2-1 0 16,4-5 1-16,0 2 0 0,1-4-1 16,1 3 1-16,3-4 0 15,-1 2 0-15,-2-5 3 16,-2-1 0-16,1 0 4 16,0-1 1-16,5 1-1 15,2-3-2-15,1 0-3 16,0-1 0-16,2-1-3 15,1 0 2-15,-4 0-1 16,0 0 0-16,-5 0 0 16,-4-1 0-16,2 0 0 15,1-2-1-15,1-1 0 16,1 0 0-16,1 0 1 16,0 3-1-16,3-1-1 15,-3-2 1-15,-3-1 0 16,-3-2-1-16,-2 2 0 15,1 1 1-15,2 0 1 16,0 0 0-16,0-2 2 0,0 0 1 16,-1 1 1-16,1 0-2 15,0-1 0-15,-2-3-1 16,-1-4-1-16,-1-4 0 16,-5 0 0-16,0 1-1 15,-1 2 1-15,-4 0 1 16,-1 3 0-16,0-1 2 15,-2 0 2-15,0-1 4 0,-3-6 2 16,-1-2 1-16,-2-3-2 16,2 1-4-16,-4 3 3 15,0 4 5-15,-5 1 50 16,-4 2 5 0,-2-2-5-16,-1-3-5 0,-2-5-50 15,-2 0-6-15,1-2-3 16,4 3 0-16,-5 3 3 15,4 2 9-15,-7 3 6 16,0-1 5-16,-1 0 3 16,-6 0-5-16,2-3-3 15,-4 2-6-15,-1 1-6 16,1-1-4-16,-1 2-3 16,-2 2-1-16,2 2 0 15,-3 0 1-15,-1 1 3 16,3 0 1-16,-1 0 1 15,-1-3-1-15,-2 1-1 16,-5-2-2-16,-1 0-1 0,-2 2 0 16,0 5-1-16,1 0 0 15,0 3 1-15,1 0-1 16,-1-1 0-16,0 2 0 16,-2-3 0-16,-2 1 0 0,0 0 0 15,0-2 0-15,4 4 0 16,-1 0 0-16,4 2 0 15,1 5 0-15,3-1 0 16,1-2 0-16,-4 3 0 16,0-1 0-16,0 6 0 15,-1-1 0-15,3 3-1 16,2-2 1-16,1 0-1 16,3 3 0-16,2 1 0 15,1 1 0-15,-3 0 0 16,1 4 0-16,-4-1 0 15,-2 3 0-15,1-1 0 16,-1 2 0-16,2 2-1 16,0-1 0-16,3 4 1 15,0-3 0-15,2 2 0 16,2 0 1-16,3 0 0 16,3 0 0-16,-1-1-2 15,-1 3 1-15,1 0-1 0,-2 1-1 16,-2 2 2-16,1 1-1 15,-1-2 1-15,-1 1 1 16,2 1 0-16,0-2 0 16,2 1 0-16,0-1 0 15,2 0 0-15,2 1 0 16,-2-1 0-16,3 2 0 0,-2 0 0 16,1 0-1-16,3 2 1 15,-2-2 0-15,0 4 0 16,-1-3 0-16,0-1 0 15,0 2 0-15,3-4 0 16,-2-1 0-16,0 0 1 16,0-3-1-16,0 1 1 15,2-1 0-15,0-2-1 16,0 3 0-16,2-1 1 16,-1-1-1-16,3 1 0 15,-1-1 0-15,-2 2-1 16,1 0 1-16,-1 1-3 15,0 0-4-15,1 3-53 16,-1 3-49-16</inkml:trace>
  <inkml:trace contextRef="#ctx0" brushRef="#br0" timeOffset="69358.67">10649 6328 242 0,'0'-4'101'0,"1"-5"-48"0,2-2-43 0,0 4-10 0,1 0 1 0,-2 0 4 0,0-2 34 15,-3-1 63-15,0 1 26 16,-1-1 33-16,0 0-24 16,1 0-50-16,-1 0-22 15,2 1-26-15,-1-1-6 0,1 1-3 16,0 3-1-16,0 2-1 15,0-1-2-15,0 2-7 16,0 1-4-16,-1 1-10 16,1 0-3-16,0 1-2 15,0 0-3-15,0 0 2 16,0 0-1-16,0 0 1 16,0 0 1-16,0 0-1 15,0 0 0-15,1 6 0 16,3 6 1-16,8 25 0 15,-8-21-1-15,3 5 1 16,1 0 0-16,-1 3 0 16,0 1 0-16,-1-3 0 15,0 1 1-15,-2-3-1 16,1-1 1-16,0 2-1 16,1 0 1-16,0 3-1 0,-1-2 1 15,0-6-1 1,0-1 0-16,0-3 1 0,1 2-1 15,-2-1 0-15,2 0 0 16,-3-1 1-16,1-2-1 16,-1 2 0-16,0-1 1 15,-1 0 0-15,-1-2 0 16,0-1 0-16,1 2-1 0,0-2 0 16,-1 1 0-16,3 0 0 15,-1-1 0 1,0 0 1-16,0-3-1 0,-2 1 0 15,2-1 0-15,0-3 0 16,3 5 0-16,-1-7 0 16,1 3 0-16,2 0 0 15,-1-3 0-15,1 3 0 16,3-1 0-16,0-2 0 16,-1 0 0-16,3-1 0 15,1-2 0-15,2-2 0 16,3-1 1-16,1 0-1 15,-1-3 1-15,1 3-1 16,0-1 1-16,-2-1-1 16,0 1 1-16,-5-1 1 15,1 3-1-15,-3-1 1 16,1-1 0-16,-5 1 0 16,1 2-1-16,-3 1-1 0,1 0 0 15,-1 2 0-15,-3 0-2 16,3 4-8-16,-4 1-37 15</inkml:trace>
  <inkml:trace contextRef="#ctx0" brushRef="#br0" timeOffset="92138.64">4447 5318 397 0,'-2'-1'167'0,"-1"-7"-94"0,-2 2-39 0,5 2-26 0,0-1-2 0,-2 1 12 16,2-1 10-16,-5-3 15 16,0-2 6-16,4 1 0 15,-3 3-2-15,4-1 0 16,0 3 0-16,-2-2-5 15,2 2-5-15,-4 1-16 16,4 0-8-16,2 6-13 16,-2-3-4-16,0 0-2 15,0 0 0-15,5 10 3 16,11 29 1-16,-11-18 2 16,-3 0 0-16,-1 1 1 15,-1 1 0-15,0 2 0 16,-2-1 1-16,0 1-1 15,0-1 0-15,1-2 0 16,-2 1-3-16,5 1-59 16,-4-1-46-16</inkml:trace>
  <inkml:trace contextRef="#ctx0" brushRef="#br0" timeOffset="92722.29">4734 5150 186 0,'0'2'133'0,"0"-1"1"0,2 1-49 0,-3-2-55 0,0 0-13 0,0 0-9 15,0 0-3-15,0 0-3 16,1 0 0-16,-1 0 22 16,1 0 11-16,-1 0 17 15,0 0 4-15,0 3-19 0,-1 1-12 16,0 3-17-16,-1 2-2 16,-11 19-1-16,8-17 0 15,0 2 1-15,-2-1 1 16,-3 2 0-16,1 2 2 15,-1 3 4-15,-3 2 2 16,-1 0 4-16,1-1-1 0,-1-1-5 16,4-2-4-16,2-1-4 15,0 0-2-15,1-3-1 16,0 0-1-16,1-2-1 16,0-1-1-16,3 0-41 15,-1-1-32-15,3-3-106 16</inkml:trace>
  <inkml:trace contextRef="#ctx0" brushRef="#br0" timeOffset="93104.73">4571 5484 413 0,'0'0'202'0,"0"0"-82"16,0 0-52-16,0 0-55 0,0 0-11 15,0 0-2-15,0 0 0 16,0 0 1-16,0 0 1 16,0 0 1-16,0 0 1 15,0 0 5-15,0 0 1 16,0 0-1-16,4 0 1 15,3 0-6-15,2 2-1 0,27 9-1 16,-23-4 0-16,3 0-1 16,1 2 1-16,-3 0 0 15,6 0 0-15,-8 0-1 16,2-1 1-16,-6 2-1 16,-2-3 0-16,3 3 0 15,-4-3-1-15,2 0-27 16,-1 3-46-16</inkml:trace>
  <inkml:trace contextRef="#ctx0" brushRef="#br0" timeOffset="93688.4">4926 5367 322 0,'-2'0'149'0,"-2"1"-43"0,3 0-96 0,1-1-11 0,0 0-14 0,0 0 1 0,0 0 0 16,0 0 2-16,0 0 18 15,0 0 20-15,0-1 31 16,0 0 12-16,0 0 7 16,4-2-11-16,2 0-25 15,25-18-12-15,-22 15-15 16,2 1-4-16,1 2-5 15,-2 0-1-15,1-3-1 16,0 2 0-16,-3-1 0 0,3 1 0 16,-4 0 1-16,2-3 0 15,-1 1-1-15,0-1-7 16,-1 3-53-16,-1 1-51 16</inkml:trace>
  <inkml:trace contextRef="#ctx0" brushRef="#br0" timeOffset="94306.23">5047 5529 269 0,'1'0'110'0,"4"0"-63"0,-3 0-35 0,-2 0-27 0,0 0-17 0,0 0-7 0,1 0-1 0,2 0 17 16,-2 0 23-16,0 0 56 15,1 0 20-15,-2 0 20 16,0 0-6-16,0 0-44 16,0 0-12-16,0 0-6 15,0 0 0-15,0 0-3 16,1 0-7-16,1 0-7 16,-2-1 5-16,0 0 7 15,5-1 2-15,3-1-4 16,22-15-5-16,-20 11-7 15,-1-2-3-15,-4 2-1 16,1 1 0-16,-1 3-1 16,-3-3 0-16,2 3 0 15,-3-1-1-15,0-2 0 16,3 2-26-16,2-3-95 16,1-2-96-16</inkml:trace>
  <inkml:trace contextRef="#ctx0" brushRef="#br0" timeOffset="95254.4">5348 5169 522 0,'-4'-3'221'0,"-3"2"-114"15,3-2-89-15,2 3-42 0,1 0-75 0,1-1-31 0,0 0 0 0,0 0 25 16,0 1 107-16,-1-5 65 15,0-5 54-15,-2-23 14 16,2 26-30-16,1-2-32 0,5 2-46 16,1 2-14-16,5-2-12 15,3 0-1-15,1 1 1 16,4 1-1-16,-2 3 0 16,0-1-1-16,-2 2-4 15,-4 1 0-15,0 0 0 16,-1 0 1-16,-3 2 1 15,0 0 1-15,-2 1-1 16,-2 2 1-16,1 4-1 16,-1 1 0-16,-2 5-1 15,-1 1-1-15,-4 4-3 16,-1 1 1-16,-4 0 0 16,2-1 2-16,-1-2 4 15,0-2 1-15,3-1 0 16,-3-2 0-16,4-6 0 15,1-2 0-15,2-1-1 16,2-4-2-16,2 1 1 16,-3-1 0-16,0-1 1 0,1 1 0 15,12-5-9-15,25-10-11 16,-20 6-15-16,3-1-2 16,1 4 7-16,-2-1 11 15,-1 1 15-15,1 3 2 16,-3 3 1-16,-1 1 0 15,-2 1-1-15,-3 2 1 0,-3-1-1 16,-2 2 2-16,-2 3 13 16,-4-1 11-16,-4 5 23 15,-2 0 7-15,-7 7 4 16,-3 0-2-16,-7 0 4 16,-1 2 6-16,-2-5 5 15,-1 2-2-15,2-4-21 16,0-2-12-16,2-3-19 15,4-3-5-15,0-1-6 16,1-4-13-16,2-4-109 16</inkml:trace>
  <inkml:trace contextRef="#ctx0" brushRef="#br0" timeOffset="99054.459">17772 4884 384 0,'2'0'134'0,"2"0"-122"0,-1 2-3 0,-4-2-8 0,1 0 3 0,-1 0 6 15,0 2 9-15,2 7 21 16,2 16 4-16,3-12 0 15,-2-1-8-15,3 2-19 16,-1 5-6-16,-5-3-4 0,0 2-1 16,-1 0-2-1,2 1 0-15,2 1-2 16,-1-2-12-16,-3 4-96 16</inkml:trace>
  <inkml:trace contextRef="#ctx0" brushRef="#br0" timeOffset="99508.25">18031 4775 478 0,'-1'1'185'0,"-4"0"-142"16,4 3-12-16,1-4-24 15,-1 0-1-15,0 0 38 0,0 0 16 16,0 0 16-16,0 0 2 16,0 0-35-16,1 0-13 15,-4 7-16-15,-2 6-6 16,-9 25-1-16,8-15 0 16,1-1 2-16,-1 2-1 15,-3-1-1-15,1 0-1 16,-2 2-1-16,0-3-1 15,2-1 0-15,2-2-1 16,0 0-5-16,0 0-30 0,3 1-148 16</inkml:trace>
  <inkml:trace contextRef="#ctx0" brushRef="#br0" timeOffset="100072.02">17961 5072 136 0,'0'0'33'0,"-2"1"-45"16,-1 2-1-1,2-3 2-15,0 0 34 0,1 0 24 16,-1 0 51-16,0 0 19 16,0 0 5-16,-2 0-16 15,0 0-42-15,1 0-20 16,1 0-24-16,-1 0-5 16,1 0-2-16,0 0 6 15,0 0 11-15,0 0 2 16,0 0-2-16,1-1-6 0,-1 0-9 15,0 0-2-15,0 0 3 16,0 0 0-16,0-1 2 16,1 2-2-16,0-2-5 15,0 1-3-15,5-2-5 16,2-2-1-16,27-3 0 16,-20 14 0-16,1 0-1 15,-2-2 2-15,0 2 0 16,0-1 0-16,-3 0 0 15,1 3 1-15,1-1-18 16,0 3-60-16</inkml:trace>
  <inkml:trace contextRef="#ctx0" brushRef="#br0" timeOffset="100454.38">18256 4941 485 0,'-1'0'183'0,"-1"0"-131"0,2 0-45 0,0 0-2 0,0-1 6 0,0 0 17 0,0 0 32 16,0 0 15-16,0 0 12 15,0 0-12-15,3-5-26 16,4-3-15-16,25-23-22 16,-21 24-5-16,0-3-3 15,1 3-2-15,0 0 1 16,1 0-1-16,0 2-1 0,-1 1-12 16,2 0-81-16,-3 2-66 15</inkml:trace>
  <inkml:trace contextRef="#ctx0" brushRef="#br0" timeOffset="100823.51">18337 5056 425 0,'0'-1'193'0,"-2"-2"-95"15,2 1-44-15,0 1-21 16,0 0-2-16,0 0 20 15,0 0 12-15,0 0 5 16,3-4 1-16,3-3-14 16,24-20-10-16,-20 19-22 15,3-2-6-15,-1 1-10 16,1 0-3-16,3 1 0 0,1 2 0 16,-2-2-54-16,0 3-69 15</inkml:trace>
  <inkml:trace contextRef="#ctx0" brushRef="#br0" timeOffset="101372.12">18614 4771 708 0,'-2'1'264'0,"-3"0"-211"16,4 1-12-16,0-2-16 15,0 0-11-15,1-1-8 16,0 0-2-16,0 0-1 0,0 1 1 16,0 0 0-16,0 0 0 15,0 0-2-15,3 1-1 16,8 2 0-16,23 15 0 16,-22-11 0-16,1 2 0 15,1 0-1-15,-1-2 1 16,4 0-1-16,-2 0 1 15,0 2 1-15,-3 3 0 16,-4 3 2-16,-3 0 1 16,-3 1 2-16,0-1 1 0,-2 0 4 15,-2-2 2 1,-4 0 0-16,-2-2 1 0,-1 1-4 16,-1-1-1-16,-2-1-3 15,-1 1 0-15,0-5-7 16,1-2-18-16,3-4-83 15,1 0-83-15</inkml:trace>
  <inkml:trace contextRef="#ctx0" brushRef="#br0" timeOffset="101637.59">18708 4619 623 0,'1'-3'212'0,"5"-3"-183"0,4 1 9 0,1-3 12 0,2 1 4 0,-2-4 0 0,1-2-2 15,3-5-3-15,2 2-3 16,0-2-16-16,0 2-9 15,-3 1-13-15,-1-1-3 16,-4 1 1-16,-1 1-31 0,-1 5-157 16</inkml:trace>
  <inkml:trace contextRef="#ctx0" brushRef="#br0" timeOffset="102870.709">17820 4890 106 0,'1'-3'89'0,"2"-3"10"0,-3-1-19 0,2 0-6 0,0 0-15 0,-3-1-5 0,4 2-13 0,-3-1-3 0,0 1 2 15,3 4 7-15,-3 0 14 16,3-1 1-16,-3 3-14 15,0 0-14-15,-1 0-24 16,0 0-6-16,0 0-3 16,1 0-1-16,0 3 1 15,0 4-1-15,-1 3 1 16,-5 25 0-16,3-22-1 16,2 3 1-16,0 3-1 15,1 2 1-15,0 5-1 16,-1 1 1-16,-1 1-1 15,2 3 1-15,1-1-1 16,2-2 0-16,1 0 1 16,-1-3-1-16,0-1 1 15,0-2 0-15,0-4-1 0,-2-2 0 16,1-6 1-16,-2 1-1 16,0-3 1-16,0 2 1 15,1-4 0-15,-1 0 2 16,-2-4 1-16,2-2 1 15,-1 3 1-15,0-3-1 16,0-1-3-16,1 0 0 16,0 0-3-16,0-2 0 0,0-14 1 15,-2-27 2-15,3 20 6 16,-1-4 2-16,1-6 1 16,4-2-1-16,-2-4-2 15,-1 0 7-15,-3 2 8 16,1 3 7-16,0 6 6 15,0 4-3-15,1 9-5 16,-2 2-4-16,1 6-8 16,1 5-4-16,-1-3-7 15,0 8-1-15,1 2-5 16,0 1 0-16,0 11 0 16,-2-1 0-16,0 8 0 15,-2 3 1-15,0 3-1 16,1 3 1-16,1 2-36 15,3 2-36-15,1 2-197 16</inkml:trace>
  <inkml:trace contextRef="#ctx0" brushRef="#br0" timeOffset="113469.25">17032 11453 146 0,'2'1'73'0,"-3"-1"-50"0,1-1-31 0,0 0-48 0,-1 0-10 15,1 1 19-15,0-1 35 0,0 0 81 16,-1 0 33-16,0 0 41 15,0 0-3-15,0 0-40 16,1 1-25-16,-1-1-40 16,-1-2-13-16,0 0-14 15,1 1 4-15,1 0 8 16,-1 1 4-16,0 0 7 16,-1-2-3-16,1 2-7 15,0 0-5-15,0-2-7 16,0 2 0-16,-3-5 13 15,-1-2 11-15,-16-20 15 16,17 21 3-16,-1 2-7 16,1 1-9-16,-1 1-17 15,0-3-6-15,3-1-7 16,-2 0-2-16,0 2-2 0,2 2 0 16,-2 1-1-1,-1-3 1-15,1-1 0 16,-3-1 1-16,0-1 0 0,-1 2 4 15,1 1 11-15,-3-3 3 16,2 4 8-16,0-2 2 16,0 1-2-16,1-2-1 15,-3 2-5-15,1 2-3 16,-2-3-5-16,2 2-1 0,0 0-3 16,0-3-1-16,0 2-2 15,1 1 0-15,-3-4 0 16,3 2 1-16,-4-3-1 15,2 0-1-15,1 1 0 16,1 1-2-16,0 1 0 16,0-1-1-16,1 0-1 15,0 2 0-15,0 0-1 16,2-2 0-16,-4-1 0 16,0-1-1-16,1 1 1 15,0 1-1-15,3 1 1 16,2-2 0-16,-2 4 0 15,-2-2 1-15,1 1 1 16,-3 0 1-16,2-3-1 16,0 0 0-16,0 0-2 15,1 0 0-15,-1-1 1 0,0 1 0 16,1-1-1-16,0 1 1 16,1 1 0-16,0 0-1 15,-2 0-1-15,1 0 1 16,-2-4-1-16,0 2 1 15,0-2-1-15,-1-1 1 16,0 1-1-16,0 0 1 16,0 0-1-16,1 0 1 15,-1 2 0-15,0-4 0 0,1 1 0 16,0 0 1-16,-2-6 1 16,-1 4 1-1,2-2 1-15,0 0 0 0,1 2 1 16,3 3 2-16,-3 0 4 15,-1-1 1-15,-1 3 2 16,-1-4 0-16,1 0-3 16,-2 0-1-16,-2-4-3 15,1 3-3-15,-2-3-2 16,0 2 0-16,1 2-1 16,-1 0 0-16,-2 1 3 15,0 1 2-15,-3 2 2 16,4 0 0-16,-3-1-1 15,1 0-3-15,1 1-2 16,-3-2-1-16,1 1-1 16,1-2 0-16,0-2-1 0,1 0 1 15,-2 2-1-15,0 1 1 16,-6 1 0-16,-4-1-1 16,-2 1-5-16,-4 0-3 15,2 3-2-15,1 0 0 16,-2 0 6-16,3 2 0 15,-2-1 1-15,3 3 0 16,1 3 1-16,0-1-1 16,1 2 1-16,-1 1 1 15,-3 0-1-15,0 1-1 0,0 0-2 16,0 0-2-16,1 2-3 16,2 1 1-16,0 2 1 15,3-1 2-15,-3-1 4 16,4 1 2-16,-5 0 0 15,-5-2-1-15,-2 2 1 16,-2-2-2-16,4 2 1 16,3 0 0-16,4-1 1 15,1 6-1-15,3-5-1 16,2 4-6-16,1 3-6 16,-1-6-2-16,2 6-4 15,-1 0 6-15,1 0 5 16,0 1 2-16,-3-2 4 15,3 4 2-15,0-3 1 0,1 3-1 16,2 0 1-16,0-2 0 16,2 1 0-16,1-2 1 15,2 0-1-15,1 0 0 16,3-2 0-16,1 1 0 16,0 0 0-16,0 2-1 15,-2 0 1-15,1 2 0 16,-2-2 0-16,0-1 0 15,-1-2 1-15,0 2 2 0,0 2 1 16,0-1 0-16,3 3 0 16,-4-4-1-16,1-3-2 15,1 1 0-15,-3-1-1 16,2-3 1-16,-1 5-1 16,-1-1 0-16,-1 0 0 15,0 2 0-15,-1 2 0 16,4 0 1-16,-1 1 3 15,1-2-1-15,-1 0 4 16,-2 0 1-16,4 0-2 16,1 2 0-16,-1-1-2 15,5 2-2-15,-1-3 0 16,0-1-1-16,1 0 0 16,1-4 0-16,-1 3 0 15,1 0-1-15,0 1 1 16,1 2-1-16,1 1 0 0,1 0 0 15,-1 3 0-15,2 0 0 16,0-1 0-16,0 1 0 16,2 1 0-16,2-1 0 15,1 4 0-15,2 2 0 16,0 3 0-16,0 3 0 0,1-1 0 16,-1-1 0-16,2-1 0 15,-2-1 0 1,2-3 0-16,-1 1 0 0,-1-3 0 15,0-1 1-15,-2 0-1 16,-2 0 0-16,1-1 0 16,0 0 1-16,0 1-1 15,1-1 0-15,2 4 1 16,-1 0-1-16,4 1 0 16,0 1 1-16,0-4-1 15,1 2 0-15,0-1 0 16,0-2 1-16,2 3-1 15,0 1 0-15,1-1 0 16,0 1 0-16,-2-2 0 16,1 0 0-16,0-1 0 15,0 1 0-15,0-2 0 16,3 0 1-16,-1-2 0 16,3 1 0-16,-2-8 0 15,1 4 0-15,-2-3 0 0,2-2 0 16,0 5 1-16,-1-6-1 15,2 2 0-15,1 1 1 16,2 1 0-16,2-2 0 16,-3 0 1-16,-4-2 1 15,0-3 0-15,-5 0-1 16,4 0 0-16,1 0-1 0,-2-2 1 16,5 0 0-1,-4-3 0-15,4 0 0 0,3 0 0 16,0-1-1-16,-1 2 1 15,3 2-1-15,-1-3-1 16,1 2 0-16,2-3 1 16,-2 0-1-16,1-1 0 15,0 0 1-15,-5-1 0 16,5 1 0-16,-4-1 0 16,-1 1 0-16,3 0-1 15,-2 0 0-15,2 1 0 16,2-1 0-16,1 0 0 15,-1-1-1-15,4 3 1 16,-1 0-1-16,0 1 1 16,1 2 0-16,-4-3-1 15,0 2 0-15,0-2 1 16,-2-1 0-16,1-1 0 0,0-1 0 16,-1 0 0-16,0 0 0 15,2-1 0-15,0 1-1 16,2-1 1-16,0-1-1 15,-1 1 1-15,1-1 0 16,-1 1-1-16,-1-2 1 16,-1-2-1-16,-5-2 1 15,3-3 0-15,1-2 0 16,1 0-1-16,2 0 0 0,-1 1 0 16,0-1 0-16,1 1 1 15,-1-2 0-15,2-1 0 16,-2-1 0-16,2 0 1 15,-1 2-1-15,-5 0 0 16,4 0 0-16,-4-1 0 16,-1-1 0-16,3-1 0 15,-3-2 1-15,2 2-1 16,-2 0 1-16,0-4-1 16,1 1 1-16,1 0 0 15,-2-3 0-15,3 3 0 16,-1 0 0-16,-2-1 0 15,-1-2 1-15,-3 1-1 16,-1 0 1-16,-2-1 1 16,0 3-1-16,-2-2 1 0,3 2-1 15,-4 0-1-15,3 0 0 16,3 2-1-16,-7-6-1 16,5 4 1-16,-2-1-1 15,-1-2 1-15,2 3 0 16,-2 0-1-16,1-1 1 15,-3 1-1-15,0 3 1 16,0 1 0-16,-1 0-1 16,1 1 1-16,-1-2 1 15,-1-1-1-15,1 2 1 16,0-1-1-16,1 3 0 0,-1-2-1 16,0-1 1-16,-2 1 0 15,0-3 0-15,-2 1 0 16,1 1 0-16,0 1-1 15,1 4 0-15,0 0 1 16,1 0-1-16,-4-1 1 16,-2 1 0-16,2 2 0 15,-2-2 1-15,-1-2 0 16,4 1 0-16,-3-2 0 16,3 3-1-16,-3-3 0 15,2 3-1-15,-4 1 1 16,-1 0 0-16,1 2 2 15,-1 1 1-15,1 1 5 16,-1-2 0-16,1 4 1 0,1-2 0 16,-2 1-5-16,0 1-2 15,0 0 0-15,-1 3-1 16,3-3-1-16,-2 1 0 16,-1 0-2-16,2-2-6 15,-2 2-29-15,0 1-32 16,1-2-381-16</inkml:trace>
  <inkml:trace contextRef="#ctx0" brushRef="#br0" timeOffset="117071.05">14397 10240 330 0,'0'-1'175'0,"-1"-1"-50"0,0 0-32 0,0 1-40 0,0 0-8 0,0 0 3 16,0 0 7-16,0 1 2 16,1 0-3-16,-1 0-4 15,-5 0-4-15,-2 1-9 0,-20 4-5 16,22-2-16-16,3-1-5 15,0 0-6-15,0 0-1 16,3-2 0-16,-1 0-1 16,0 0-1-16,1-1-2 15,0 0-1-15,0 1-1 16,0-1 2-16,0 0 0 16,9-3 0-16,26-7 0 0,-21 6 0 15,0 2 0 1,2 1-1-16,-2-1 0 0,2 4 1 15,2 1-1-15,-5 2 0 16,2 1 0 0,-5 0 0-16,-2 2 0 0,3 2 0 15,-6 0 0-15,-1 1 0 16,-3 2 1-16,1-1 0 16,0 6 0-16,1 0-1 15,-5 0-1-15,-3-1 0 16,0-3 1-16,-4-2 1 15,4 0 0-15,0-3 1 16,-1-1 0-16,0-3 0 16,-1-2 0-16,3 1 0 15,-1-3 0-15,3-1-2 16,2-3-2-16,0 4 0 0,0-3-1 16,5-17 2-1,9-23 0-15,-5 19 2 0,-1 0-1 16,2 1 1-16,0 0 0 15,1 1 0-15,-2 2 0 16,-1 1 0-16,-1 4 0 16,-2 0 0-16,-1 1 0 15,-1 3 0-15,3-1 0 16,-3 6 0-16,-2-2 0 16,1 3 0-16,0 4-1 0,0 0-2 15,-2 1-1-15,0 0 0 16,0 0 0-16,0 0 2 15,1 5 0-15,0 5 1 16,5 27 0-16,-5-27 0 16,-2 1 0-16,0 1 1 15,0-2 0-15,1 2 0 16,1-2 0-16,1 0-2 16,-1-2 0-16,1-3-1 15,1 0 0-15,-2-2-2 16,5-1 1-16,-2-2 2 15,2 0 0-15,1-1 2 16,0 0 0-16,1-4 0 16,1 1 0-16,1-1 1 15,-1-2-1-15,1 2 0 0,-3-1 0 16,-2 1-1-16,-2 3-8 16,1 0-50-16,-1 2-64 15</inkml:trace>
  <inkml:trace contextRef="#ctx0" brushRef="#br0" timeOffset="118784.63">14835 10023 454 0,'0'0'197'0,"-3"0"-72"0,2-1-113 0,0 0-8 0,0 0-3 0,0 1-1 0,0-1 1 0,0 0 1 16,0 0 9-16,0 0 8 16,1 0 25-16,-1 0 11 15,0 1 4-15,0-7-7 16,0 0-24-16,-3-23-10 16,6 23-14-16,-1-3-1 15,4 0-2-15,1 3-1 16,-4-1 1-16,3 1-1 15,-2-3 2-15,-2 1-1 0,1-1 2 16,0 2 1-16,1 1 10 16,-3-1 7-16,2 3 12 15,2 3 8-15,-5 0 17 16,3 1 6-16,-2 1 8 16,-1-1 0-16,0 0-16 15,0 1-9-15,0 0-18 16,0 0-7-16,1 0-8 15,-1 0-4-15,-6 1-5 16,-1 1-2-16,-21 15-2 16,23-7-1-16,-4 3 0 15,3 2 0-15,-2 1 1 16,0-1-1-16,2 1 0 16,1-1 0-16,3-2 0 15,2-2 0-15,1-2 0 0,0-2-2 16,2 1-1-16,2-2 1 15,2 2-1-15,2-1 1 16,2 1 0-16,1-3 0 16,1 2 0-16,-1-3 1 15,2-1 0-15,4 4-1 16,-2-5 0-16,1 0 0 16,-1-2 0-16,-1 0 0 15,0 0 0-15,0 4 0 16,-4-2-1-16,-3 2-1 0,-1 1 1 15,-4-1-1-15,3 4 2 16,-3-2 1-16,-3-1 1 16,1 3 0-16,-3-2 1 15,-2 1 1-15,-1 0 1 16,-6-2 0-16,4 4 0 16,-1 0 2-16,-7-2-1 15,5-1 1-15,-6-1 0 16,0-1 0-16,2 0-2 15,0 0-1-15,-1-2-1 16,2 0-1-16,2 3-1 16,1-3-4-16,2 3-62 15,1-1-58-15</inkml:trace>
  <inkml:trace contextRef="#ctx0" brushRef="#br0" timeOffset="123487.07">18243 10573 437 0,'-2'-2'207'0,"0"0"-78"0,-3-6-47 0,1 2-37 0,2-1-11 0,-2-1 8 16,3 6 10-16,-4-5 21 16,2 2 4-16,-2 0-16 15,-5-5-11-15,5 4-15 16,-2 0-3-16,-1 0-2 0,4 1 1 16,-4-3-3-16,0 1-2 15,1-3-6-15,-5-1-6 16,3 1-5-16,-2-1-1 15,-4 1 4-15,3 0 4 16,-6 2 10-16,-1 0 2 16,-1 0-1-16,-1 2-2 0,-2 0-7 15,1 0-2-15,-1-2 1 16,0-1 0-16,1-2-3 16,0 0-1-16,2 0-7 15,0 0-1-15,5-1-3 16,-2 0 0-16,3 0-1 15,2 2 0-15,-3-2 0 16,-1-1 0-16,1 1 0 16,-5-5 0-16,4 3-1 15,4 0 1-15,-2-2 0 16,3 3-1-16,0-3 0 16,-1 3-1-16,3 1 1 15,0-3-1-15,2 4 2 16,0-2 1-16,0 0 2 15,-2 1 1-15,0-4 1 16,-2 0-2-16,1-2-1 0,1 1 0 16,0 1-2-16,-2 1-1 15,0 1 2-15,1 0-2 16,-4-1 2-16,-3-1 3 16,1 1 7-16,-3 1 2 15,5 3 1-15,2-1-3 16,-3 0-8-16,1-3-2 15,-1-1-1-15,-1 3-1 16,0-5 1-16,-1 1-1 16,-2 1 1-16,0-1 1 0,2 4 0 15,-1 0 2-15,2 0-1 16,-2 1-1-16,0 0-1 16,0 0-1-16,0 1 0 15,-3-2 0-15,4 1 0 16,-2 2 0-16,2-1 0 15,-2 3 0-15,-1-2-1 16,0 1 0-16,-5 2-4 16,2 0-1-16,-4 2-3 15,0-2 0-15,-2 5 4 16,1-1 1-16,0-1 3 16,0 0 1-16,1 0 0 15,0 1 0-15,2 1 0 16,-1-1 0-16,-1 0 0 15,-2-1 0-15,-2-1 0 0,0 1 0 16,0 1 0-16,5 2-2 16,-2 1 0-16,2 2 0 15,0 2 1-15,-4-2 0 16,8 3 1-16,-1 1 0 16,2-2 0-16,2 1 0 15,-1-1 0-15,-1 2 0 16,-2-1 0-16,1 3-1 15,-3-1 0-15,0 2-1 0,3 2-2 16,0 1 0-16,1 3 0 16,3 0 1-16,1 0 1 15,2-1 1-15,-2-1 0 16,1 2 0-16,1-3 1 16,1 1 0-16,2 1-1 15,0 0 1-15,-1 0 0 16,0 2 0-16,0-1 0 15,0-2-1-15,-2 0 0 16,2 0 0-16,0-1 1 16,2 1 0-16,1 0-1 15,0 3 1-15,-1 0 0 16,2-1-1-16,1 2 1 16,0 1-1-16,3 0 0 15,0 2 0-15,1 0-1 16,1 0 1-16,1 3 0 15,2 0 0-15,0 1 1 0,3-4-1 16,0-1 0-16,3-1 0 16,2-3 0-16,2 5 0 15,3 0 0-15,0-1 1 16,3 3-1-16,1-1 0 16,2 3 1-16,-2-1 0 15,-2 5-1-15,2-1 1 0,-1 3 0 16,7 0 0-16,-4-4 0 15,0-3 0-15,-2-2 0 16,-2-6 0-16,5 1 0 16,-1-1 0-16,1-5 1 15,0 2-1-15,1-1 1 16,2 2-1-16,-3-1 0 16,1 3 0-16,1-1 1 15,-7-2-1-15,3 3 0 16,2 1 0-16,-2-2 0 15,1 2 1-15,-4-4-1 16,1-1 0-16,-2-1 0 16,4 3 0-16,-1-4 0 15,-1 1 1-15,1-2-1 16,-2 0 1-16,0 1 0 16,1-1-1-16,-2 1 0 15,3 0 1-15,-2 3-1 16,2 1 0-16,0 0 1 0,0 0-1 15,-1 2 1-15,0-1-1 16,-3 2 0-16,-1-3 0 16,1 0 1-16,-6-1-1 15,4 1 1-15,3 0-1 16,-2 1 0-16,1 0 0 16,-1 0 0-16,-1 2 0 0,2 0 0 15,-1 1 1-15,3-1-1 16,-2-2 0-16,1 1 0 15,3 2 0-15,-2-1 0 16,-2 0 0-16,1-4 0 16,-1-1 0-16,3-2 0 15,0 2 0-15,1-1 0 16,-1-3 0-16,3 3 0 16,-2-3-1-16,1 0 0 15,2 1 0-15,-2-3 1 16,1 0 0-16,1-2 0 15,2-1 0-15,1 0 0 16,0-2 1-16,1 0-1 16,-1-2 1-16,6 0 0 15,0-1-1-15,3-1 2 16,2 3-1-16,-1-7 1 16,-3 2 0-16,-4-3 0 0,-4-2-1 15,1 0 0-15,4 2 0 16,-2-3 0-16,3 2 0 15,-3 1-1-15,-1-1 0 16,3 4 0-16,0 0 0 16,-1-1 1-16,0 1 0 15,-2-1 0-15,0-1 0 16,-2-1-1-16,0-2 1 16,-1-1 0-16,-1-1 0 0,1 2 0 15,2-1 1-15,-1-1-1 16,-1 1 0-16,0 0 0 15,2 2 0-15,0 2 0 16,-2-2 0-16,3-1 2 16,-1-2 0-16,0 1 1 15,0 1-1-15,-5-3-1 16,-1 1-1-16,0-1 1 16,-2 0 1-16,1 1 5 15,-2-1 2-15,-4-1 1 16,4 1 0-16,-4-1-3 15,2 1-3-15,-1 0-2 16,-2-2 1-16,-1 3 8 0,0 0 3 16,-4-4 7-16,-1-2 2 15,-3-1-3-15,0-2-1 16,-2 0-6-16,-2 2-4 16,-1-2-5-16,-3 2-3 15,0 2-13-15,-2 0-13 16,-1 3-44-16,-1 1-43 15,1-4-289-15</inkml:trace>
  <inkml:trace contextRef="#ctx0" brushRef="#br0" timeOffset="124717.54">15852 9222 432 0,'2'0'190'0,"3"-1"-62"0,1 0-75 0,1-4-20 0,-1-1 0 0,-2 1-15 0,-2 0-5 0,-1 2 36 0,-1-1 19 16,-3 1 22-16,-1-1 6 16,-1 1-36-16,3 1-18 15,-3-2-23-15,1 0-7 16,1 2-9-16,-3 1 0 15,1-1 0-15,1 1 0 0,-1 1 3 16,1 0 2-16,0 1 5 16,-1-1 2-16,1 0 5 15,-2 0 0-15,0 2-3 16,0-2-1-16,0 4-6 16,0 1-4-16,1 3-3 15,0 3-2-15,-1-1 0 16,0 0 0-16,-1 2-1 15,1 1 1-15,2 3-1 16,-1-3 0-16,3 2 0 16,0 1 0-16,0 2-1 15,2-1 0-15,0 0-1 16,3-2 0-16,3-3 0 16,1-1-1-16,4-3 2 15,-1-1-1-15,0 0 1 16,3 2 0-16,-1-4 0 0,1-1 1 15,1 1 0-15,2 0 0 16,-1 1 0-16,-1 0 0 16,0-1 0-16,-4 2 0 15,-3-1 0-15,1 1 1 16,-4 3 1-16,-3-5 0 16,1 2 0-16,-3 0 1 15,-1 0 0-15,-1 0 1 0,-6 1 0 16,1 2 3-16,-5-1 18 15,-1 4 6-15,-2-3 15 16,-2-1 4-16,0-1-10 16,-1-2-5-16,1 0-12 15,2 0-7-15,3-2-10 16,2-2-2-16,3 0-4 16,1-1-6-16,1-1-46 15,1 0-38-15,2-2-223 16</inkml:trace>
  <inkml:trace contextRef="#ctx0" brushRef="#br0" timeOffset="135016.41">19431 8975 147 0,'-2'-1'120'16,"-2"0"44"-16,-1 1 3 0,-1-1-23 0,2-2-11 0,-1 2-36 0,2-3-17 15,-1 0-25-15,0 3-8 16,0-3-10-16,0 3-4 15,1-1-3-15,-1-3-2 16,0-1-4-16,0 0-1 16,0-1-3-16,2 3 1 15,-1 1 5-15,-1-3 2 16,0 3 3-16,-2-2 0 16,1 0-1-16,3 1-3 0,-2-1-4 15,1 1-5-15,-1 0-6 16,0 0-1-16,-2 0-1 15,1-1 1-15,-1 1-3 16,1-1-1-16,1-1-3 16,-1 0-1-16,1-2 1 15,-2 2 0-15,1 0 4 16,0 1 1-16,-2 1 2 16,0 1-2-16,-3-2-2 15,2 3 2-15,-2-2 8 16,2 2 4-16,-1-3 5 15,-2 2 0-15,2-1-9 16,-2 0-2-16,0 0-6 16,-1-1-2-16,-1 4-1 15,1-1-1-15,-2-1 0 0,0 2 1 16,-2-5 11-16,0 1 6 16,2 1 2-16,1-1 0 15,3 1-9-15,1-1-5 16,0-1 0-16,-2-1 0 15,1 1 1-15,-1 1-3 16,1 0-3-16,2 0-2 16,-1-2 0-16,0 1 0 0,-1-2 3 15,-1 0 0-15,3 3 1 16,1 0 1-16,0-4 0 16,-1 1 2-16,1 0 0 15,-2-2 0-15,2 3-2 16,-3-3-1-16,-1-2-2 15,1 1-1-15,-3-1-2 16,4 1-1-16,-4-3-1 16,-1 0 0-16,3 0-1 15,-1 2 0-15,0 1 1 16,-2-1-1-16,-3 1 0 16,2 0 0-16,0 0 0 15,2 0 0-15,3-1 0 16,-1-4 0-16,0 1 0 15,1 1 0-15,-1-1 0 16,0 1 0-16,0 1 0 0,-1 0 0 16,1 1 0-16,4-1 0 15,-4 1 0-15,3-1 0 16,-1 1 0-16,-2 0 0 16,0-4 0-16,2 2 0 15,-5-4 0-15,1-1 0 16,6 3 0-16,-5-2 0 15,-1 2 0-15,1 1 0 0,-8-3-1 16,2 3 1 0,1-1 0-16,-2-1-1 0,0 0 0 15,0-1 0-15,0 1-1 16,-2-1 1-16,-1 2 0 16,-2-2 0-16,1 0 1 15,0 1-1-15,1-1 0 16,2 2-1-16,-1 0-2 15,-1 3-2-15,0 0-2 16,-1 1 0-16,-4-2-1 16,1 0 2-16,0 1 1 15,-3-1 0-15,2 1-2 16,-2 1-2-16,-2 2-4 16,4-2 0-16,-3 0-1 15,3 3 0-15,0-1-1 16,-4 2 2-16,1 2 0 15,-5-1 0-15,2 2 1 0,-1 1 1 16,0 1 1-16,1 2 1 16,1 0-1-16,2 1 0 15,1 2-3-15,-4-2-4 16,-1 3-5-16,-4-1-1 16,-1 0-5-16,-1 1 1 15,1-1 5-15,1 4 3 16,-1-3 7-16,4 1 3 15,1 3 4-15,0 0 0 16,-1 1-8-16,-1 3-7 0,0 0-8 16,0 1-1-16,4 2 9 15,0 0 5-15,2 3 9 16,0-2 2-16,1 1 2 16,1-2 1-16,0-1 1 15,-1-1 0-15,1 1 1 16,-1 0 0-16,3-5 0 15,3 3-1-15,0 0 1 16,2 1-1-16,0 3 0 16,0 0 0-16,3 0 1 15,0 0-1-15,3 1 0 16,-5-1 0-16,3 2 0 16,-1 0 1-16,2-1 0 15,7 1 0-15,-4-2 0 0,1 2 0 16,3 1-1-16,-5 0 1 15,1-1 0-15,4 4 0 16,-6-1 0-16,4 0 0 16,2-1 0-16,1-4 0 15,-1-1 0-15,1 0 1 16,1 1 0-16,2 0 0 16,1 0-1-16,1 2 0 15,1 1 0-15,-1 0 0 16,1 2 0-16,1-1 0 0,-1 0 1 15,0 1-1-15,1 0 1 16,0 1-1-16,0 0 1 16,1 1 0-16,0-2 1 15,1 2-1-15,1-4 0 16,0-1 0-16,0-1-1 16,-1-2 1-16,0 3 0 15,1 0 0-15,0 2 0 16,-1 0 0-16,1 1-1 15,1-1 1-15,-2-1 0 16,2-1 0-16,0-3 0 16,-2 1 0-16,3-2 0 15,-1 3-1-15,2-2 1 16,2 0-1-16,-2-1 1 16,0 1 0-16,-1-1 0 0,1 1 0 15,2 1 0-15,-1-1 0 16,2 2-1-16,-1-1 0 15,-1-1 1-15,0 1-1 16,-1-2 1-16,2 1 0 16,2-1 0-16,-2 0 1 15,1 1-1-15,3 2 0 16,-4-2 1-16,3-1-1 16,0 1 0-16,2 1 0 0,-2 0 0 15,5 0-1-15,-1 0 2 16,-5-2-1-16,8 2 1 15,1 0 1-15,1-1 0 16,3 2-1-16,2 0 0 16,1 0 1-16,2-2-1 15,0 3-1-15,-2-6 1 16,-1-2 1-16,-1-1 0 16,-3 1 0-16,-1-4 2 15,-4-1 0-15,3 2 0 16,2-3 1-16,0 1-1 15,5 1-2-15,-2 1-1 16,0 0 0-16,2 2-1 16,-2 0 1-16,-1 0-1 15,2 1 0-15,-3-3 0 16,0 2-1-16,1 1 1 16,-1-1 0-16,-2-1 0 0,0 2 0 15,-1 0-1-15,-5-1 1 16,0 1 0-16,-1-1 1 15,0 1 0-15,0-1 0 16,2 2 1-16,-1-1 0 16,-2 1-1-16,1 2 0 15,0 0 0-15,-1 0 0 16,0-2 0-16,-1 2 0 16,1-3 0-16,1 2 0 0,3 1 1 15,-1-1 0-15,1 0-1 16,0-1 0-16,2-3 0 15,-1 4 2-15,-3-3 1 16,0-1 0-16,-1 4 1 16,1-4-2-16,4 1 0 15,-5 0 1-15,1-2 0 16,0 0 1-16,0-2-2 16,4 2 1-16,-2-1 0 15,2 0 0-15,-1 3 0 16,2-3-2-16,2 3-1 15,1-2 0-15,0 2 0 16,0 1-1-16,0 0-1 16,-2 1 1-16,-1-2-1 0,0-1 1 15,-3 1 0-15,2 2-1 16,0 0 1-16,-2 0 1 16,-3-1-1-16,-2-1 0 15,1-3 0-15,1-1 0 16,5 3-1-16,0-1 1 15,0 2-1-15,-1 3 0 16,0-1 0-16,0 1 1 16,-1 2-1-16,2 1 1 15,1 2-1-15,-1 0 0 0,2-2 1 16,-3-1 0-16,0-1 0 16,-2-1-1-16,2 0 0 15,0 2 0-15,-4-3 1 16,1 3 0-16,-4-3-1 15,-1 3 1-15,0 1-1 16,-2 0 0-16,1 3 0 16,-1-2 0-16,-1-1 2 15,-3 0-1-15,5 3 0 16,-2-1 0-16,1 2-1 16,1-2 0-16,0 0 0 15,1-1 0-15,0 0 0 16,-2 0 0-16,0-1 0 0,-2 1 0 15,3-3 0 1,0 4 0-16,0 1 0 16,1 1 0-16,1 0 0 0,-2-3 0 15,2-5 0-15,2 3 0 16,0-3 0-16,-1 1 0 16,3 1 0-16,-3-4 0 15,4 2 0-15,2 2 0 16,1 2-2-16,0 1 0 15,2-3 0-15,2-1 0 16,-2-7 2-16,0 0 2 0,2-3 0 16,-1 0 1-1,5-2 0-15,1-1-1 0,0-1-7 16,1-2 0-16,-1-5 1 16,3-1 1-16,3-2 9 15,1-3 2-15,4 1 0 16,-1 0 1-16,-2-1-3 15,-1 2-1-15,-1-1-3 16,1 1-1-16,-1-3-1 16,0-1 1-16,-4-1-6 15,-4-1 0-15,-4 0 1 16,-1-1-1-16,-1 3 5 16,1 0 1-16,0 2-1 15,-2-1 1-15,-1-3-1 16,1 0 0-16,-2-5 0 0,2 2 1 15,-3-2-1-15,3-2 1 16,-3 1-1-16,3-1 0 16,-1 1 0-16,-3-2 0 15,-1 0 1-15,0 1-1 16,0-3 1-16,0 3 0 16,1-3-1-16,0 1 1 15,-1-2 0-15,-2 4-1 16,-2-1 0-16,-4 3-2 15,-1 1 1-15,-1-2-1 0,0 1 2 16,-1-3 0-16,-1 0 1 16,-1 0 1-16,-1 0-2 15,1 2 1-15,0 2-1 16,0-3 0-16,-1 5 0 16,0 0 1-16,-1 1 0 15,-1 2 1-15,2 1 0 16,1 0 0-16,0 2 1 15,1 0 0-15,-3-1 3 16,0 1 2-16,-2 1 5 16,1 0 1-16,-1-1-1 15,0-2-3-15,0-2-5 16,1 1-2-16,0-1 0 16,1 2 0-16,0 0-1 0,1 0-1 15,1 1-1-15,1-1 0 16,0 2 0-16,0 2 1 15,0 2 0 1,0 0 1-16,-2-3 0 0,0 0 1 16,0-2 0-16,0-1 1 15,0-1-1-15,2 4-2 16,-1-4 2-16,-1 1 1 16,1 3 7-16,-2-1 2 15,-3 2 1-15,3 2-1 0,-2 1-8 16,0-1-3-16,-3 0-15 15,-3 0-14-15,-8 1-63 16,-1 0-54-16</inkml:trace>
  <inkml:trace contextRef="#ctx0" brushRef="#br0" timeOffset="136166.31">16077 7550 721 0,'-1'0'284'0,"1"0"-185"0,-1 0-56 0,0-1-27 0,0 0-6 0,0 1-9 0,0-1 14 0,0 0 19 16,1 0 7-16,-1 0 9 15,0 0-13-15,0 0-22 16,1 0-9-16,0 1-7 15,0 0-2-15,0 0 2 16,6 16 1-16,10 22 0 16,-6-19 0-16,1-1 0 15,1 0 1-15,0 0-1 16,1-2 0-16,-2 0 0 16,-2-2 0-16,1-3 0 15,-5-3 0-15,-2-6 3 16,-3-2 2-16,0 0 2 15,-1-1 2-15,0 0-1 16,0 1 0-16,0-1-4 16,0-7 0-16,-1-6 0 0,-5-23-2 15,2 18 5-15,4 0 3 16,-2-2 7-16,2 3 2 16,-1 1 0-16,2 0 0 15,0 9-6-15,0-3-1 16,2 3-6-16,0 3-2 15,0-2-3-15,-1 4 0 16,-1 3-1-16,0-1 0 16,0 1-3-16,0-1-1 15,0 0-2-15,0 1 1 0,0 0 2 16,11 5 2-16,21 14 1 16,-20-9 0-16,1-2 0 15,-1 0 0-15,2-1 0 16,0-1 0-16,-3-1 0 15,-1-3 0-15,1 4 1 16,-3-2-1-16,1 0 1 16,-1 2-15-16,-3-1-77 15,-3 0-61-15,-1-3-190 16</inkml:trace>
  <inkml:trace contextRef="#ctx0" brushRef="#br0" timeOffset="136849.41">16380 7422 302 0,'-1'-2'235'0,"-2"-3"9"0,-1 2-76 0,2 0-37 0,1 2-60 0,-2 1-19 0,2-1-30 0,0 1-6 16,1 0-1-16,-1 0 1 15,0 0-1-15,0 0-3 0,0 0-6 16,-5 11-4-16,-9 29-1 16,14-17-1-1,-4 1 1-15,1 3-1 0,2 2 0 16,2 3 0-16,0 0 0 16,0 2 1-16,-1 0-1 15,0-2 1-15,-5-5-1 16,5-5 1-16,0-6 1 15,-3-8 0-15,4-3 4 16,2-2 5-16,-7-8 9 16,5-3 2-16,-3-7-1 15,1-4-5-15,8-7-8 16,-4-3-2-16,4-4-1 16,-3-1-1-16,-2 1-2 15,0 0 1-15,1-2-1 16,0 2 0-16,-1 1 0 15,4 3-1-15,-6 6 0 0,1 0 0 16,0 6 0-16,-1 3 0 16,4 4-1-16,0 1 0 15,2 3-1-15,-1 1 0 16,0 1-1-16,2 3-1 16,1 2 0-16,-2 1-1 15,1 6 2-15,-5 1 2 0,6 4 0 16,-1 1 0-1,3 4 1-15,5 2-1 0,-5-1 0 16,4 3 0-16,-4 2 1 16,2-1-1-16,-1 3 1 15,0-2 0-15,-1-4-1 16,-2 1 1-16,1-2-1 16,-3-2 1-16,0-3 0 15,-2-1 0-15,-1-1-7 16,-1 1-38-16,-3-3-185 15</inkml:trace>
  <inkml:trace contextRef="#ctx0" brushRef="#br0" timeOffset="137467.01">16111 7558 518 0,'-1'-2'267'0,"0"-4"-61"0,1 0-133 0,6 6-83 0,-1 0-47 0,0 0-110 0,-1 2-28 0,-1-1 21 16,-3-1 82-16,-1 0 182 16,0 0 57-16,0 0 28 15,0 0-25-15,0 0-65 16,1 0-26-16,-1 0-38 0,-2 4-12 16,0 7-8-16,-4 24 0 15,12-15-1-15,-1 0 1 16,1 2 0-16,2-1-1 15,0 3 1-15,0 0 0 16,2 4 0-16,0 2 0 16,-3-5 0-16,0-1 1 15,-1-3 2-15,-2 0 3 16,-1-5 2-16,0-2 1 16,-2-9-2-16,1 0-4 15,1-2-15-15,1 1-47 0</inkml:trace>
  <inkml:trace contextRef="#ctx0" brushRef="#br0" timeOffset="142415.01">20426 8168 433 0,'0'-1'167'0,"1"-4"-111"0,-1 1-15 0,0 3-16 0,0 0-2 16,0 0 15-1,0 1 17-15,-1-2 37 0,-1-6 10 16,0 0-16-16,-6-20-17 16,4 22-37-16,0-2-12 15,-1 0-13-15,-3 0-3 16,2 1-2-16,1 1-1 15,-1-1 1-15,0 0 1 0,-1-2 4 16,-1-1 2-16,1 3 5 16,-4-3 4-16,1 2 1 15,-1 0 2 1,0-2-3-16,0 0-2 0,-4-1-3 16,2 2-3-16,-2 1 3 15,1 2 1-15,1-2 3 16,-2-2-1-16,0 0-4 15,-1 0-3-15,1 1-4 16,0 0-1-16,0-2 1 16,2-2 3-16,0 1 0 15,0 2 2-15,0 0-4 16,1 0-1-16,0 0-2 16,-2-2-1-16,1-1-1 15,0 1 1-15,1-1-1 16,1 1 0-16,1-1 0 15,-4-1 0-15,-3 1 0 0,-2 0-1 16,-4 2 1-16,1 1-1 16,0 1 1-1,1 1 0-15,-2 0-2 0,2 3-2 16,-1 1 0-16,0 3-1 16,1-1 2-16,1 0 1 15,0 1 1-15,-2-2 0 16,1 1 1-16,1-1 0 0,1 2 1 15,-1 1 0-15,-1 2-2 16,0-1 0-16,-4 2 0 16,1-1 0-16,0 0 0 15,-4 1 0-15,1-1 0 16,1 2-1-16,0-1 1 16,2 2 0-16,-1 2-2 15,5 2-2-15,-1 1-6 16,-4 0 1-16,3 0 0 15,-7 1 2-15,-2-2 5 16,6 2 2-16,-4-2 0 16,1 1 0-16,2 0 0 15,-2-2 0-15,4 2 0 16,1 1-1-16,1-3 0 16,2 5-1-16,-1-1 1 15,-4-3 0-15,1 3 1 16,-2-1-1-16,-1 0 1 15,4 2 0-15,-1 0 0 0,2-2 0 16,3 3 0-16,0 0 0 16,3-4 0-16,1-1 0 15,5-1 0-15,0-1 1 16,3 0 0-16,-1 1-1 16,3 1 0-16,-3 0 0 15,4 3 0-15,-2-1 0 16,2 0-1-16,3 2 1 0,-1-1-1 15,2 1 1-15,0 0-1 16,1 2 1-16,2-1 0 16,0 1 0-16,3-1 0 15,-1 0 0-15,4 1 0 16,1-3 0-16,0 4 0 16,1 0 0-16,0-1 0 15,1-1 0-15,2-1 0 16,-1-2 0-16,1 1 1 15,0 2-1-15,-2-4 0 16,1 1 0-16,3 1 0 16,-1-1 0-16,-1 2 0 15,-1-1 0-15,-2 0 0 16,0 1 0-16,0-2 0 16,-1 0 0-16,4 2 0 15,3 0 0-15,-5-2 1 0,3 2-1 16,-4-3 1-1,0 2-1-15,2 4 0 0,-2-2 0 16,0 2 0-16,-2-1 0 16,-1 1 0-16,1 0 1 15,-3-2-1-15,1 1 1 16,1-4-1-16,0 0 0 16,1-3 0-16,-1-2 0 15,-1 3 0-15,1-3 0 0,-1 0 0 16,1 5 0-16,3-1 0 15,-1 2 0-15,1 2 0 16,-1-2 0-16,0 1 0 16,-1-2 0-16,0 1 0 15,-1 0 0-15,-1 0 0 16,3 3 1-16,1-1-1 16,-4 0 0-16,4 1 0 15,-3-3 0-15,0-1 0 16,3 1 0-16,-2-2 0 15,3 3 0-15,-4-2 0 16,4 3 0-16,-3 0 0 16,0 0-1-16,5 0 1 15,-1-2 0-15,4 0-1 16,1-1 0-16,1-3 0 16,3 3 0-16,0-4 0 0,1 1 0 15,1 0 0-15,0-3 0 16,-2 0 1-16,-1 0 0 15,1 1 0-15,-4-3 0 16,3 1 0-16,0 2 0 16,1-4 0-16,2 5 0 15,0-3 0-15,-1 0-1 16,1 0 0-16,-1-3-1 0,3 2 0 16,-1 0-1-16,1 2-10 15,-1 0 0-15,1-1 1 16,-1-3 0-16,-2-1 11 15,1 1 1-15,-6-1 0 16,2 0 1-16,2 0-1 16,-1-5 0-16,4 1 0 15,0-2-1-15,-1-1-1 16,3 0 0-16,-1-2-6 16,-2-2-1-16,2 2-4 15,-2-3 0-15,0-5 6 16,0 0 1-16,-2 0 4 15,-2-1 1-15,-1 0 1 16,2 3 0-16,-7-7 0 16,4 3 0-16,-5-2 0 0,-1 0 1 15,1 0 2-15,-3-2 2 16,1 3 4-16,-1-2 0 16,-3 3 0-16,-1 0-2 15,1 0-3-15,-4 2 3 16,0-1 6-16,-1 3 3 15,-2-2 2-15,-2 3-2 16,0-3-4-16,0 0-1 16,1-2-4-16,1-2-2 0,-1 1-3 15,1 0-1-15,-1 2 1 16,-2 0-1-16,1 2 0 16,0-2 0-16,-1 0 0 15,1 0 0-15,1-1 0 16,0 1 0-16,1 2 2 15,-2 1 1-15,2 1 2 16,0 1 1-16,0 1-1 16,0 1-1-16,0 0-2 15,1 1-2-15,1 2 4 16,-1 1 4-16,-1 2 13 16,0-1 8-16,-2-1 8 15,0 0 2-15,-2 0-5 16,1 2-2-16,1 0-8 15,-3-2-6-15,0-2-6 16,-1-1-5-16,-1-2 5 0,2 1 5 16,-1 1 6-16,1 1 3 15,-2 0-4-15,0 0-3 16,1 3-5-16,0-2-4 16,1-1-4-16,-1 1-2 15,-2-1-2-15,3 0-1 16,-2 0 0-16,4 2-1 15,2 1-1-15,-2 1 0 16,2 2-1-16,-4-3-2 0,0 2-13 16,1 2-12-16,-1-1-54 15,2 1-43-15,-3 0-249 16</inkml:trace>
  <inkml:trace contextRef="#ctx0" brushRef="#br0" timeOffset="144415.29">18503 7287 388 0,'1'-2'161'0,"0"-4"-101"0,3-1-23 0,-4 0-25 0,2 1 3 0,1 1 26 0,0-1 16 0,0-2 31 15,-3 2 7-15,0-2-10 16,3 2-11-16,-1 3-27 16,0 0-12-16,-1 1-20 15,-1 2-7-15,-1 0-8 16,1 0-3-16,-1 0 1 16,1 0 1-16,0 0 1 15,0 0 3-15,0 0-1 16,0 2 1-16,3 12-1 15,8 26 1-15,-5-19 0 16,-3 1 0-16,3 3 1 16,-1 1 0-16,1-2 0 0,1 3 0 15,0-1 0 1,0 0-1-16,-1-1 0 0,0-3-1 16,0-2 0-16,0-4 0 15,-2-1 0-15,0-1 0 16,0-1 1-16,-1 1 0 15,2-3 0-15,-1 0 0 16,0 0 0-16,1-2 1 16,1 0-1-16,1 0 0 15,0-3 1-15,-2 0 1 0,1-3 4 16,0 0 2-16,1-3 4 16,4 0 4-16,4-2 4 15,0-2 0-15,6 0-5 16,-2-4-3-16,3 1-6 15,0-1-2-15,1-2 0 16,-2 2-2-16,-4-2 3 16,0 1 3-16,-5 1 3 15,1-3 1-15,-4 5-3 32,-5 4-5-32,1-1-3 0,12-8-1 0,1 2-1 15,-3 4 0-15,-4 1-1 16,-2-1 0-16,-2 0 0 15,0 2-1-15,-4 2-1 0,0 1 0 16,1 2-3-16,-4-2-40 16</inkml:trace>
  <inkml:trace contextRef="#ctx0" brushRef="#br0" timeOffset="147730.51">20910 6688 746 0,'-4'-2'263'0,"-3"-3"-235"0,2 1-28 0,1-1-15 0,-1 0 1 0,0-1 19 0,-2 0 10 15,-2-1 26-15,0 0 9 16,-1-1-3-16,1 1-6 16,-4-1-20-16,1 0-7 15,-4 0-9-15,-1-2-2 16,1 1-1-16,1-1 0 16,1 1 2-16,-4 0 2 15,1-1 2-15,-4 1 0 16,-1-1-3-16,-2 1-2 0,-5 0-2 15,0 1 0-15,-3 0-1 16,-1-3 4-16,0 1 8 16,0 1 2-16,1 0 2 15,2 4-2-15,-2-3-7 16,0-2-3-16,-5 6-2 16,-2-2-1-16,0 4-1 15,-4 0 0-15,5 1-1 16,0-2-2-16,0 6-2 15,3-1-2-15,-3 1 2 16,0 2 1-16,-5-4 4 16,-1 2 0-16,2-2 0 15,1 0 1-15,4 3-1 16,2 0 0-16,2 2 0 16,0-1 0-16,-1-1 0 0,1 3-1 15,-2-1 1-15,1 2 0 16,0 4 0-16,-2-1 0 15,2 1 0-15,-1-1 0 16,4 0 0-16,2 2 0 16,2 0 1-16,0-1 0 15,0 0 0-15,0-1-1 16,1 1 0-16,1 1 1 0,5-1-1 16,-2 3 0-1,4 0 0-15,2 0 0 0,3-1 0 16,2-1 0-16,1-1 0 15,3 4 0-15,-2 0 0 16,1-1 0-16,0 0 0 16,-1 0 0-16,4 1-1 15,0-1 0-15,2-1 0 16,2 1 1-16,-1 0 0 16,4 0-1-16,0 0 1 15,0 0-1-15,3 0 1 16,0 3 0-16,0 1 0 15,0-1 0-15,2 3 0 16,-2-3 0-16,5 3 0 16,-2 1 0-16,0-1 0 15,1-1 0-15,1-4 0 16,1-2 0-16,2 0 0 0,0-1 0 16,1 0 0-16,-1 1 0 15,4-1 0-15,4 3 0 16,0 1 0-16,1-1 0 15,-2-1 1-15,0-1-1 16,-2-1 1-16,-1-2-1 16,3 1 1-16,-5-2 0 15,6 0-1-15,-2-2 1 0,0 1 0 16,1 0-1-16,0-1 1 16,1 2-1-16,0 0 1 15,2 2-1-15,-1 1 1 16,1-1-1-16,-1 1 0 15,0 0 0-15,0-2 1 16,-2-1-1-16,-2-2 1 16,-3-1 0-16,-1 2-1 15,-3-2 0-15,1 4 1 16,2-2-1-16,-3 2 0 16,3 0 0-16,-2-1 0 15,-2 1 0-15,2 2 0 16,1-4 0-16,-1 1 0 15,0-1 0-15,-1-3 1 16,1 3-1-16,-1 0 0 16,3 2 0-16,-2-1 0 0,0-1 1 15,3-2-1-15,0-2 1 16,0 0 0-16,0 0 0 16,-2-1 0-16,-1 0 0 15,1 0 0-15,0 0 1 16,0-2-1-16,3 2 1 15,-5-3-1-15,2-1 0 16,-1 1 0-16,-4 1 0 0,1 2-1 16,-1-1 1-1,0 0 1-15,0 1-1 0,1-1 0 16,-3 0 0-16,1 0 0 16,1 0-1-16,0 0 0 15,2 1 0-15,-1-1 0 16,1 3 0-16,-2-2 0 15,3 1 0-15,-1-1 1 16,-1 0-1-16,4 0 1 16,-4-1-1-16,5 3 0 15,0-2 0-15,3 2 1 16,1 1-1-16,-2-2 0 16,-2 1 0-16,-1 2 0 15,1 0 0-15,-1 1 0 16,1-2 1-16,-2 1-1 15,-1-3 0-15,2 1 0 16,2 3 0-16,0-3 0 16,-1 3 0-16,-1-1 0 0,-2-2 0 15,1 4 0-15,0 1 0 16,-1 5-1-16,1 0 0 16,-3 3 1-16,0-1 0 15,-3-2 0-15,0 0 0 16,0 0 0-16,-1 0 0 15,1-2 1-15,-1 0 0 0,0 1-1 16,-2-2 0 0,0 1 0-16,1-1 0 0,1 0 0 15,-1 1 0-15,3 1 1 16,-1 2-5-16,0 0-2 16,1 3 1-16,-2-3-1 15,0-4 6-15,0-2 0 16,1-2 0-16,1 4 1 15,2-2-1-15,-1 0 0 16,0-4 1-16,3 1 0 16,-1-2 2-16,-1 0-2 15,4 3-1-15,-3-2 0 16,-1 2 0-16,0 1 0 16,1 1 0-16,2-1-1 15,0 0 1-15,2-3 0 16,-1-3 2-16,0-2 7 0,4-2-3 15,0-1 0-15,1-3-1 16,2 0-5-16,-1-1 0 16,2 0 0-16,1-2 0 15,1 1 0-15,0 1 1 16,0 0-1-16,2 1 1 16,-5-2-1-16,0-3 1 15,0-2 0-15,0 0-1 0,3-2 1 16,1 2 2-16,1-1 2 15,-2-3 0-15,3 4 0 16,-2-2-3-16,1 0-1 16,-1 2 0-16,-2-2 0 15,0-1 1-15,-1 0 11 16,-3-2 3-16,1-2 6 16,-2 0 1-16,-1-4-11 15,2-1-3-15,-4-5-4 16,-2-1-1-16,-2 0 8 15,-6 0 6-15,-2 2 13 16,0 1 6-16,-2-3 2 16,-3 2-4-16,-3-3-14 15,4 0-7-15,-1-1-9 16,1 0-2-16,1-4-2 16,-4 1-1-16,0-3 1 0,0 2 0 15,0 4 1-15,-2 0 1 16,-1-1 5-16,0-2 5 15,-1-3 3-15,2 0 1 16,-1 3-4-16,3 4-4 16,-1 4-5-16,-6 1 0 15,1 3-1-15,-2-1-1 16,1 2 3-16,0-7 1 16,0 2 7-16,-1 1 1 15,-1-2 3-15,0 2-1 16,-1-2-5-16,0-3-2 0,1-1-5 15,2 3-1-15,2 4-2 16,1 3 0-16,1 5 2 16,0 3 1-16,-1 1 2 15,1 2 2-15,-2-2 1 16,2 3 2-16,-1-3-1 16,-2-3-1-16,2 1-4 15,-1-3-1-15,1 2-2 16,-1 0 0-16,3 1 0 15,-5-2-1-15,2 0 0 16,3 2 1-16,-7 0 0 16,4 4-1-16,-3 1 0 15,-4 0-1-15,0 0-7 16,-4 3-9-16,-7 3-26 16,-4 3-13-16,-4 7-29 0,-1 3-10 15,-2 1-25-15,4 3-21 16,1-3-44-16,-1-1-48 15</inkml:trace>
  <inkml:trace contextRef="#ctx0" brushRef="#br0" timeOffset="148286.51">19983 5932 757 0,'0'-2'293'0,"0"3"-242"0,5 2-58 0,1 4-60 0,5 0-5 0,2-1 29 0,-1 1 15 0,0-2 25 0,0 1 14 16,1-1 13-16,0 0 3 0,4 2-1 15,2-1-5-15,4 3-7 16,3 2-3-16,7 4-7 16,4 2-2-16,1 5-1 15,0 0 1-15,-5-1-1 16,-5-2 0-16,-2-4-1 15,1 0 0-15,-3-2-8 16,-2-2-14-16,-5-3-31 16,-4-2-17-16,-5-1-30 15,-1 2-6-15,-5-2-54 16</inkml:trace>
  <inkml:trace contextRef="#ctx0" brushRef="#br0" timeOffset="148731.01">20319 5861 599 0,'-3'0'220'16,"2"-2"-223"-16,2 2-42 0,-1 0-18 15,0 0 3-15,0 0 87 16,0 0 36-16,0 0 36 16,0 0 6-16,0 0-33 15,0 0-28-15,0 2-34 16,0 15-5-16,-4 31-3 15,2-19 0-15,-3 8-1 16,0 1 1-16,2 1-1 16,0 5 0-16,-1-2 0 15,-1 0 0-15,-1 0 1 16,-3 0-2-16,1-4 1 16,1 0 0-16,-2-8 0 15,0-6-1-15,-1-3-12 16,0-7-19-16,4-3-89 15,1-2-75-15</inkml:trace>
  <inkml:trace contextRef="#ctx0" brushRef="#br0" timeOffset="149364.21">20557 5745 991 0,'-1'-5'348'0,"1"-1"-305"0,0-1-34 0,0 4-11 0,1 3-4 0,0 1 1 0,-1-1 1 0,0 0 11 16,0-1 9-16,0 0 3 16,-1 1-1-16,0 0-9 15,1 0-7-15,0 17-2 16,0 26 0-16,3-13 0 16,2 6 1-16,1 9-1 15,0 4 1-15,-1-1-1 16,0-4 1-16,0-13 0 15,0-2 0-15,1-8 0 0,-2-3-1 16,1-3 1-16,1 0 0 16,-1-5 0-16,2 0-1 15,1-3 1-15,1-2 1 16,2-2 2-16,1-3 0 16,8-4 1-16,-1-1-2 15,6-4 1-15,2 0-2 16,-1-1 1-16,-2-1 0 0,-2 1 1 15,-2 0 2-15,-3 2 2 16,0-1 0-16,0 3-1 16,0 0-2-16,-1 2-3 15,-1 4 0-15,-5 0-1 16,-3-1 1-16,-5 0-1 16,1-1 0-16,-3 1 0 15,0 1-1-15,0 0 0 16,0 0-4-16,0 0-65 15,0 0-82-15</inkml:trace>
  <inkml:trace contextRef="#ctx0" brushRef="#br0" timeOffset="163536.91">18051 5434 132 0</inkml:trace>
  <inkml:trace contextRef="#ctx0" brushRef="#br0" timeOffset="164212.37">18028 5450 193 0,'-3'1'124'0,"-4"0"-4"0,0-1-31 16,0 1-36-16,2 1-6 0,-1-1-10 16,1 2-4-16,-1-1-11 15,-1 2-9-15,1 0-9 16,-3 3 2-16,0-1 15 16,0 2 9-16,1-2 19 15,1-1 4-15,0-1-12 16,3-1-9-16,0 0-15 15,2-1-6-15,1-1-1 16,1-1 2-16,-1 0 8 16,0 0 5-16,1 0 3 15,0-1-1-15,0 0-10 16,9-2-5-16,37-34-6 16,-18 20 0-16,10-3-2 15,7-1-1-15,4-2-1 0,4-1-1 16,3 0-1-16,-3-5 1 15,4 1-1-15,-3-2 1 16,1-1 0-16,-1 3 0 16,-5-3 0-16,2 4 0 15,-6 3-1-15,0 4 1 16,-5 3-1-16,-5 3 0 16,-6 5 1-16,-4 0-1 15,-6 4 0-15,-4 2 0 0,-6 2 1 16,-1 1 0-16,-6-1-2 15,-1 1 1-15,-4 1 0 16,3-1 0-16,-2 0 2 16,-16 8 0-16,-30 14 0 15,21-10-1-15,-4 2 0 16,-2 0 0-16,0 4 0 16,-2-2-1-16,0 4-1 15,-3 3-1-15,-2-1-6 16,-4 1-1-16,-6 3-3 15,-3-1 2-15,-3 3 5 16,3 3 2-16,0-1 3 16,0 0 0-16,-5 2 0 15,0-1 0-15,0 6 0 16,3 0 0-16,8 0-1 16,3-3-11-16,7-10-35 0,5 2-28 15,7-8-153-15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0T04:27:46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1883 9458 99 0,'-3'0'65'0,"-4"0"2"0,0 1-10 0,-1-1-16 0,1 0-9 0,1 1-14 0,3 0-3 16,-1-1-2-16,3 2 0 15,0-3 0-15,0 0 0 16,0 0-5-16,-3-1-2 15,0 0-4-15,0-2-2 16,-3 1 0-16,-16-26 0 16,23 20 0-16,0-1-1 15,2 0 0-15,1-2 0 16,-2-3-1-16,3 3 1 16,1-3 0-16,2 1 0 15,-1-4 1-15,2-1-1 0,-3-1 1 16,-2 0 0-1,3 2 0-15,-5 0 0 0,1 2 0 16,5 1 1-16,-3-1-1 16,0-2 0-16,2 0 0 15,-2 1 0-15,1-3 0 16,1 4 0-16,-1-2 0 16,-3 0 0-16,4 4 0 15,-1-2 0-15,-2 0 0 16,3-1-1-16,-1-2 0 15,-2 0-1-15,1 0-6 16,0-1-2-16,-1 0 0 16,1 2 1-16,-2 2 7 0,1 1 2 15,-3 1 0-15,1 0 0 16,-1 0 1-16,-3-1 0 16,2 1 0-16,0-1-1 15,0 2 0-15,1-2 0 16,-2-2 0-16,-1 3 0 15,3 1 0-15,-4-2 0 16,2 0 1-16,-1-2-1 16,-1-5 0-16,0 3 1 15,0-6-1-15,0 2 0 0,1 0 0 16,2 2 1-16,0 1 1 16,-1-1 2-16,2 0 10 15,-4 2 1-15,3-2 0 16,1 0-1-16,0 1-9 15,-1-2-3-15,0 0 0 16,-2 1-1-16,2 1 10 16,-1-2 7-16,0-1 12 15,0-1 5-15,-2 1-2 16,1 1-7-16,2 2-10 16,0-1-5-16,2-1-6 15,4 0-4-15,-3-2-1 16,2-1 0-16,-3 0 0 15,0 1-1-15,2 0 0 16,5 2 0-16,0 1 0 16,-2-4 1-16,2 0 0 15,-3 0-1-15,0-1 1 0,1 3 0 16,-2-1 0-16,1 0 0 16,1-2 0-16,0-1 0 15,-2-3 0-15,1 2-1 16,-2-3 0-16,0 3 0 15,0 0 0-15,-2-3 1 16,2 2 0-16,0-3 0 16,1-3 0-16,0 4 0 15,0-3 0-15,-3 0 0 0,4 2 0 16,-4-1 1-16,1 3 0 16,3 1 0-16,-5-1-1 15,0-3 1-15,2 0-1 16,-1-1 0-16,2 1 0 15,-1 1 1-15,-3-1-1 16,0 3 1-16,-4 2 1 16,-1-1 0-16,0 4-1 15,0 2 0-15,0-3-1 16,2 3 0-16,-1-4 0 16,-1-2 0-16,-1 3 0 15,1-1 0-15,-3-1 0 16,1 1 0-16,0 1 0 15,1 2-1-15,1 0 1 16,1 2 0-16,-2-1-1 16,1-2 1-16,3 0 0 0,-3 1 0 15,2-3-1-15,2 2 1 16,-1-5-1-16,1-7 0 16,3 3 0-16,0-4 0 15,3 2 1-15,3 2 0 16,-3-3 0-16,0 1 0 15,0-3 0-15,-2 0 1 16,0-2 0-16,-1-2 0 0,0 2 0 16,1-3 0-16,3 5 0 15,0 0 0-15,-3 2 0 16,1 0 2-16,-3 3 17 16,-2-1 5-16,-1 2 9 15,-3 0 1-15,0 3-12 16,0 3-4-16,-3 3-7 15,2 2-3-15,2-1-3 16,0 2-3-16,-1 2-3 16,1 0-1-16,3 5-63 15,0-2-148-15</inkml:trace>
  <inkml:trace contextRef="#ctx0" brushRef="#br0" timeOffset="3367.62">4162 12259 74 0,'-1'3'53'15,"1"-1"-1"-15,0 3-11 0,0-5-4 0,0 0-12 0,0 0-3 0,0 0-3 16,0 2 3-16,1 3 7 15,1 0 3-15,1-1-4 16,-2-1-3-16,11 1-11 16,21 21-4-16,-18-20-6 0,3 1-1 15,0-1-2-15,-1-4 0 16,4-1 1-16,-1 0-1 16,1-6 0-16,4 2 0 15,-5-3 1-15,1 0 0 16,0 2 1-16,-1 0 3 0,1-1 6 15,0 0 2-15,4 2 2 16,-3-1-2-16,3 4-7 16,2-1-2-16,-1 1-3 15,2 1-1-15,1 1 0 16,-4 1-1-16,0 1 0 16,1 0 0-16,-3-3 0 15,4 0 1-15,-4 0-1 16,0-1 0-16,-2 4 0 15,2 1 1-15,-1 0-1 16,1 1 1-16,3-3 0 16,-1-1 1-16,3 2 7 15,-1-1 5-15,1-2 10 16,0 0 1-16,-1 0-4 16,-1-2-5-16,1 0-9 15,0 2-2-15,1-3-2 16,3 2-1-16,-1-3-1 15,2 0 0-15,2 0 0 0,-6-2 0 16,5 3-1-16,-1 2 0 16,0 1 0-16,8-2 0 15,-3-3 1-15,2-2-1 16,3 0 0-16,0 1-1 16,0 0 0-16,-3 3 0 0,-1 1 1 15,-4 1 0 1,0 1 1-16,0 0 0 0,-3 3-1 15,3-1 1-15,3 5 0 16,0-1 0-16,1 3 1 16,0 1 4-16,-1 1 11 15,-1 3 7-15,4-1 8 16,-1-1 3-16,1-4 2 16,1-2 0-16,2-2 1 15,1-2-3-15,0-1-9 16,0 0-3-16,-1 1-2 15,1-1 1-15,1-1-1 16,0 2-2-16,4-2-7 16,-2 0-4-16,3-1-5 15,-3 1-1-15,-1 0-1 16,0-1 0-16,1 2 0 0,-1 0 0 16,0 0 1-16,0 3 1 15,-4-1-1-15,-2 1 1 16,-3 1-1-16,-3-1 0 15,1 0 0-15,2 0 0 16,-3 0 3-16,3 2 2 16,0 1 4-16,0-1 1 15,-3-2-1-15,-3-1-1 16,-1-1-3-16,-1 1-1 16,3-1-2-16,2-2-1 0,-2 0-1 15,3-2 0-15,-2 2 0 16,-2-1 0-16,2 0-1 15,-2 0 1-15,0 0-1 16,2 4 0-16,-6-2 0 16,-1-1 0-16,0-2 0 15,1-1 0-15,2-2 0 16,3 3 1-16,-1-1-1 16,-4-2 1-16,5-1 1 15,-1-2 4-15,-2 1 10 16,1 0 3-16,0-1 4 15,-4 2-2-15,5-3-7 16,2 3-4-16,-1-4-5 16,3 0-2-16,-3 1-2 15,1 0 0-15,-4 4 7 0,-4-1 7 16,-1 2 12-16,-4 0 4 16,-3 2 1-16,1 2-6 15,-3 0-9-15,2 0-5 16,-1-1-6-16,1 2 0 15,-1-1 0-15,-3 0 1 16,3 2-3-16,-1-2-2 16,-1 5-10-16,4-2-19 0,2 1-121 15</inkml:trace>
  <inkml:trace contextRef="#ctx0" brushRef="#br0" timeOffset="19747.66">2726 5133 90 0,'0'0'49'0,"-1"-3"-12"0,1 1-9 16,-1 1-12-16,0 1-1 0,0-1 5 0,0 0 2 0,0 0 1 16,0 0-2-16,0 0-8 15,1 0-5-15,-1 0-5 16,0 1-1-16,1-3 0 15,0 2 1-15,0 0 17 16,0 0 6-16,0 1 5 0,-1-1 0 16,0 0-16-16,0 0-6 15,0 0-5-15,1 0-3 16,-1 1 0-16,0 0 0 16,0 0-1-16,0 0 1 15,0 0-1-15,-2 9 1 16,-8 24-1-16,11-20 0 15,0 0 0-15,0-4 0 16,2 4 0-16,2-1-1 0,0-2 1 16,1-2-1-16,2-6 1 15,-1-2 0-15,4-2 1 16,0-4 0-16,1-1 1 16,1-3 0-16,1-4-1 15,0-1 0-15,3-6 0 16,-2-1 0-16,3 2 0 15,-2-2 0-15,-6 6 0 16,-1 1 1-16,-5 4 12 16,-3 1 10-16,-3 4 14 15,-1 2 3-15,-3 0-8 16,0 4-11-16,-4 0-13 16,-1 3-4-16,0 4-3 15,-3 1-1-15,2 2 0 16,-2 0 0-16,0 0 1 0,1 0 0 15,1 3 1 1,0-1 0-16,4 1 1 0,0-1-1 16,3 0-1-16,1-1-2 15,3 1 0-15,1 0 0 16,1 1-1-16,2-1 1 16,3 1-1-16,1-1 1 15,0-4 0-15,1-1 0 16,-1-7 0-16,1 0 1 15,2-3 1-15,1-4 0 0,0-4 1 16,0-1 0-16,1-7-1 16,-1 3 1-16,-1-4-1 15,-2-2 0-15,-4 5 1 16,1 1 2-16,-5 4 16 16,-1 4 6-16,-2 1 3 15,-2 1 0-15,0 3-14 16,0 0-6-16,1 4-6 15,-1 2-2-15,-1 5-2 16,-4 0 0-16,3 5 0 16,-1 2 0-16,3 0 0 15,1 4-1-15,0-2 1 16,2-2 0-16,0-2 0 16,2-2-1-16,2-5 0 15,2-3 0-15,-2-1-1 0,4-2 1 16,-5-1 1-16,0 0 0 15,4-3 0-15,9-7 1 16,24-33-1-16,-21 20 0 16,-1 3 0-16,-2 2 1 15,-3 5 0-15,-4 3 0 16,-4 4 2-16,-1 2 1 16,0 3 0-16,0 2 1 15,-2 0-3-15,0 0-1 16,0 0-1-16,1 0-1 0,-10 9 0 15,-19 28 1-15,17-21 0 16,5 2-1-16,1 0 1 16,0 1 0-16,4-3-1 15,0-1 0-15,3-4 0 16,2-3-1-16,4-3 0 16,2-4 0-16,3-7 1 15,0-6 1-15,3-6 0 16,0-3 0-16,-2 0-1 15,0 3 1-15,-6 3 0 16,-1 3 0-16,-6 3 2 16,-1 1 0-16,1 3 0 15,-3 2 0-15,0-1-1 16,1 3-1-16,1 1 0 16,0 0-1-16,0 0 0 0,-3 0 0 15,-6 5 0 1,-18 16 0-16,19-12 0 0,1 3 0 15,2 0 0-15,2 2 0 16,2 1-1-16,3-1 1 16,2-3 0-16,-1-2-2 15,4-5 0-15,-3-3 0 16,5-7 0-16,1-4 2 16,2-4 1-16,-4-2 0 0,4-1 0 15,-3-2 0-15,-1 6 0 16,-1-1 1-16,-6 4 1 15,1 5 1-15,-6 0 0 16,3 4 0-16,-3 1-1 16,-5 0-2-16,-1 3 0 15,-4 4 0-15,-3 4 0 16,2 1-1-16,1 3 0 16,-1-1 1-16,3 2 0 15,1-2 0-15,3-3-1 16,5-2 1-16,2-2-3 15,1-2-1-15,2-4-2 16,-1-3 1-16,0 1-1 16,0 0-37-16</inkml:trace>
  <inkml:trace contextRef="#ctx0" brushRef="#br0" timeOffset="47060.97">5575 8489 13 0,'0'-1'5'0,"0"1"-3"15,1-1-1-15,-1 0 1 16,0 0 5-16,0 0 11 16,0 0 6-16,0 0 9 15,0 0 11-15,0 1 30 16,0-1 11-16,0 0 4 15,0 0-12-15,0 0-38 16,0 0-16-16,0 0-14 0,0 1-3 16,0 0-3-16,0 0 0 15,0 0-1-15,0 0 1 16,0 0 0-16,0 0-1 16,0 0 0-16,0 0 0 15,0 0-1-15,0 0 0 16,2 9 0-16,6 19 0 0,-7-17 0 15,0-2 0-15,-1 3 0 16,2-2 1-16,-1-1-1 16,1 3 0-16,-1-5-1 15,0 3 0-15,0-2 1 16,-1-7-1-16,3 2 0 16,0-1 1-16,-3-2 0 15,0 0 2-15,0 0 2 16,0-1 1-16,0 0 1 15,0 0 0-15,1-9-2 16,27-29-2-16,-20 23-1 16,-2-3 0-16,-1 4 0 15,0 3 1-15,-5 1 1 16,1 4 10-16,-3 1 20 16,-2 3 9-16,-1-1 11 15,-2 2-4-15,1 2-11 0,-1-1-4 16,-1 2-8-16,-3 1-3 15,2 1-7-15,0 2-4 16,1 2-7-16,2 2-2 16,1 0-4-16,1-1 0 15,0 0 0-15,3 1 0 16,-2 1 0-16,1 1 0 0,2 2 0 16,0 0-1-1,0-3 1-15,0 2-1 0,2-3 0 16,0 0-1-16,1-2-1 15,2-3 1-15,0-2-1 16,1-3 2-16,0-2 0 16,0-3 1-16,3-2 0 15,-2-2 0-15,0-5 1 16,1-3 0-16,0 0-1 16,0 0 1-16,-1 2 0 15,0 3-1-15,-2 1 1 16,-4 3 1-16,1 4 0 15,-2 1 2-15,-2 2 0 16,-1 1 0-16,2 0 0 16,0 1 0-16,0 0-3 15,0 0 0-15,-1 1-1 16,-6 0 1-16,0 8-1 16,-21 24 1-16,23-20 0 0,-1 1-1 15,2 0 0 1,-1-1 0-16,1 4 0 0,1-1 0 15,2-4 0-15,1 1-1 16,1-8 1-16,1 1-1 16,0-1 0-16,0-3 0 15,0-1 0-15,-1-1 0 0,0 0 1 16,0-1 2 0,0 0 0-16,1-3 0 15,6-9-1-15,10-24 0 0,-11 20 0 16,-2 0-1-16,-3 2 2 15,3 2-1-15,-4 4 3 16,-2 1 1-16,0 3 13 16,-1 2 4-16,-2-1 4 15,1 4 0-15,-2 0-11 16,1 1-4-16,-2 2-6 16,0 2-2-16,1 2-3 15,1 4 0-15,0 3-1 16,-1 0 0-16,4 1 0 15,-4-1 0-15,3 2 0 16,1-2 0-16,1-2 1 16,1-1-2-16,2-1 1 15,1-1 0-15,2-3-1 0,0-1 0 16,2-3 1-16,0-2 0 16,2 0 1-16,-1-3 0 15,3-8 0-15,2 3 1 16,-3-9 1-16,1 1-1 15,0-2 0-15,-1 0 0 16,0 3 0-16,-1 0 0 16,-2 2 0-16,-3 2 1 15,-2 2 0-15,0 3 1 0,-3 2 2 16,-1 2 1-16,-2-1 1 16,0 3-1-16,-3 0-1 15,0 3-3-15,-2 3-2 16,1 4 0-16,-1 4-1 15,0 1 1-15,2 3-1 16,0-1 0-16,0-1-1 16,2-1 0-16,2-7-2 15,1-2-1-15,2-1 0 16,-2-5-1-16,3-3 0 16,-1 2-1-16,0 0-1 15,3-6-17-15,14-36-61 16,-9 19-71-16</inkml:trace>
  <inkml:trace contextRef="#ctx0" brushRef="#br0" timeOffset="53810.13">6692 8776 147 0,'0'0'67'0,"-1"0"-24"0,0 1-33 0,0-1-5 0,1 0-7 0,-1 0-7 16,1 0-3-16,-1 0 0 16,0-1 8-16,0 0 12 15,1 0 35-15,-1 1 13 16,0-1 18-16,0 0 0 0,0 0-22 16,0 0-11-16,0 0-18 15,1 0-7 1,-1 1-10-16,0-1-2 0,0 0-4 15,0 0 0-15,0 0 2 16,0 0 0-16,1 0 17 16,-3-6 11-16,-8-20 18 15,10 22 5-15,0-1-7 16,-1 1-7-16,2 3-8 16,-2-3-2-16,2 5-2 15,-1-1-2-15,0 1-9 16,0 0-5-16,0 0-9 15,1 0-2-15,0 0-1 16,0 0-1-16,0 0 2 16,0 0 0-16,0 0 1 15,0 0 0-15,0 0 0 0,0 0 0 16,0 3-1 0,1 1 0-16,0 3 0 0,8 20 0 15,-4-21 0-15,1-2 0 16,-2-4 0-16,2 0 0 15,-2 0 0-15,-2-3 1 16,3 3 0-16,-1 0 1 16,-1-2 1-16,2 1 0 15,-3-3 0-15,1-2 1 16,-1-3 0-16,-2 1-1 0,0 1 2 16,0 2 0-16,0 2 4 15,-2-2 10-15,-2 1 11 16,-1 0 3-16,1 1 2 15,-2 2-6-15,1-1-8 16,-1 1-4-16,1 1-6 16,0 0-4-16,0 5-5 15,-1 1-2-15,1 5 0 16,0-1-1-16,3 2 0 16,0 0 0-16,0-2 1 15,4 1-1-15,1 1 0 16,3-1 0-16,0-4 0 15,0 1-1-15,0-4 1 16,0 0 0-16,2-1 0 0,1-3 0 16,2-2 1-1,1-3 0-15,-1-5 1 0,0-1 0 16,0-2 0-16,1 0 0 16,-3-1 1-16,1-1-1 15,-5 2 1-15,-3 0 1 16,-2 2 0-16,0 4 1 15,-2-1 0-15,-3 0 1 16,-1 2 0-16,0 3 0 16,-1 1 0-16,1 1-1 15,-1 4-1-15,-1 2-3 0,-1 2 0 16,0 2 0-16,-1 4 0 16,-1 0-1-16,1 5 1 15,3 1 0-15,-4 1 0 16,3-1 0-16,0 0 0 15,0-3 0-15,5-2 0 16,-1-2-1-16,4-3-1 16,-1-2 1-16,2-4-2 15,1 0-1-15,-1-3 1 16,-1 0 1-16,0-1 1 16,0 0 1-16,0 0 0 15,5-7 0-15,18-29 0 16,-16 24 1-16,-3 0 0 15,-1 2 0-15,-2 1 1 16,0 2 0-16,-2 0 1 0,-1 1 1 16,0 0 2-16,-2 4 0 15,1 0 1-15,-2 2-2 16,1 2-2-16,-3-1-3 16,2 6 0-16,-1 2-2 15,0 4 0-15,2 1 0 16,2 4 0-16,2 2 2 15,0-3-2-15,0 4 1 16,2-3-2-16,0-4-1 0,2-1-4 16,2-2-2-1,2-6 0-15,1 2-1 0,-1-7 3 16,-2-5 3-16,2-1 2 16,-2-5 2-16,1-1 1 15,1-2 0-15,-1-2 1 16,-1 0 0-16,-1 0 0 15,-2 0 0-15,-2 2 0 16,-1 2 0-16,-2 2 0 16,1 3 1-16,-1 4-1 15,2 2 1-15,-2 2-1 16,1 0-1-16,0 0-3 16,0 0-2-16,0 2 1 15,-4 12 0-15,-5 22-1 16,7-23 0-16,2-3-4 15,1-1-3-15,0-4-3 0,3-2-1 16,0-4 2-16,0-2 4 16,2-6 6-16,0-4 3 15,1-3 1-15,0 0 0 16,-2-1 1-16,-1 2 0 16,-3 0 0-16,0 0-1 15,-2 7 4-15,-1 1-22 16,-1 7-182-16</inkml:trace>
  <inkml:trace contextRef="#ctx0" brushRef="#br0" timeOffset="56316.63">7698 8990 100 0,'3'0'41'0,"-1"2"-22"0,0-1-14 0,-2-1-5 0,0 0 0 0,0 0 4 0,0 0 20 15,0 0 45-15,0-1 19 16,0 1 26-16,-1-1-9 16,0 0-23-16,0 0-13 15,0 0-20-15,1 0-11 16,-1 0-20-16,0 0-6 0,0 1-8 16,0-1-2-16,0 0 0 15,0 0 0-15,1 0 1 16,-1 0 0-16,0 0 10 15,0 1 8-15,0 0 15 16,0 0 6-16,0 0-2 16,-1 0-5-16,-1 1-12 15,-1 1-6-15,0 4-9 16,-1 1-1-16,-14 17-5 16,17-19-1-16,2-1-1 15,0 0 0-15,0 0-1 16,0 6 0-16,-1 0 1 15,-4 2 0-15,10 3-1 16,-1-3 0-16,3-3-1 16,0-3 0-16,-4-5 1 15,2 0 0-15,-1-1 1 0,5 1 0 16,-4-2 3-16,-1-5-1 16,3-2 0-16,-5-5 1 15,3-1-1-15,0 2 0 16,-5-2 0-16,4 2 1 15,-4 2-1-15,0-2 1 16,0 3-1-16,-1-1 1 0,0 3 1 16,-2-2 1-16,-2 5 3 15,1 4 3-15,-1-3 5 16,-1 2 1-16,0 1 1 16,0-1-3-16,-1 5-6 15,1 3-3-15,-1 1-3 16,0 2-2-16,1 1-1 15,-2 0 0-15,3 1 0 16,-1 1-1-16,4 2 0 16,-1-3 1-16,3-1-2 15,1-5 0-15,3-2-2 16,-3-2-1-16,4-3 2 16,2 0 0-16,1-7 3 15,5 1 0-15,-4-6 1 16,2-3 0-16,-3-5-1 15,0-1 1-15,2-1 0 16,-5-1 0-16,-1 3 0 0,-1 1 1 16,-3 6 2-16,0 1 0 15,-3 5 6-15,-3 1 4 16,-1 3 3-16,-2 4 0 16,0 4-5-16,2 2-5 15,-1 6-7-15,-3 1 0 16,-1 6 0-16,6 2-1 15,0 2 0-15,4 1 0 0,2-5 1 16,-6 0-1-16,4-6-1 16,2-1-1-16,-1-3-1 15,-2-5-1-15,5 0-1 16,0-3 0-16,-2-2 2 16,0 1 3-16,0-1 1 15,0 0 0 1,0 0 1-16,6-2 0 0,3-8-1 15,19-31 1-15,-21 24 0 16,-7 7 1-16,-1 0 0 16,-2 2 1-16,-2 1 0 15,2 2 1-15,1 3-1 16,-1 2-1-16,-1 2-2 16,4-1-2-16,0 0-2 15,-1 0-1-15,1 6 2 0,0 6 0 16,1 19 0-16,5-20 1 15,-2-6 0-15,0-1-1 16,0-4 2-16,2-2 1 16,3-5 0-16,-1-4 1 15,3-7 0-15,-1-4-1 16,-2-4 1-16,3-1 0 16,-2 7-1-16,-3 1 1 15,-3 6-6-15,-3 4-21 0,-5 4-118 16,-1 2-156-16</inkml:trace>
  <inkml:trace contextRef="#ctx0" brushRef="#br0" timeOffset="61043.55">8935 9079 123 0,'0'0'85'0,"-1"-1"-5"0,-1 1-22 0,1-1-7 0,0 0-14 0,0 0-5 0,0 1-9 16,1-1-5-16,-1 0-2 15,0 0 3-15,0 0 9 16,0 0 7-16,0 0 7 15,0 0 1-15,0 1-5 16,1-1-1-16,-1 0 1 16,0 0 0-16,0 0 3 15,-1 0-2-15,0 0-3 16,-2 1-3-16,-1-1-8 16,-2 0-4-16,-21 3-5 15,22 2-3-15,1-1 0 16,0 0-2-16,1 0 1 15,-1 0 0-15,0 0-2 0,1 1-2 16,0 3-4-16,1 0-3 16,0 6-1-16,2 1 0 15,1 0-1-15,0 3 1 16,0-4-1-16,0 2 1 16,2-5-1-16,0-3 0 15,1-1-1-15,0-1 1 16,0-3 0-16,1 1 0 15,0-3 1-15,0-1 0 0,1-1 0 16,1-3 2-16,-2-2-1 16,1-2 1-16,1-1 1 15,-3-1 0-15,1 1 0 16,-1-1 0-16,-3 1 0 16,0-1 0-16,-1 0 0 15,-1 3 0-15,1 2-1 16,1 1 1-16,-4 2 0 15,3-1 0-15,-2-1 3 16,0 3 0-16,2 2 0 16,0 0-2-16,0 0-4 15,0 0-1-15,0 0-1 16,0 1 1-16,-3 11 1 16,-8 21-1-16,10-22 0 0,2-2 0 15,0-1-2-15,3 0 0 16,0-4-1-16,1-1 0 15,1-3 1-15,0-3-1 16,2-3 3-16,0-1-1 16,2-5 2-16,0-2 0 15,1-1 0-15,-2-1 0 16,-1 1 1-16,2 2 0 16,-5 0-1-16,0 1 2 15,-4 2 0-15,0 0 0 0,-1 5 1 16,-1 0 1-1,0 3 0-15,1 2 1 0,0-1 0 16,1 1-1-16,-1 0-2 16,0 0-1-16,0 0-2 15,-5 2 0-15,1 11 0 16,-23 22 0-16,24-21-2 16,-2-5-1-16,0 4-1 15,3-3-1-15,0 0 0 16,3 0 0-16,0-4-1 15,0 0 0-15,1-1-3 16,2-2 0-16,0-2 2 16,-3-1 1-16,0-1 4 15,0 0 1-15,0 0 2 16,4-6 0-16,24-28 1 0,-20 21 0 16,-3 1 1-16,1 2-1 15,-5 1 1-15,-1 1 1 16,-1 2 0-16,-2-1 4 15,0 5 6-15,2 3 1 16,-4 0 1-16,4 0-3 16,1 0-7-16,-1 0-2 15,-2 1-3-15,-8 3 0 0,-21 32 0 16,23-23 0-16,1 2-1 16,0 0 0-1,3-2-1-15,2-1 1 0,1-6 0 16,1-1 0-16,1-3-1 15,0 0 1-15,0-3 1 16,0 0-1-16,0 0 1 16,2-6 0-16,5-9 0 15,11-25 1-15,-12 23-1 16,-1 2-3-16,-3 4-32 16,-1 3-29-16,-1 4-89 15,-3 0-136-15</inkml:trace>
  <inkml:trace contextRef="#ctx0" brushRef="#br0" timeOffset="64525.68">10124 9289 135 0,'-1'-2'67'0,"1"-2"-13"0,-2 0-17 0,1 0-7 0,0 0 2 0,0-1 9 0,0 0 7 0,-1-1 21 16,0 2 8-16,-2-2 8 15,1 2-3-15,-1 3-16 16,-4-3-9-16,2 2-21 15,2 2-11-15,0 0-14 16,4 0-5-16,-1 0-6 0,0 0 0 16,1 0-5-16,-1 0 1 15,0 0-1-15,0 0 0 16,-1 10 1-16,-3 22 0 16,6-22 1-16,-1-1 0 15,4 0 0-15,3 0-1 16,-3-5-1-16,2-3-1 15,1-2 1-15,-1-1 1 16,1-4 2-16,-1-5 1 16,1 1 1-16,1-3 0 15,-4 2 0-15,1 0 0 0,-1 0 1 16,-1 2 0-16,-2 1 1 16,1 3 0-16,-4 0 2 15,0 1 0-15,-3 1 2 16,0-1 4-16,-4 2 10 15,0 2 4-15,-1 0 7 16,-4 0 0-16,4 3-8 16,-3 1-6-16,6 2-10 15,-2-2-4-15,5 5-3 16,1-2-1-16,2 2-1 16,2 2-1-16,3-3 1 15,1 0-3-15,1 0-4 16,1-2-4-16,1 1-3 15,-1-3 1-15,4-2 4 16,-4-2 4-16,0-4 5 16,-1 0 1-16,0-1 1 0,3 1 1 15,-5-1 0-15,0 0 0 16,-2 0 1-16,-1-1 1 16,1 3 1-16,-1 0 2 15,-5-2 2-15,-2 0 3 16,0 2 9-16,-4-3 1 15,0 4-1-15,2 2-2 0,-4 0-11 16,3 1-3-16,2 5-4 16,0-2-1-16,2 3-1 15,0 2 0-15,1 4-2 16,3-1-1-16,0 0-7 16,1-3-2-16,1-1 0 15,0-1 2-15,3-2 7 16,-2-1 2-16,2-3 2 15,-1 0 1-15,-3-2 1 16,0 0 0-16,0 1 1 16,0-1-1-16,3-5 0 15,0-6 0-15,23-19 0 16,-23 24 2-16,-4 0 11 16,-1 1 7-16,-3-1 10 15,1 1 4-15,-2 0-1 16,-1 1-4-16,1 3-8 15,-1 2-5-15,2 0-12 0,0 4-4 16,2 2-3-16,1 0-2 16,2 4 3-16,0-2-1 15,3 0 2-15,-1 0-1 16,0-6 0-16,0 2 0 16,0-4-2-16,-2-1 2 15,0 0-1-15,0 0 2 0,3-1 0 16,7-2 0-16,18-16 1 15,-24 13 1-15,3 1 1 16,-7 0 0-16,-6 3 0 16,1-2 0-16,-2 4-7 15,0-2-21-15,0 3-95 16,-1 3-98-16</inkml:trace>
  <inkml:trace contextRef="#ctx0" brushRef="#br0" timeOffset="74995.75">11332 9240 63 0,'1'0'63'0,"-1"0"24"0,0-1 1 0,0 1-20 0,0 0-18 0,0 0-30 16,0 0-10-16,0 0-7 16,0 0-2-16,0 0 0 15,0-1 1-15,0 0 0 0,0 0 0 16,0 0 10-16,0 0 7 16,0 1 20-16,0-1 8 15,0 0-1-15,0 1-7 16,-1 0-19-16,1 0-6 15,0 0 4-15,0 0 6 16,0 0 13-16,-1 0 4 16,0 0-4-16,1 5-7 0,-1 3-12 15,-8 20-6-15,7-20-7 16,1 1-1-16,0 3-2 16,3-1-1-16,1 0 0 15,-1-2 0-15,-2-4 0 16,1 0-1-16,1-2 1 15,1-1 0-15,-3-2 2 16,0 0 0-16,0-1 4 16,0 0 2-16,0 0 2 15,0 0-1-15,0 0-1 16,0 1-2-16,1-3 0 16,1-2 1-16,-1 0 6 15,0 0 7-15,5-22 12 16,-9 24 5-16,2 1 5 15,0 1-5-15,0 1-11 0,0 0-5 16,0 0-13 0,0 0-3-16,0 0-4 0,1 0 0 15,-1 0-2-15,-2 6 0 16,0 5 0-16,-4 21 0 16,8-21 0-16,-1-1 0 15,0-5 0-15,2-1-1 16,2 0-1-16,3 1 1 0,-3-5 0 15,-1-2 0 1,2-1 1-16,-2-4 0 0,3 4 0 16,1-1 2-16,-3-5-1 15,-1 0 0-15,-1-3 0 16,-1 3 0-16,-1 0 1 16,0 1 0-16,0 5 2 15,-1 0 1-15,-3 2 0 16,3 1 1-16,1 0-1 15,-1 0-1-15,0 0-1 16,0 0-1-16,-4 3 0 16,-5 3-1-16,-16 27-1 15,21-20 0-15,-1 1 0 16,3 0-1-16,-2-3 0 16,2 0 1-16,3-2-1 15,0-1 1-15,1-2-1 16,-1-4 1-16,0 1-2 15,1-1 1-15,-1-3 0 0,0 1 1 16,0-1 0-16,0 0 1 16,3-7 0-16,15-24 0 15,-14 19 1-15,-1 2-1 16,-2 0 0-16,0 0 1 16,-3 1-1-16,2 0 2 15,-2 5 0-15,1-2 0 16,0 3 3-16,-4 1 2 15,3 1 2-15,-5 0 0 0,3 3-2 16,4 2-3-16,-2 2-4 16,1 1-1-16,0 3 0 15,1 0-1-15,0 2 0 16,4 2 1-16,0-3-1 16,0-2-1-16,2-3 0 15,0-4 0-15,1-2 0 16,3 0 1-16,-1-5 1 15,1-4 0-15,1-2 0 16,-2-3 0-16,-2-3 1 16,1 2 0-16,-3 0 0 15,0 0 0-15,-3 5 0 16,0 2 1-16,-2 0 2 16,-3 3 1-16,0 4 1 0,-2-3 1 15,-1 7 2-15,1 1-2 16,-4 5-3-16,-1 1-1 15,2 5-3-15,-3 0 0 16,4 2 0-16,1 0 0 16,0 1-3-16,3 0-27 15,-1 1-174-15</inkml:trace>
  <inkml:trace contextRef="#ctx0" brushRef="#br0" timeOffset="89105.55">2801 5143 80 0,'0'1'41'0,"1"0"-4"0,1 2-8 0,-2-3-5 0,0 0-3 0,0 0-8 16,0 0-6-16,0 0-4 15,0 0-2-15,0 0 0 16,0 0 0-16,0 3-1 16,0 0 1-16,2 5 0 15,6 21 0-15,-6-23-1 16,1 0 1-16,-2 1-1 15,2 1 1-15,1 0-1 16,-1-1 0-16,1-2 1 0,2 0-1 16,0 2 1-16,0 1-1 15,1 0 1-15,-4-5-1 16,6 2 0-16,-9-3 1 16,2 3-1-16,7 1 1 15,-7 2 0-15,8 2 0 16,-1-3-1-16,-5 2 1 15,2 0 0-15,-3-3 0 0,0 0 0 16,2-1-1-16,0-2 0 16,6 3 0-16,-2 0 1 15,-3-1-1-15,0 2 1 16,-3-2-1-16,4 3 1 16,2-1-1-16,-1-1 1 15,-1 0-1-15,0 0 1 16,1 2-1-16,0 0 1 15,4 3-1-15,-3-4 1 16,2 2-1-16,-2-1 1 16,1-1 0-16,0 1 1 15,0-1-1-15,0 1 2 16,-1-1 1-16,-1 3 3 16,2-2 3-16,-1 3 7 15,1-2 2-15,-1 2 6 16,0-1 2-16,-1-2 0 15,0 3-1-15,3-1-3 0,-4 1-3 16,2 2-3-16,0 0-2 16,-5-4-5-16,2 0-1 15,0 4-4-15,-1 0-1 16,3 0-1-16,3 7-1 16,-5-9 0-16,7 2-1 15,-6 1 0-15,-1-2 0 16,1 1-1-16,-6 0 1 0,8 2-1 15,0-1 1-15,1 1-1 16,2-1 0-16,-4-2 1 16,1 1-1-16,-2-2 1 15,3 1-1-15,-2 1 0 16,2-1 1-16,-1 2-1 16,-2-4 0-16,2 2 0 15,-1 0 0-15,-1 1 1 16,4 2-1-16,-3-4 0 15,-1 1 0-15,2 1 0 16,1-5 0-16,3 3 0 16,0 0 0-16,-1 1 0 15,4 2 0-15,-3 1 1 16,1-2-1-16,4 3 1 16,-4-2-1-16,2 0 0 0,1 3 0 15,-8-3 0-15,4-1 0 16,-4 0 1-16,2 0-1 15,1 0 0-15,1 0 0 16,0-1 0-16,-2 1 0 16,2 2 0-16,-3-1 0 15,-1 2 1-15,2-3-1 16,-2 0 0-16,2 2 0 16,1-3 0-16,-3 4 0 15,2-3 0-15,0-1 0 0,2 2 1 16,2 1-1-16,1 3 1 15,-1 1-1-15,-2-1 1 16,0-2-1-16,3-1 0 16,-3-1 0-16,1-1 0 15,-3 0 0-15,1 0 0 16,1 0 0-16,0 0 0 16,2 1 1-16,-6-3-1 15,3 2 0-15,0 0 0 16,-2-1 0-16,2 3 0 15,-1 0 0-15,1-1 0 16,1 2 0-16,0 2 0 16,0 0 0-16,1 4 1 15,-1-2-1-15,3 0 0 0,0-1 0 16,-2-4 0-16,0-1 0 16,1-1 0-1,0 0 0-15,-1 0 0 0,2 1 0 16,0-2 0-16,-2 3 1 15,2-3-1-15,-3 0 1 16,-1 3-1-16,0-4 0 16,-3 2 0-16,4 1 0 15,-2 0 1-15,2-1-1 16,0 0 0-16,-2 1 0 0,1 1 0 16,-4 0 1-16,1 4-1 15,0-3 0 1,-2 1 0-16,2-1 1 0,0 0-1 15,-2 1 0-15,1-1 1 16,1 0-1-16,0-2 1 16,-1 3-1-16,3-2 0 15,1 1 0-15,-2-2 0 16,1 1 0-16,-1-2 0 16,0 0 0-16,0 0 1 15,-1 0-1-15,0-1 0 16,-1-1 0-16,1-2 1 15,1 3-1-15,1 1 0 16,-2-1 0-16,3 5 0 16,-1 0 0-16,-2-2 1 0,3 1-1 15,-1 0 0-15,-4-2 0 16,1 3 0-16,0-2 0 16,1-1 0-16,3 2 0 15,-3-3 0-15,3 1 0 16,-6-1 0-16,1-1 0 15,2 2 0-15,-2-3 0 16,3 2 0-16,0-1 0 16,0-2 0-16,-1 0 0 0,3-1 0 15,-1 2 0-15,-1-2 0 16,2 3 0-16,-1-2 0 16,0-1 0-16,4 1 0 15,-1-1 0-15,1 0 0 16,-1 0 0-16,-1-1 0 15,-1 1 0-15,-2-5 0 16,3 2 0-16,3 2 0 16,-4-3 0-16,4 7 0 15,-2 1 0-15,-5-5 0 16,3 4 0-16,0-2 0 16,-3-1 0-16,4 3 0 15,-2 1 0-15,-1-1 0 16,-1 1 0-16,-1-2 1 15,1 0-1-15,-1 0 1 16,-1-2-1-16,0 1 0 0,-1-2 1 16,-1 2-1-16,-1-1 1 15,0 2-1 1,1-3 0-16,2 3 1 0,0-1-1 16,2 1 1-16,-1 2-1 15,-1-2 0-15,-2 0 1 16,1 0-1-16,0 0 0 15,0 0 0-15,-2-3 0 16,3 2 0-16,-3-3 1 16,1 4-1-16,0 1 0 0,0-4 1 15,-2 1-1-15,2-2 1 16,-2 0-1-16,1 3 1 16,4 0-1-16,-4 0 0 15,4 0 0-15,-2-1 0 16,-3-2 0-16,3 2 0 15,-2-2 0-15,1 1 0 16,0 2 1-16,3 1-1 16,-1 1 0-16,1 1 0 15,-4-2 0-15,1-2 0 16,-1 2 0-16,-2-2 0 16,6 2 0-16,-5-2 0 15,2-3 0-15,0 0 1 16,-2-2-1-16,-2 0 0 15,1 2 0-15,-1-2 0 0,3 2 1 16,2 1 0-16,1 0 0 16,-2 1-1-16,2 0 1 15,-4-3 2-15,2 0 1 16,1-1 2-16,-1 0 0 16,-1 1-1-16,-1-1-1 15,0-2-1-15,-1 2 1 16,-1-2 0-16,-1-2 3 15,0 0 8-15,0 0 0 0,0 0-1 16,0 0-4-16,0 0-7 16,0 0-1-16,0 0-1 15,0 2 0-15,2-1-1 16,1 0 0-16,4 2 0 16,0 1 0-16,22 19 0 15,-20-22 0-15,-3 1-35 16,-1-4-1-16,-1 0-12 15,0 2-19-15,-2-3-66 16</inkml:trace>
  <inkml:trace contextRef="#ctx0" brushRef="#br0" timeOffset="97504.51">5651 8640 111 0,'-1'0'65'0,"1"0"9"0,-1-1 1 0,0 0 0 0,1 0-6 0,-1 0-17 16,1 1-12-16,0 0-13 15,0 0-2-15,0 0-9 16,0-1-1-16,0 1 4 0,0 0 1 16,0 0 1-1,0-1 0-15,0 1-3 0,0 0 1 16,0 0-2-16,0 0 0 16,2-1-3-16,4 0-2 15,0 0-3-15,21 2 0 16,-19-1-1-16,2 1 2 15,2 2 1-15,0-2 0 16,2 2-5-16,2 0-2 16,-2-4-2-16,1 1 0 0,-1 2-1 15,-3-2 0 1,3 3 0-16,-1 2 0 0,-2-4 4 16,-2 1 5-16,3 2 6 15,-2-4 1-15,4 4-2 16,1 0-6-16,-1-1-5 15,2 2-2-15,-1 1 0 16,-1-2 0-16,0 2 1 16,-2-3 2-16,1-1 2 15,1 1-1-15,0 1-1 16,0-2-1-16,0 2-2 16,-2-2 1-16,2-2-2 15,1 2 1-15,-1 0-1 16,0 0 0-16,0 0 0 15,-3 1-1-15,1 1 1 16,2-1-1-16,-2 2 0 16,3-1 1-16,-1 0 0 0,2-1 0 15,-2-3 7-15,-1 1 1 16,1-1 3-16,-2 0 0 16,2 2-6-16,3-1-2 15,-2 4-1-15,2-3-1 16,1 4-1-16,-2-2 1 15,2-2-1-15,-2-2 1 0,2 1 0 16,2 0 2-16,-3 1 1 16,3 0 4-16,-8-2 4 15,3 0 3-15,-1 0-2 16,-3-2-2-16,6 2-6 16,-4 0-2-16,2 1-2 15,-1-1-1-15,-2 1 0 16,2 0 1-16,-1 0 0 15,1 0 0-15,-1-1 1 16,-1 0 0-16,0 0 0 16,0 1 0-16,2 1 0 15,-2 0-1-15,1 1 0 16,0-2-1-16,-2 1 0 16,2-1 0-16,-3 2-1 15,0 1 1-15,3 0 0 16,-4 0 0-16,3 0 0 15,-4 1 0-15,0-2 0 16,5 2-1-16,-5 0 0 0,4 1 0 16,-3-2 1-16,-3-2-1 15,1 5 0-15,4-1 1 16,-3 1 0-16,3 1 0 16,-3-2-1-16,0 0 1 15,1-1-1-15,-1 1 1 16,1-1-1-16,1 0 0 0,-2-2 0 15,1-2 0-15,1 2 0 16,-1 0 0-16,0-2 0 16,2 3 0-16,-2-1 1 15,1 0-1-15,0 0 0 16,0 0 0-16,-1-1 0 16,2 1 0-16,1 0 0 15,0-1 1-15,3 2-1 16,0 0 0-16,3 2 0 15,-2 1 0-15,-3-2 0 16,-1-1 0-16,2 0 0 16,2 1 0-16,0-1 0 15,-2-2 0-15,-2 0 1 16,-4 0-1-16,6 1 1 16,0 1 0-16,1 2-1 15,1 1 0-15,0 0 0 16,3 1 0-16,0-5 1 15,0-2 1-15,0-1 3 0,-2 1 1 16,-1 0 4-16,1 2 1 16,0-2-2-16,-1-3-1 15,2 2-4-15,-3-1-2 16,-2 1 0-16,5 1-1 16,-5-3-1-16,2 4 1 15,3 0-1-15,-6 1 1 0,2 0 0 16,0 0-1-16,0-2 1 15,3 2-1-15,1-3 0 16,-2-1 1-16,1 1-1 16,-1-2 0-16,1 1 1 15,1 0-1-15,-2 1 1 16,1 2 0-16,-1 0-1 16,-1-1 0-16,4 0 0 15,-3-1 0-15,1 4 0 16,-2-1 1-16,2 1-1 15,1 0 0-15,-6-3 0 16,6 1 1-16,-5-2-1 16,-2-2 0-16,6 2 1 15,-3 0-1-15,2 1 1 16,-1 0-1-16,0 1 1 16,0 0-1-16,-1 1 1 15,2 3-1-15,-3-1 1 0,1-1-1 16,-2 0 1-16,0 0-1 15,2 0 1-15,1 0-1 16,-2 0 0-16,-1-4 0 16,-1 0 1-16,-2 0-1 15,4 1 0-15,-2 1 0 16,1-1 0-16,1 1 1 16,-4 0-1-16,1-1 0 15,-1 0 0-15,0 2 0 0,2-1 0 16,-1 1 1-16,1 1-1 15,-3-3 1-15,1 2-1 16,4-1 0-16,-3 0 0 16,1 2 0-16,-1-2 0 15,1 3 1-15,2-1-1 16,2-1 0-16,1 1 0 16,-1-2 0-16,3 2 0 15,-1-1 0-15,1 2 0 16,1-2 0-16,1 2 0 15,-2-1 0-15,0-1 0 16,0-1 0-16,-3-1 0 16,-1 1 0-16,-2-2 0 15,4 0 0-15,1 1 0 0,2 0 0 16,1 1 0 0,-1-2 0-16,-1-1 0 0,-2 1 0 15,3 0 1-15,-4 0-1 16,3 2 0-16,0-1 0 15,1 2 0-15,1 0 0 16,-3 2 0-16,1-3 0 16,-1 3 0-16,-2-4 0 15,1 1 0-15,-2 2 0 16,2-3 0-16,0 2 0 0,-3-3 0 16,3 0 0-16,-2-3 0 15,2 2 0-15,0 0 0 16,0-2 0-16,-1 2 0 15,-2 0 1-15,1 1-1 16,2-2 1-16,2 2-1 16,1 2 0-16,2-2 0 15,-2 3 0-15,0 0 0 16,-1-1 0-16,-1 5 0 16,0 0 1-16,0 1 0 15,1 0-1-15,-4-3 0 16,-1 0 0-16,2 0 0 15,-1-1 0-15,4-1 0 16,2-1 1-16,-6-1 2 16,2-1 3-16,-1 0 4 0,-1 1 2 15,2 0 3 1,-3 0-1-16,3 3-3 0,2-2-2 16,1 2-5-16,0 1-1 15,1-2-2-15,0 0 0 16,-2 1 0-16,-3-2-1 15,2 1 1-15,0-3 0 16,0 0 0-16,3 1 2 16,-6-1 2-16,2 0 0 15,0-1 2-15,0 0-2 16,5 1 0-16,-3 0-1 0,2 1-2 16,0-1 0-16,-1-1-1 15,1 2 0-15,-1 0 0 16,1 3 0-16,0-1-1 15,-3-3 1 1,-9 0 0-16,0 1 0 0,23 1 0 16,-1-2 0-16,-2-1-1 15,-11 1 0-15,2 0 0 16,4 2 0-16,0-1 1 16,1 0-1-16,-2-1 1 15,0 1 0-15,-2-1-1 16,-1 0 0-16,0 3 1 0,1-2-1 15,1 3 1 1,5 1-1-16,-5-1 1 0,0-3-1 16,0 0 0-16,-1 3 0 15,0-4 1 1,-1 0-1-16,-1-1 0 0,-4-5 1 16,1 7 0-16,-1-1 0 15,0 4 0-15,1 0 0 16,1-4 0-16,1 1-1 15,0-1 0-15,1 0 1 16,-3 0-1-16,3 3 0 16,-3-2 1-16,1-1-1 15,1 1 1-15,-2-1-1 0,1 2 1 16,-1 1-1-16,0-3 0 16,-1 3 0-16,-3-4 1 15,3 0-1-15,-3 0 0 16,2-2 1-16,0 2 1 15,-5-1 1-15,3 1 0 16,-1-1 0-16,0 3-1 16,-1-3 0-16,0 2 0 15,2-2-1-15,-1 1 0 16,1 1 0-16,1-2-1 16,-1 0 0-16,-2 0 1 15,0-3-1-15,0 2 0 16,1 4 1-16,-2-1 0 15,1 3 0-15,-3-2 1 16,-1-3-1-16,3 2 0 0,-1 0-1 16,3 2 1-16,-1-1 0 15,2 0 3-15,-3-1 3 16,-1 1 2-16,-1-1 0 16,0 0-3-16,1-1 0 15,0 2-2-15,0-1 0 16,0 0-1-16,-3 0-1 0,3 0 0 15,2 4-1-15,-4-2 0 16,2 1 0-16,-2-2-1 16,-1-1 2-16,-1 0 2 15,2-1 3-15,1 1 4 16,3 1 0-16,1-1-3 16,2 0-4-16,0-2-2 15,1 0-1-15,-2 2-1 16,-3 1 1-16,0 3 0 15,-3-2-1-15,2-2 1 16,0 3 0-16,-2-3-1 16,1 3 1-16,-1-1 0 15,-1-2-1-15,2 3 1 16,-2-1 0-16,-2 0-1 16,2 2 0-16,-2-3 0 15,-2-1 0-15,0 0 0 16,0 0 0-16,0 0 0 0,0 0 0 15,0 0 0-15,0 0-1 16,0 0 0-16,0 0-1 16,0 0-14-16,0 0-13 15,0 0-70-15,0 0-68 16</inkml:trace>
  <inkml:trace contextRef="#ctx0" brushRef="#br0" timeOffset="114652.95">5658 8092 50 0,'-1'-1'26'0,"0"-1"-8"0,-1 0-6 0,1 1-5 0,0 0 4 16,0 0 17-16,0 1 12 16,1-1 26-16,-1 0 8 15,-1-3-3-15,-1-1-7 16,1 2-18-16,-2-2-11 15,3 4-5-15,-7-1-4 0,-21-20-9 16,23 21-3-16,-1 1-8 16,0 0-3-16,-2 1-1 15,-1 2-1-15,0 0 1 16,-2 0-1-16,-1 0 4 16,2 1 2-16,-5 0 5 15,1 2 1-15,-2 0 0 16,-2 0-2-16,2 4 0 15,-3-1-1-15,0 2-1 16,-2 1-1-16,2 2-2 16,1 0 0-16,-1 0 2 15,2 0 0-15,0-1 0 16,1-1 0-16,3 5-3 16,0-1-1-16,2 0-2 15,0 0-1-15,1-1 0 16,0-2-1-16,0 2 1 15,0 2 0-15,2-2 2 16,-4 2 1-16,4 0 2 0,-1-1 2 16,-1 0 1-16,2 0 0 15,-2-1-2-15,4 2-1 16,0 1-3-16,2 0 0 16,-2 1 1-16,0 1 1 15,1 0 1-15,-2-1-1 16,3 1-1-16,-1-1-1 15,3 0-2-15,2 1 0 0,1-2 0 16,4 2-1-16,-3-3 1 16,-1-2 0-16,2 4 0 15,-2-5 0-15,3 2 0 16,2 2 0-16,1-2 1 16,1 0 0-16,-4 2 1 15,5 0-1-15,-3 0 1 16,1 3-1-16,3-2 0 15,0 1 0-15,-1-4-1 16,0 0 1-16,3 1-1 16,-3-4 1-16,3 2 0 15,3-1 2-15,-3-5 0 16,1 0 2-16,1 1 0 16,2-1-1-16,1 2-2 15,3 4 1-15,0 1-3 16,1-2 2-16,4 5-2 0,0-1 1 15,1-1-1-15,-1-1 0 16,1-2-1-16,-2-2 1 16,-2-1 0-16,-1-2 0 15,-2-1 0-15,1-1 0 16,1-1 1-16,-1-2 1 16,1 0 4-16,2-2 1 15,-5-1 4-15,4-1 1 16,-2 0 0-16,1-2-1 0,2-1-2 15,0 0-1-15,2-1-2 16,0-4-1-16,1 1 1 16,1-1 1-16,-5-3 4 15,2 3 3-15,-6-3 9 16,-2-1 3-16,0-1 0 16,-2-1 0-16,0-1-9 15,1-2-4-15,1-1-4 16,-1 0-1-16,-2-3-2 15,1 2 0-15,-1 2-1 16,0 1-1-16,-3-2 3 16,1 1 1-16,-4-6 4 15,-1-4 1-15,1-1-1 16,-2 1-3-16,2 1-5 16,-1 0-1-16,-3 2-2 0,4 3 0 15,-4-1 0-15,2 0 1 16,-2-1 0-16,2 1 1 15,-2-1 0-15,0 0-2 16,1 1 1-16,-2 1-1 16,0-4 3-16,-1 0 1 15,-2-2 3-15,0 1 0 16,-3-2-2-16,0 3-2 16,1 1-1-16,-4-1 1 15,0 2 6-15,0-2 5 0,-3 2 8 16,-1 0 2-16,-1 2-2 15,-2-1-2-15,-2-2-7 16,1 1-1-16,-1-1-2 16,0 2 0-16,3 3 1 15,1 1 1-15,0 4 1 16,0 0 0-16,-5 2-3 16,2 1-1-16,-3 4-3 15,0-1-1-15,2 2-2 16,-5-1 0-16,0 1-2 15,-3 1 0-15,-2 0-1 16,1 0 0-16,0 2 0 16,1 1-1-16,2 2-1 15,0 0 0-15,-1 3-1 16,1 2-1-16,-1 5 2 16,-3 5-32-16,-4 10-128 0</inkml:trace>
  <inkml:trace contextRef="#ctx0" brushRef="#br0" timeOffset="129601.959">6021 7508 170 0,'0'-1'73'0,"0"2"-34"0,1 0-25 0,-1-1-13 0,0 0 1 0,0 0-2 0,0 0 1 15,8 0 0-15,1-1 4 16,19-6 18-16,-19 0 9 16,-1 2 12-16,0-5 2 15,1 0-7-15,0 0-3 16,1-4-7-16,-1 0-4 0,2-1-10 15,-2-4-7-15,-1 2-6 16,3 0 0-16,-3 0-2 16,2 2 1-16,-3-1 0 15,0 0 0-15,-6 0 3 16,3 0 4-16,-2 4 15 16,-1 1 8-16,2 4 12 15,-3 1 2-15,-2 3 0 16,1 1-3-16,-1 1 0 15,2 0-5-15,-1 0-12 16,0 0-7-16,0 1-14 16,-4 0-1-16,-2 1-2 15,-22 10 0-15,17-6 1 16,3 2-2-16,-3 2 2 16,-3-1-1-16,0 2 0 15,-1 2 1-15,0 1-1 16,2 0 0-16,1 2-1 0,0-1 0 15,1 1 1 1,-1 1-1-16,3 1 0 0,0-1 1 16,0-1 0-16,2-1 0 15,0-1 1-15,2-2-2 16,2 1 1-16,1 0-1 16,0 2 0-16,2 0 0 15,1-1 0-15,2-2-1 0,4-3 1 16,-1 2-1-16,2-1 1 15,3 0 0-15,-1-1 0 16,1-1 0-16,1-1-1 16,3 1 1-16,0-1-1 15,5 0 1-15,1-1 0 16,1-5 0-16,6 1 0 16,-5-1 1-16,1-5-1 15,-1 1 1-15,-4-1 0 16,3-5 1-16,-1-2 1 15,-1-6 2-15,1-2 1 16,-3-1 1-16,1-5 0 16,-1-2-2-16,1-6 0 15,1-1-1-15,-2-3 1 16,1-1 4-16,-4-1 4 0,-1-1 1 16,0 0-1-16,-4-1-5 15,1-3-3-15,-1-2-3 16,-4-2-1-16,2 0-1 15,-7 6 0-15,1 3 0 16,-4 5 1-16,-3 4 0 16,-4 5 2-16,0 3 1 15,-2 6 5-15,0 3 2 0,3 3 3 16,-2 2 0 0,2 5-5-16,-2 0-2 0,-2 5-6 15,-1 1-1-15,1 4 0 16,0 4-1-16,0 1 0 15,0 0 1-15,1 1 0 16,1 3 0-16,0 2 0 16,3 3-1-16,0 6 0 15,0-1 0-15,3 4 0 16,-1-2 1-16,4 3 0 16,2 2-1-16,2 1 0 15,2 3 0-15,0-1 1 16,2-2 0-16,2-4 0 15,2-3-1-15,4-5 1 16,1-2 0-16,3-1 0 16,0-3 0-16,2-2-1 15,3-1 1-15,2-3-1 16,3-2 0-16,3-4 0 16,0-2 0-16,-2-2 0 0,-3-4 0 15,-4-3-1-15,-1-5-2 16,-2-4-8-1,1-3-12-15,-2-2-48 0,-2-1-22 16,-2-3-47-16,0-3-18 16,-6-5 11-16,-1-2 21 15,-3-1 63-15,-3-1 39 16,-1 3 64-16,-2 1 15 0,-2 0 19 16,-2 1 3-16,0-2 2 15,1 1-3-15,3 4-10 16,-1 2-4-16,1 7-11 15,0 5-1-15,1 7 0 16,0 3-2-16,1 5-10 16,-1 1-9-16,1 1-16 15,0-1-6-15,0 0-5 16,0 3-1-16,2 13 1 16,4 28 0-16,-2-15-1 15,1 3 0-15,3 10 1 16,2 1-1-16,1 9 0 15,-1 4-10-15,3 7-41 16,-1 0-39-16,4 0-119 16</inkml:trace>
  <inkml:trace contextRef="#ctx0" brushRef="#br0" timeOffset="130066.03">6830 7106 322 0,'-3'-9'189'0,"0"-11"-21"0,3 4-55 0,1 4-59 0,1 2-12 0,1 1-22 0,0 3-8 0,3 0-9 0,0-1-2 0,0 1-1 16,3 0 0-16,-4 2 3 16,3 0 3-16,1 1 3 15,-1 3 1-15,2 0 0 16,1 2-1-16,1 0-4 16,1 2-1-16,4 3-2 15,-3 0-1-15,2 3-1 16,-2 2 0-16,-4 1 0 15,0 3 0-15,-5 1 5 16,-1 0 0-16,-5 1 2 16,-2 2-1-16,-8 0-3 0,-1 4 0 15,-5 1-1-15,-1 1-1 16,-1 0-1-16,0-1 0 16,1-1-16-16,0-3-14 15,2-2-38-15,-1-2-32 16,5-6-62-16,3-3-14 15</inkml:trace>
  <inkml:trace contextRef="#ctx0" brushRef="#br0" timeOffset="131149.79">7085 7043 296 0,'7'-6'145'0,"3"-7"-47"15,1 2-20-15,-5 5-3 16,-4 3 16-16,-1 1 23 16,1 1 5-16,-3 1-31 15,0 0-26-15,0 0-44 16,0 7-14-16,-6 15-2 16,-5 27 0-16,5-20-1 15,3 3-1-15,0-4 1 16,3-2-1-16,1-3 0 15,1-5-3-15,3 1-14 16,0-6-8-16,1-3-16 0,1-2-2 16,0-7 5-16,2-1 6 15,3-6 16-15,0-3 6 16,5-6 8-16,-1-1 2 16,2-4 0-16,3-2 0 15,-3 1 2-15,-2 1 0 16,-4 0 11-16,-7 0 6 0,-2 3 14 15,-2 0 5-15,0 0-6 16,-6 4-7-16,0 0-13 16,-5 3-7-16,-3 2-5 15,2 2-1-15,-2 1 0 16,0 0 1-16,1 2 0 16,3-1 0-16,1 2-1 15,5 0-2-15,3 0-3 16,0 1-5-16,1 1-20 15,0-1-2-15,0 0 2 16,2-1 4-16,13 0 20 16,23-29 4-16,-16 23 1 15,-4 0 1-15,0 0 1 16,-1 3-1-16,-3 2 0 16,1 4-1-16,0 5-2 15,-1-1 0-15,-1 5-1 16,-1-2 0-16,-2 3 0 0,0 2 0 15,1 2 2-15,-2 2 1 16,2 0-4-16,2 2-11 16,-3 2-26-16,0 0-9 15,0-4-3-15,-2 0 11 16,0-10 28-16,0 0 11 16,-2-5 27-16,-1-2 17 0,0-5 11 15,0-4 1-15,1-6-17 16,-1-2-16-1,1-5-10-15,-2-2-2 0,-1-1 1 16,-3-1 1-16,-2 4 1 16,1 1 0-16,-1 5-1 15,1 1-1-15,2 4-5 16,0 3-1-16,3 3-3 16,1 1-2-16,-1 3-5 15,3 1-3-15,0 5-7 16,1 1 1-16,6 6 3 15,0 2-9-15,1 2 0 16,-1 1-5-16,0 0-16 16,-2-3 3-16,5-1-16 15,-1-1-4-15,0-7 13 16,3-3 16-16,-5-5 52 16,3-6 29-16,-2-6 25 0,2-4 3 15,0-6-8 1,0-4-7-16,0-4-5 0,-2 0-2 15,-3 1-13-15,-4 2-2 16,-6 4-1-16,-2-1 2 16,-5 4-1-16,-2 1-3 15,-5 5-20-15,-3 2-15 0,-4 8-62 16,-4 1-74-16</inkml:trace>
  <inkml:trace contextRef="#ctx0" brushRef="#br0" timeOffset="131713.51">6838 7123 352 0,'-4'1'69'0</inkml:trace>
  <inkml:trace contextRef="#ctx0" brushRef="#br0" timeOffset="131833.15">6730 7142 312 0,'0'-1'122'0,"-2"-1"-79"15,3 2-110-15,-1-1-32 16</inkml:trace>
  <inkml:trace contextRef="#ctx0" brushRef="#br0" timeOffset="132016.97">6756 7122 224 0,'0'0'153'16,"0"0"-1"-16,2 0-47 16,-2 0-24-16,0 0-30 15,0 0-15-15,0 0-21 16,2 3-4-16,1 7-8 15,29 28 0-15,-20-21-1 16,0-2 0-16,2 7 0 16,-2-1 0-16,-2 1 0 15,3 0 0-15,-2 1-1 16,3 0-1-16,1 4-94 16</inkml:trace>
  <inkml:trace contextRef="#ctx0" brushRef="#br0" timeOffset="143619.03">4624 7292 12 0,'0'0'26'0,"-2"-3"32"0,2 2 14 0,0 0 17 0,-1 0-5 0,0 1-16 0,0-1-9 0,0 0-16 16,0 0-8-16,0 0-14 15,1 0-7-15,-1 0-9 16,0 1-3-16,0-1 0 15,0 0 3-15,0 0 11 16,0 1 5-16,0 0 9 16,1 0 2-16,-1 0-4 15,0 0-3-15,0 0-2 16,-2 6-2-16,0 2-1 16,-7 22-2-16,8-20-5 15,1-1-4-15,0 1-5 16,1-1-1-16,-1 1-2 15,1 0 0-15,0 0 1 16,1 2-1-16,0-3 0 16,0 0 1-16,1-2 3 0,-2-2 1 15,3 1 4-15,0-2-1 16,-1 0-2-16,0-2-3 16,2 0-1-16,-4-2-1 15,0-1 4-15,0 0 2 0,5-1 2 16,5-4 1-16,19-21-3 15,-17 12-1-15,-4-2-2 16,-3-1-1-16,2 1 1 16,-7 2 1-16,4 2 15 15,1 1 5-15,-6 1 9 16,3 2 2-16,-6 3-7 16,0-1-3-16,0 4-3 15,-3 0-2-15,2 3-5 16,-2 0-3-16,-1 3-7 15,-1 1-2-15,-1 6-4 16,0-1 0-16,1 2-1 16,0-1 0-16,1 0 0 15,-1-2 0-15,2 2 0 16,2 1 0-16,2 0 0 16,2 1-1-16,0-4 0 15,1 3-1-15,0-2 0 16,1-1-1-16,2 0 1 15,0-4 0-15,3-1 0 0,-2-2 1 16,0 0 0-16,1 2 1 16,0-5 0-16,0 1 2 15,-1-6 1-15,1-1 0 0,-2-3 1 16,0-3-2 0,-1 2 1-16,-2-2-1 15,-1 2 2-15,-1 2 0 0,-3 1 2 16,-1 3 0-1,-2 1 3-15,-2 3 1 0,2 0-1 16,-1 2-1-16,1 1-4 16,0 2-2-16,0 3-2 15,0 1 0-15,2 3-1 16,2-1-1-16,0 4 1 16,2 1-1-16,2 1 0 15,0 0-1-15,4-4 0 16,-1 2 0-16,3-7 1 15,0 1-1-15,2-5 1 16,0-2 1-16,1-4 0 16,-1-1 1-16,3-7 1 15,-1 0 1-15,0-5-1 16,1-1 0-16,-1 2 0 16,1-1 0-16,-2 3 0 15,-3 2 1-15,-3 2 0 0,-3 4 1 16,-3 3 3-16,0 2 0 15,-2 1-1-15,-1 1-2 16,-1 3-2-16,-4 1-1 16,0 4-10-16,0 0-29 15,1 5-147-15</inkml:trace>
  <inkml:trace contextRef="#ctx0" brushRef="#br0" timeOffset="157441.47">5621 8971 19 0,'0'1'9'0,"0"3"-2"0,1-1-5 0</inkml:trace>
  <inkml:trace contextRef="#ctx0" brushRef="#br0" timeOffset="157663.14">5615 9026 52 0,'-2'1'42'15,"1"1"0"-15,1 0-13 16,0-2-23-16,0 0-6 16</inkml:trace>
  <inkml:trace contextRef="#ctx0" brushRef="#br0" timeOffset="158114.46">5585 8744 187 0,'-2'0'108'0,"0"0"-20"0,1 1-40 0,1-1-38 0,0 0-6 0,0 0-1 0,0 7 1 0,0 3-1 16,7 22-21-16</inkml:trace>
  <inkml:trace contextRef="#ctx0" brushRef="#br0" timeOffset="158330.56">5612 8987 55 0,'0'2'30'16,"-1"1"-3"-16,2 2-18 15</inkml:trace>
  <inkml:trace contextRef="#ctx0" brushRef="#br0" timeOffset="158513.07">5627 9100 84 0,'0'7'36'16,"0"4"-16"-16,1-1-15 15,2 0-1-15,-2-3-13 16</inkml:trace>
  <inkml:trace contextRef="#ctx0" brushRef="#br0" timeOffset="158695.97">5612 9262 26 0,'-1'4'11'0,"1"0"-4"0,1 0-2 15,0-1-3-15,-1-3-3 16</inkml:trace>
  <inkml:trace contextRef="#ctx0" brushRef="#br0" timeOffset="159325.84">5553 9929 2 0,'3'6'0'0</inkml:trace>
  <inkml:trace contextRef="#ctx0" brushRef="#br0" timeOffset="159630.14">5615 9961 35 0,'-3'2'15'16,"-3"4"-6"-16,1-5-5 15,2-1-2-15</inkml:trace>
  <inkml:trace contextRef="#ctx0" brushRef="#br0" timeOffset="159947.54">5591 9796 120 0,'0'0'91'0,"0"0"12"0,-2 0-16 0,1 0-39 0,0-1-17 0,1 0-25 0,0-8-2 0,2-33-2 15,-2 20-8-15,-3-6-14 16,2 0-3-16,-2 0 0 15,1 1 7-15,2 5 12 16,-1 2 2-16,1 6 1 16,0 2-1-16,1 5-1 15,-1 2-1-15,1 3 0 16,2 3 1-16,-3-1 2 16,0 0 1-16,0 0 1 15,0 0 1-15,0 0 1 16,0 0-2-16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Swap:</a:t>
            </a:r>
            <a:r>
              <a:rPr lang="en-US" baseline="0" dirty="0"/>
              <a:t> market </a:t>
            </a:r>
            <a:r>
              <a:rPr lang="en-US" baseline="0" dirty="0" err="1"/>
              <a:t>seg</a:t>
            </a:r>
            <a:r>
              <a:rPr lang="en-US" baseline="0" dirty="0"/>
              <a:t> and organize clusters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4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rid of the legacy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rid of the legacy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LATEX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08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23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9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12.xml"/><Relationship Id="rId7" Type="http://schemas.openxmlformats.org/officeDocument/2006/relationships/image" Target="../media/image37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13.xml"/><Relationship Id="rId9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42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Layout" Target="../slideLayouts/slideLayout4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ftaliharris.com/blog/visualizing-k-means-clustering/" TargetMode="External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customXml" Target="../ink/ink5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4.png"/><Relationship Id="rId11" Type="http://schemas.openxmlformats.org/officeDocument/2006/relationships/image" Target="../media/image580.png"/><Relationship Id="rId5" Type="http://schemas.openxmlformats.org/officeDocument/2006/relationships/image" Target="../media/image43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C1DA-3A46-0634-7ECF-0767046E2149}"/>
              </a:ext>
            </a:extLst>
          </p:cNvPr>
          <p:cNvSpPr txBox="1">
            <a:spLocks/>
          </p:cNvSpPr>
          <p:nvPr/>
        </p:nvSpPr>
        <p:spPr>
          <a:xfrm>
            <a:off x="0" y="1733550"/>
            <a:ext cx="9144000" cy="787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Machine Learning</a:t>
            </a:r>
            <a:endParaRPr lang="de-DE" sz="6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B9EE5-49A4-7A9F-E982-BA91DB96C730}"/>
              </a:ext>
            </a:extLst>
          </p:cNvPr>
          <p:cNvSpPr txBox="1">
            <a:spLocks/>
          </p:cNvSpPr>
          <p:nvPr/>
        </p:nvSpPr>
        <p:spPr>
          <a:xfrm>
            <a:off x="15240" y="3867150"/>
            <a:ext cx="9144000" cy="70720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Lecture 15: Clustering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513E7D-EC54-F73D-41A7-B7F31574E5E4}"/>
                  </a:ext>
                </a:extLst>
              </p14:cNvPr>
              <p14:cNvContentPartPr/>
              <p14:nvPr/>
            </p14:nvContentPartPr>
            <p14:xfrm>
              <a:off x="4634876" y="312041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513E7D-EC54-F73D-41A7-B7F31574E5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5876" y="311141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051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9621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Unsupervised learning introduction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Training set: 						  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825780" y="242107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4581933" y="1356406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640845" y="314169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72805" y="268851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913903" y="291909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372805" y="227560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4634946" y="1747622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5065742" y="17958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5353460" y="1456635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4870738" y="11876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4364027"/>
            <a:ext cx="5686425" cy="291465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Training set: 		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639" y="4364027"/>
            <a:ext cx="2750820" cy="29146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458838" y="236859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914694" y="25180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002796" y="30001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465445" y="27844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733800" y="32346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4763935" y="18814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189670" y="19287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002348" y="13253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486400" y="15724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14029" y="14752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Applications of clustering</a:t>
            </a:r>
          </a:p>
        </p:txBody>
      </p:sp>
      <p:pic>
        <p:nvPicPr>
          <p:cNvPr id="7" name="Picture 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580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76131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90"/>
          <p:cNvSpPr txBox="1">
            <a:spLocks noChangeArrowheads="1"/>
          </p:cNvSpPr>
          <p:nvPr/>
        </p:nvSpPr>
        <p:spPr bwMode="auto">
          <a:xfrm>
            <a:off x="969810" y="4713676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Organize computing clusters</a:t>
            </a:r>
          </a:p>
        </p:txBody>
      </p:sp>
      <p:sp>
        <p:nvSpPr>
          <p:cNvPr id="12" name="Text Box 91"/>
          <p:cNvSpPr txBox="1">
            <a:spLocks noChangeArrowheads="1"/>
          </p:cNvSpPr>
          <p:nvPr/>
        </p:nvSpPr>
        <p:spPr bwMode="auto">
          <a:xfrm>
            <a:off x="5225383" y="2445780"/>
            <a:ext cx="2376701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Social network analysis</a:t>
            </a:r>
          </a:p>
        </p:txBody>
      </p:sp>
      <p:grpSp>
        <p:nvGrpSpPr>
          <p:cNvPr id="13" name="Group 118"/>
          <p:cNvGrpSpPr>
            <a:grpSpLocks/>
          </p:cNvGrpSpPr>
          <p:nvPr/>
        </p:nvGrpSpPr>
        <p:grpSpPr bwMode="auto">
          <a:xfrm>
            <a:off x="4688585" y="2875355"/>
            <a:ext cx="3192333" cy="1800425"/>
            <a:chOff x="243" y="2112"/>
            <a:chExt cx="2274" cy="1710"/>
          </a:xfrm>
        </p:grpSpPr>
        <p:pic>
          <p:nvPicPr>
            <p:cNvPr id="14" name="Picture 9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3" y="2112"/>
              <a:ext cx="2274" cy="1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Rectangle 94"/>
            <p:cNvSpPr>
              <a:spLocks noChangeArrowheads="1"/>
            </p:cNvSpPr>
            <p:nvPr/>
          </p:nvSpPr>
          <p:spPr bwMode="auto">
            <a:xfrm>
              <a:off x="255" y="3732"/>
              <a:ext cx="1775" cy="9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dirty="0"/>
                <a:t>Image credit: NASA/JPL-Caltech/E. </a:t>
              </a:r>
              <a:r>
                <a:rPr lang="en-US" sz="700" dirty="0" err="1"/>
                <a:t>Churchwell</a:t>
              </a:r>
              <a:r>
                <a:rPr lang="en-US" sz="700" dirty="0"/>
                <a:t> (Univ. of Wisconsin, Madison) </a:t>
              </a:r>
            </a:p>
          </p:txBody>
        </p:sp>
      </p:grpSp>
      <p:sp>
        <p:nvSpPr>
          <p:cNvPr id="17" name="Text Box 95"/>
          <p:cNvSpPr txBox="1">
            <a:spLocks noChangeArrowheads="1"/>
          </p:cNvSpPr>
          <p:nvPr/>
        </p:nvSpPr>
        <p:spPr bwMode="auto">
          <a:xfrm>
            <a:off x="5011467" y="4709473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Astronomical data analysis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18719" y="559018"/>
            <a:ext cx="3513813" cy="2013909"/>
            <a:chOff x="4648200" y="-19050"/>
            <a:chExt cx="3973513" cy="2277382"/>
          </a:xfrm>
        </p:grpSpPr>
        <p:pic>
          <p:nvPicPr>
            <p:cNvPr id="38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700" y="12473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58" y="76364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885" y="1153658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8310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7274" y="8739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400" y="-190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236" y="70889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412" y="4425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8196" y="4725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3073" y="1198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723" y="70407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198" y="15154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856" y="1288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1" name="Straight Arrow Connector 50"/>
            <p:cNvCxnSpPr>
              <a:endCxn id="38" idx="2"/>
            </p:cNvCxnSpPr>
            <p:nvPr/>
          </p:nvCxnSpPr>
          <p:spPr>
            <a:xfrm flipV="1">
              <a:off x="4965700" y="713774"/>
              <a:ext cx="184320" cy="28963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38" idx="2"/>
            </p:cNvCxnSpPr>
            <p:nvPr/>
          </p:nvCxnSpPr>
          <p:spPr>
            <a:xfrm flipH="1" flipV="1">
              <a:off x="5150020" y="713774"/>
              <a:ext cx="184320" cy="33170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0" idx="1"/>
            </p:cNvCxnSpPr>
            <p:nvPr/>
          </p:nvCxnSpPr>
          <p:spPr>
            <a:xfrm flipH="1" flipV="1">
              <a:off x="5675914" y="1297934"/>
              <a:ext cx="267971" cy="15024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69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5" name="Straight Arrow Connector 54"/>
            <p:cNvCxnSpPr>
              <a:stCxn id="44" idx="1"/>
              <a:endCxn id="39" idx="2"/>
            </p:cNvCxnSpPr>
            <p:nvPr/>
          </p:nvCxnSpPr>
          <p:spPr>
            <a:xfrm flipH="1" flipV="1">
              <a:off x="6234578" y="665406"/>
              <a:ext cx="270658" cy="33800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4" idx="3"/>
              <a:endCxn id="40" idx="2"/>
            </p:cNvCxnSpPr>
            <p:nvPr/>
          </p:nvCxnSpPr>
          <p:spPr>
            <a:xfrm flipV="1">
              <a:off x="5778840" y="1742700"/>
              <a:ext cx="349365" cy="22111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9" idx="1"/>
              <a:endCxn id="40" idx="3"/>
            </p:cNvCxnSpPr>
            <p:nvPr/>
          </p:nvCxnSpPr>
          <p:spPr>
            <a:xfrm flipH="1" flipV="1">
              <a:off x="6312525" y="1448179"/>
              <a:ext cx="302673" cy="36183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4" idx="3"/>
              <a:endCxn id="49" idx="1"/>
            </p:cNvCxnSpPr>
            <p:nvPr/>
          </p:nvCxnSpPr>
          <p:spPr>
            <a:xfrm flipV="1">
              <a:off x="5778840" y="1810016"/>
              <a:ext cx="836358" cy="1537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9" idx="3"/>
              <a:endCxn id="50" idx="1"/>
            </p:cNvCxnSpPr>
            <p:nvPr/>
          </p:nvCxnSpPr>
          <p:spPr>
            <a:xfrm flipV="1">
              <a:off x="6983838" y="1582811"/>
              <a:ext cx="234018" cy="22720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0" idx="1"/>
              <a:endCxn id="40" idx="3"/>
            </p:cNvCxnSpPr>
            <p:nvPr/>
          </p:nvCxnSpPr>
          <p:spPr>
            <a:xfrm flipH="1" flipV="1">
              <a:off x="6312525" y="1448179"/>
              <a:ext cx="905331" cy="13463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3" idx="1"/>
              <a:endCxn id="39" idx="3"/>
            </p:cNvCxnSpPr>
            <p:nvPr/>
          </p:nvCxnSpPr>
          <p:spPr>
            <a:xfrm flipH="1">
              <a:off x="6418898" y="275471"/>
              <a:ext cx="210502" cy="95414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4965700" y="1003413"/>
              <a:ext cx="36864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43" idx="3"/>
              <a:endCxn id="45" idx="1"/>
            </p:cNvCxnSpPr>
            <p:nvPr/>
          </p:nvCxnSpPr>
          <p:spPr>
            <a:xfrm>
              <a:off x="6998040" y="275471"/>
              <a:ext cx="526372" cy="6330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5" idx="3"/>
              <a:endCxn id="47" idx="1"/>
            </p:cNvCxnSpPr>
            <p:nvPr/>
          </p:nvCxnSpPr>
          <p:spPr>
            <a:xfrm>
              <a:off x="7893052" y="338773"/>
              <a:ext cx="360021" cy="755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8" idx="3"/>
              <a:endCxn id="47" idx="2"/>
            </p:cNvCxnSpPr>
            <p:nvPr/>
          </p:nvCxnSpPr>
          <p:spPr>
            <a:xfrm flipV="1">
              <a:off x="8340363" y="708892"/>
              <a:ext cx="97030" cy="28969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45" idx="2"/>
              <a:endCxn id="48" idx="1"/>
            </p:cNvCxnSpPr>
            <p:nvPr/>
          </p:nvCxnSpPr>
          <p:spPr>
            <a:xfrm>
              <a:off x="7708732" y="633294"/>
              <a:ext cx="262991" cy="36529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5" idx="2"/>
              <a:endCxn id="46" idx="3"/>
            </p:cNvCxnSpPr>
            <p:nvPr/>
          </p:nvCxnSpPr>
          <p:spPr>
            <a:xfrm flipH="1">
              <a:off x="7426836" y="633294"/>
              <a:ext cx="281896" cy="13381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4" idx="3"/>
              <a:endCxn id="50" idx="1"/>
            </p:cNvCxnSpPr>
            <p:nvPr/>
          </p:nvCxnSpPr>
          <p:spPr>
            <a:xfrm>
              <a:off x="6873876" y="1003413"/>
              <a:ext cx="343980" cy="5793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46" idx="1"/>
              <a:endCxn id="43" idx="3"/>
            </p:cNvCxnSpPr>
            <p:nvPr/>
          </p:nvCxnSpPr>
          <p:spPr>
            <a:xfrm flipH="1" flipV="1">
              <a:off x="6998040" y="275471"/>
              <a:ext cx="60156" cy="4916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3" idx="2"/>
              <a:endCxn id="44" idx="3"/>
            </p:cNvCxnSpPr>
            <p:nvPr/>
          </p:nvCxnSpPr>
          <p:spPr>
            <a:xfrm>
              <a:off x="6813720" y="569992"/>
              <a:ext cx="60156" cy="4334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 Box 280"/>
          <p:cNvSpPr txBox="1">
            <a:spLocks noChangeArrowheads="1"/>
          </p:cNvSpPr>
          <p:nvPr/>
        </p:nvSpPr>
        <p:spPr bwMode="auto">
          <a:xfrm>
            <a:off x="1211930" y="2447974"/>
            <a:ext cx="237670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Market segmentation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12580" y="209550"/>
            <a:ext cx="3292086" cy="3237783"/>
            <a:chOff x="330111" y="1807705"/>
            <a:chExt cx="4016551" cy="3950298"/>
          </a:xfrm>
        </p:grpSpPr>
        <p:graphicFrame>
          <p:nvGraphicFramePr>
            <p:cNvPr id="73" name="Chart 72"/>
            <p:cNvGraphicFramePr/>
            <p:nvPr>
              <p:extLst>
                <p:ext uri="{D42A27DB-BD31-4B8C-83A1-F6EECF244321}">
                  <p14:modId xmlns:p14="http://schemas.microsoft.com/office/powerpoint/2010/main" val="335530226"/>
                </p:ext>
              </p:extLst>
            </p:nvPr>
          </p:nvGraphicFramePr>
          <p:xfrm>
            <a:off x="330111" y="1807705"/>
            <a:ext cx="4016551" cy="39502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pic>
          <p:nvPicPr>
            <p:cNvPr id="74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146" y="2475958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5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0661" y="229643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6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39" y="258470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39" y="329802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314921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97" y="314921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0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1534" y="33337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7281" y="32358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2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8909" y="3562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3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505077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0399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5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3431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6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026" y="263460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96" y="260032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9526" y="346697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88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4832" y="23431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K-means </a:t>
            </a:r>
            <a:b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algorithm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0354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tlow\Desktop\cs229a\lectures-slides\assets\kmeansplot\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8150"/>
            <a:ext cx="5699125" cy="426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48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5" cy="42667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579840" y="2140470"/>
              <a:ext cx="4217040" cy="1574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0480" y="2131110"/>
                <a:ext cx="4235760" cy="159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66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14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279600" y="1638000"/>
              <a:ext cx="1801440" cy="1531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9160" y="1627200"/>
                <a:ext cx="1822680" cy="15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00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3" cy="42667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28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9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9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3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87B0E-4B2E-479A-13AF-98D8CA4A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16880-267C-0E43-69CE-06B96BCB6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K=4.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99CA9-A380-89AC-E15C-186DCDDBA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954459"/>
            <a:ext cx="5033962" cy="368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09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FEC62B-9A80-393C-EF45-5FA7B05B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23950"/>
            <a:ext cx="4594145" cy="336232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2755BFE-9082-39DF-489F-8D0F645A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Initial Centroids </a:t>
            </a:r>
          </a:p>
        </p:txBody>
      </p:sp>
    </p:spTree>
    <p:extLst>
      <p:ext uri="{BB962C8B-B14F-4D97-AF65-F5344CB8AC3E}">
        <p14:creationId xmlns:p14="http://schemas.microsoft.com/office/powerpoint/2010/main" val="2707405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6A10-94CF-3F04-817B-6A1F39FA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Iteration 1: Updated Centroids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3EB10-A4EA-8734-AC25-33AE070DE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FFF21-7670-252E-1ED3-D5033D93B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1063229"/>
            <a:ext cx="45910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86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F4A7-283C-08DF-A390-1AB89B35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Iteration 2: Update Centroids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6364A-AE9F-9AC8-C769-258E5E8E6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B1CB84-759F-CFFB-58CD-B79649D1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182960"/>
            <a:ext cx="4552950" cy="37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90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E28B-4779-9D64-B188-66FCE951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Iteration 3: Updated Centroids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D0062-0B34-2701-1EF0-D49DD7915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78ECD-3C9F-8762-F72A-C1FB4B6C8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287772"/>
            <a:ext cx="4176712" cy="333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74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 (number of clusters)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Training set</a:t>
            </a:r>
          </a:p>
          <a:p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2800" dirty="0"/>
          </a:p>
          <a:p>
            <a:endParaRPr lang="en-US" sz="2800" dirty="0"/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K-means algorithm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04950"/>
            <a:ext cx="1903476" cy="249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8A0585-DF32-875A-2A9B-1859D578B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38" y="1923056"/>
            <a:ext cx="5207328" cy="322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43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K-means Clustering Algorithm 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44209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2F2F92-7073-D87B-67CE-4F516B66C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812"/>
            <a:ext cx="9144000" cy="458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79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95C7C2-2C96-273C-EA57-911A25D38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8363"/>
            <a:ext cx="6954975" cy="424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42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39F38-45D6-EAFB-3D29-A0AF2081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54" y="1047750"/>
            <a:ext cx="7117445" cy="3512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89C20-2F65-AA02-D09D-C7FAA1745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598080"/>
            <a:ext cx="2819400" cy="54542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476FD08-7A86-4D22-263F-182A406A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828"/>
            <a:ext cx="8229600" cy="857250"/>
          </a:xfrm>
        </p:spPr>
        <p:txBody>
          <a:bodyPr/>
          <a:lstStyle/>
          <a:p>
            <a:r>
              <a:rPr lang="en-US" dirty="0"/>
              <a:t>Iteration 1</a:t>
            </a:r>
          </a:p>
        </p:txBody>
      </p:sp>
    </p:spTree>
    <p:extLst>
      <p:ext uri="{BB962C8B-B14F-4D97-AF65-F5344CB8AC3E}">
        <p14:creationId xmlns:p14="http://schemas.microsoft.com/office/powerpoint/2010/main" val="1919868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A7417-2DF8-B665-B674-068D64678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08" y="830467"/>
            <a:ext cx="7034783" cy="348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31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75B346-8D66-00D5-10F4-300499A13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12" y="763401"/>
            <a:ext cx="7365175" cy="36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79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42195-7690-D5BC-ED05-AD7CA6CE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84" y="675821"/>
            <a:ext cx="7706031" cy="379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40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99E79-1D09-A329-284A-878272360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6350"/>
            <a:ext cx="7179211" cy="335718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AA4B5EA-B53C-A009-2B6C-E435FAF8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Membership overview </a:t>
            </a:r>
          </a:p>
        </p:txBody>
      </p:sp>
    </p:spTree>
    <p:extLst>
      <p:ext uri="{BB962C8B-B14F-4D97-AF65-F5344CB8AC3E}">
        <p14:creationId xmlns:p14="http://schemas.microsoft.com/office/powerpoint/2010/main" val="2938014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A1E1-D276-92A8-1E3B-C92F7CFC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Centroid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26404-5B93-5C52-0566-D5698C32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00150"/>
            <a:ext cx="7620000" cy="344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1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F026C-8A62-2D81-9B40-83D026F3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06" y="1047750"/>
            <a:ext cx="7830588" cy="384537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61F42C1-D96E-9EF1-AEDE-2980DFCB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Iteration 2: Do It Yourself!</a:t>
            </a:r>
          </a:p>
        </p:txBody>
      </p:sp>
    </p:spTree>
    <p:extLst>
      <p:ext uri="{BB962C8B-B14F-4D97-AF65-F5344CB8AC3E}">
        <p14:creationId xmlns:p14="http://schemas.microsoft.com/office/powerpoint/2010/main" val="2531986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B6EB6B-1374-7276-40E8-D796AA54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06" y="1047750"/>
            <a:ext cx="7830588" cy="3845378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46EC71FD-C07A-69DE-7AA3-68804BD4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algn="l"/>
            <a:r>
              <a:rPr lang="en-US"/>
              <a:t>Iteration 3: </a:t>
            </a:r>
            <a:r>
              <a:rPr lang="en-US" dirty="0"/>
              <a:t>Do It Yourself!</a:t>
            </a:r>
          </a:p>
        </p:txBody>
      </p:sp>
    </p:spTree>
    <p:extLst>
      <p:ext uri="{BB962C8B-B14F-4D97-AF65-F5344CB8AC3E}">
        <p14:creationId xmlns:p14="http://schemas.microsoft.com/office/powerpoint/2010/main" val="3857289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DCF005-9054-CEAC-695F-464290F53280}"/>
              </a:ext>
            </a:extLst>
          </p:cNvPr>
          <p:cNvSpPr txBox="1">
            <a:spLocks/>
          </p:cNvSpPr>
          <p:nvPr/>
        </p:nvSpPr>
        <p:spPr>
          <a:xfrm>
            <a:off x="4191000" y="91440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4705E4-6536-4097-886A-8286867D4676}"/>
              </a:ext>
            </a:extLst>
          </p:cNvPr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1BBB1DA6-CD48-6E53-0A23-0B1FE8391221}"/>
              </a:ext>
            </a:extLst>
          </p:cNvPr>
          <p:cNvSpPr txBox="1">
            <a:spLocks/>
          </p:cNvSpPr>
          <p:nvPr/>
        </p:nvSpPr>
        <p:spPr>
          <a:xfrm>
            <a:off x="4191000" y="2266950"/>
            <a:ext cx="4407745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000">
                <a:solidFill>
                  <a:schemeClr val="tx1">
                    <a:lumMod val="75000"/>
                    <a:lumOff val="25000"/>
                  </a:schemeClr>
                </a:solidFill>
              </a:rPr>
              <a:t>Random initialization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2" descr="C:\Users\ang\Desktop\iStock_000012344803Large.jpg">
            <a:extLst>
              <a:ext uri="{FF2B5EF4-FFF2-40B4-BE49-F238E27FC236}">
                <a16:creationId xmlns:a16="http://schemas.microsoft.com/office/drawing/2014/main" id="{7B159D1D-C511-D718-184E-9C0715D7E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5FAD765-1B4E-100B-12D9-46B11CA56261}"/>
              </a:ext>
            </a:extLst>
          </p:cNvPr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76308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Random initialization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648" y="1581150"/>
            <a:ext cx="493834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Should have  </a:t>
            </a:r>
          </a:p>
          <a:p>
            <a:endParaRPr lang="en-US" sz="2800" dirty="0"/>
          </a:p>
          <a:p>
            <a:r>
              <a:rPr lang="en-US" sz="2800" dirty="0"/>
              <a:t>Randomly pick     training examples.</a:t>
            </a:r>
          </a:p>
          <a:p>
            <a:endParaRPr lang="en-US" sz="2800" dirty="0"/>
          </a:p>
          <a:p>
            <a:r>
              <a:rPr lang="en-US" sz="2800" dirty="0"/>
              <a:t>Set                     equal to these </a:t>
            </a:r>
          </a:p>
          <a:p>
            <a:r>
              <a:rPr lang="en-US" sz="2800" dirty="0"/>
              <a:t>    examples.</a:t>
            </a:r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913028"/>
            <a:ext cx="1447800" cy="211287"/>
          </a:xfrm>
          <a:prstGeom prst="rect">
            <a:avLst/>
          </a:prstGeom>
        </p:spPr>
      </p:pic>
      <p:cxnSp>
        <p:nvCxnSpPr>
          <p:cNvPr id="48" name="Straight Connector 47"/>
          <p:cNvCxnSpPr/>
          <p:nvPr/>
        </p:nvCxnSpPr>
        <p:spPr>
          <a:xfrm flipV="1">
            <a:off x="5620400" y="2785892"/>
            <a:ext cx="0" cy="184325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451666" y="4430134"/>
            <a:ext cx="3311334" cy="143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080762" y="41117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369796" y="38510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614162" y="3591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659881" y="3972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6128592" y="36545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543800" y="32741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016766" y="32430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153400" y="29382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7667830" y="30009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233144" y="34873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820230" y="35330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388" y="1689235"/>
            <a:ext cx="1010412" cy="2377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571750"/>
            <a:ext cx="279844" cy="22536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317453"/>
            <a:ext cx="279844" cy="22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553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Local optima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62000" y="1047750"/>
            <a:ext cx="2895600" cy="2180746"/>
            <a:chOff x="762000" y="1047750"/>
            <a:chExt cx="2895600" cy="2180746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930734" y="1047750"/>
              <a:ext cx="0" cy="2180746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62000" y="3043830"/>
              <a:ext cx="2895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143000" y="27546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432034" y="249389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676400" y="2234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722119" y="2615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190830" y="22974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981200" y="161223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454166" y="1581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654598" y="112748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105230" y="133896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745502" y="161152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257630" y="187115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3097797" y="25565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32035" y="23600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2945397" y="28003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686316" y="2724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438400" y="2556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28848" y="278269"/>
            <a:ext cx="2514600" cy="1889527"/>
            <a:chOff x="4328848" y="278269"/>
            <a:chExt cx="2514600" cy="1889527"/>
          </a:xfrm>
        </p:grpSpPr>
        <p:sp>
          <p:nvSpPr>
            <p:cNvPr id="124" name="Cross 123"/>
            <p:cNvSpPr/>
            <p:nvPr/>
          </p:nvSpPr>
          <p:spPr>
            <a:xfrm rot="2734294">
              <a:off x="5678090" y="629064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Cross 126"/>
            <p:cNvSpPr/>
            <p:nvPr/>
          </p:nvSpPr>
          <p:spPr>
            <a:xfrm rot="2734294">
              <a:off x="6024756" y="154799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ross 131"/>
            <p:cNvSpPr/>
            <p:nvPr/>
          </p:nvSpPr>
          <p:spPr>
            <a:xfrm rot="2734294">
              <a:off x="4835702" y="145852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/>
            <p:cNvCxnSpPr/>
            <p:nvPr/>
          </p:nvCxnSpPr>
          <p:spPr>
            <a:xfrm flipV="1">
              <a:off x="4475380" y="278269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328848" y="2007790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4659716" y="17572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4910720" y="1531293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5122932" y="130681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/>
            <p:nvPr/>
          </p:nvSpPr>
          <p:spPr>
            <a:xfrm>
              <a:off x="5162636" y="163693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4701253" y="1361066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/>
            <p:cNvSpPr/>
            <p:nvPr/>
          </p:nvSpPr>
          <p:spPr>
            <a:xfrm>
              <a:off x="5387627" y="76737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798361" y="74043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5972420" y="347359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495337" y="53059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/>
            <p:cNvSpPr/>
            <p:nvPr/>
          </p:nvSpPr>
          <p:spPr>
            <a:xfrm>
              <a:off x="6047166" y="75965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/>
            <p:nvPr/>
          </p:nvSpPr>
          <p:spPr>
            <a:xfrm>
              <a:off x="5627685" y="991717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/>
            <p:nvPr/>
          </p:nvSpPr>
          <p:spPr>
            <a:xfrm>
              <a:off x="6357303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/>
            <p:cNvSpPr/>
            <p:nvPr/>
          </p:nvSpPr>
          <p:spPr>
            <a:xfrm>
              <a:off x="6039668" y="1415323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/>
            <p:cNvSpPr/>
            <p:nvPr/>
          </p:nvSpPr>
          <p:spPr>
            <a:xfrm>
              <a:off x="6224956" y="1796825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/>
            <p:nvPr/>
          </p:nvSpPr>
          <p:spPr>
            <a:xfrm>
              <a:off x="5999965" y="173080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5784669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810000" y="2952750"/>
            <a:ext cx="2514600" cy="1889527"/>
            <a:chOff x="3810000" y="2952750"/>
            <a:chExt cx="2514600" cy="1889527"/>
          </a:xfrm>
        </p:grpSpPr>
        <p:sp>
          <p:nvSpPr>
            <p:cNvPr id="150" name="Cross 149"/>
            <p:cNvSpPr/>
            <p:nvPr/>
          </p:nvSpPr>
          <p:spPr>
            <a:xfrm rot="2734294">
              <a:off x="5498348" y="4143895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Cross 150"/>
            <p:cNvSpPr/>
            <p:nvPr/>
          </p:nvSpPr>
          <p:spPr>
            <a:xfrm rot="2734294">
              <a:off x="5516540" y="436072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ross 151"/>
            <p:cNvSpPr/>
            <p:nvPr/>
          </p:nvSpPr>
          <p:spPr>
            <a:xfrm rot="2734294">
              <a:off x="4826484" y="371466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3" name="Straight Connector 152"/>
            <p:cNvCxnSpPr/>
            <p:nvPr/>
          </p:nvCxnSpPr>
          <p:spPr>
            <a:xfrm flipV="1">
              <a:off x="3956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3810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4140868" y="4431692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/>
            <p:cNvSpPr/>
            <p:nvPr/>
          </p:nvSpPr>
          <p:spPr>
            <a:xfrm>
              <a:off x="4391872" y="4205774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/>
            <p:cNvSpPr/>
            <p:nvPr/>
          </p:nvSpPr>
          <p:spPr>
            <a:xfrm>
              <a:off x="4604084" y="398129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/>
            <p:cNvSpPr/>
            <p:nvPr/>
          </p:nvSpPr>
          <p:spPr>
            <a:xfrm>
              <a:off x="4643788" y="43114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/>
            <p:cNvSpPr/>
            <p:nvPr/>
          </p:nvSpPr>
          <p:spPr>
            <a:xfrm>
              <a:off x="4182405" y="4035547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4868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/>
            <p:cNvSpPr/>
            <p:nvPr/>
          </p:nvSpPr>
          <p:spPr>
            <a:xfrm>
              <a:off x="5279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/>
            <p:nvPr/>
          </p:nvSpPr>
          <p:spPr>
            <a:xfrm>
              <a:off x="5453572" y="302184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/>
            <p:cNvSpPr/>
            <p:nvPr/>
          </p:nvSpPr>
          <p:spPr>
            <a:xfrm>
              <a:off x="4976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/>
            <p:nvPr/>
          </p:nvSpPr>
          <p:spPr>
            <a:xfrm>
              <a:off x="5528318" y="343413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/>
            <p:cNvSpPr/>
            <p:nvPr/>
          </p:nvSpPr>
          <p:spPr>
            <a:xfrm>
              <a:off x="5108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/>
            <p:cNvSpPr/>
            <p:nvPr/>
          </p:nvSpPr>
          <p:spPr>
            <a:xfrm>
              <a:off x="5838455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/>
            <p:cNvSpPr/>
            <p:nvPr/>
          </p:nvSpPr>
          <p:spPr>
            <a:xfrm>
              <a:off x="5520820" y="408980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/>
            <p:cNvSpPr/>
            <p:nvPr/>
          </p:nvSpPr>
          <p:spPr>
            <a:xfrm>
              <a:off x="5706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/>
            <p:cNvSpPr/>
            <p:nvPr/>
          </p:nvSpPr>
          <p:spPr>
            <a:xfrm>
              <a:off x="5481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/>
            <p:cNvSpPr/>
            <p:nvPr/>
          </p:nvSpPr>
          <p:spPr>
            <a:xfrm>
              <a:off x="5265821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7000" y="2948961"/>
            <a:ext cx="2514600" cy="1893316"/>
            <a:chOff x="6477000" y="2948961"/>
            <a:chExt cx="2514600" cy="1893316"/>
          </a:xfrm>
        </p:grpSpPr>
        <p:sp>
          <p:nvSpPr>
            <p:cNvPr id="171" name="Cross 170"/>
            <p:cNvSpPr/>
            <p:nvPr/>
          </p:nvSpPr>
          <p:spPr>
            <a:xfrm rot="2734294">
              <a:off x="8045555" y="294896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ross 171"/>
            <p:cNvSpPr/>
            <p:nvPr/>
          </p:nvSpPr>
          <p:spPr>
            <a:xfrm rot="2734294">
              <a:off x="7544075" y="4150518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Cross 172"/>
            <p:cNvSpPr/>
            <p:nvPr/>
          </p:nvSpPr>
          <p:spPr>
            <a:xfrm rot="2734294">
              <a:off x="7815125" y="338660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Connector 173"/>
            <p:cNvCxnSpPr/>
            <p:nvPr/>
          </p:nvCxnSpPr>
          <p:spPr>
            <a:xfrm flipV="1">
              <a:off x="6623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6477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Oval 175"/>
            <p:cNvSpPr/>
            <p:nvPr/>
          </p:nvSpPr>
          <p:spPr>
            <a:xfrm>
              <a:off x="6807868" y="443169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7058872" y="420577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7271084" y="398129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/>
            <p:cNvSpPr/>
            <p:nvPr/>
          </p:nvSpPr>
          <p:spPr>
            <a:xfrm>
              <a:off x="7310788" y="431141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/>
            <p:cNvSpPr/>
            <p:nvPr/>
          </p:nvSpPr>
          <p:spPr>
            <a:xfrm>
              <a:off x="6849405" y="4035547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/>
            <p:cNvSpPr/>
            <p:nvPr/>
          </p:nvSpPr>
          <p:spPr>
            <a:xfrm>
              <a:off x="7535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/>
            <p:nvPr/>
          </p:nvSpPr>
          <p:spPr>
            <a:xfrm>
              <a:off x="7946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/>
            <p:nvPr/>
          </p:nvSpPr>
          <p:spPr>
            <a:xfrm>
              <a:off x="8120572" y="302184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/>
            <p:cNvSpPr/>
            <p:nvPr/>
          </p:nvSpPr>
          <p:spPr>
            <a:xfrm>
              <a:off x="7643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/>
            <p:cNvSpPr/>
            <p:nvPr/>
          </p:nvSpPr>
          <p:spPr>
            <a:xfrm>
              <a:off x="8205951" y="344476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/>
            <p:nvPr/>
          </p:nvSpPr>
          <p:spPr>
            <a:xfrm>
              <a:off x="7775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/>
            <p:nvPr/>
          </p:nvSpPr>
          <p:spPr>
            <a:xfrm>
              <a:off x="8505455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/>
            <p:nvPr/>
          </p:nvSpPr>
          <p:spPr>
            <a:xfrm>
              <a:off x="8187820" y="408980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8373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/>
            <p:nvPr/>
          </p:nvSpPr>
          <p:spPr>
            <a:xfrm>
              <a:off x="8148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7932821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386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09902" y="805517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For i = 1 to 100 {</a:t>
            </a:r>
            <a:br>
              <a:rPr lang="en-US" sz="24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 </a:t>
            </a:r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Randomly initialize K-means.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Run K-means. Get                                                 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Compute cost function (distortion)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731" y="3052286"/>
            <a:ext cx="83058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Pick clustering that gave lowest cost</a:t>
            </a:r>
          </a:p>
          <a:p>
            <a:endParaRPr lang="en-GB" sz="1600" dirty="0">
              <a:cs typeface="Courier New" pitchFamily="49" charset="0"/>
            </a:endParaRPr>
          </a:p>
          <a:p>
            <a:endParaRPr lang="en-GB" sz="1600" dirty="0">
              <a:cs typeface="Courier New" pitchFamily="49" charset="0"/>
            </a:endParaRPr>
          </a:p>
          <a:p>
            <a:r>
              <a:rPr lang="en-GB" sz="1600" dirty="0">
                <a:cs typeface="Courier New" pitchFamily="49" charset="0"/>
              </a:rPr>
              <a:t>The distortion function in k-means clustering measures the sum of squared distances between each data point and its assigned cluster centroid, representing the total error of the clusters.</a:t>
            </a:r>
            <a:endParaRPr lang="en-US" sz="2400" dirty="0"/>
          </a:p>
          <a:p>
            <a:endParaRPr lang="en-US" sz="1100" dirty="0"/>
          </a:p>
          <a:p>
            <a:r>
              <a:rPr lang="en-US" sz="2000" dirty="0"/>
              <a:t>Cost function (distortion) =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Random initialization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468" y="1905340"/>
            <a:ext cx="3193542" cy="3406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079" y="3117869"/>
            <a:ext cx="3616452" cy="365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40CB36-CE48-F5EF-3A40-84594F39947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4434741"/>
            <a:ext cx="5002746" cy="67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21A0-BA2C-48E2-9B28-48847FC7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Visualize Clustering in Action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E671-F609-498D-B9CD-7B22E769C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linkClick r:id="rId2"/>
              </a:rPr>
              <a:t>https://www.naftaliharris.com/blog/visualizing-k-means-clustering/</a:t>
            </a:r>
            <a:endParaRPr lang="en-US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79605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6290" y="2190750"/>
            <a:ext cx="4919135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Choosing the number of clusters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294333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What is the right value of K?</a:t>
            </a: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2476222" y="1047749"/>
            <a:ext cx="0" cy="344328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209800" y="4199454"/>
            <a:ext cx="45720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140926" y="3413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432183" y="300227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635962" y="2651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3890212" y="319477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3216447" y="269206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3563774" y="15049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853362" y="18097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3586090" y="201568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3276600" y="17606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842077" y="214517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3534276" y="33778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031831" y="313963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5735795" y="288718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087980" y="35663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5678905" y="3446046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5287458" y="318135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202701" y="210915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5625182" y="17989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5959643" y="2412625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5552994" y="237384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5808641" y="215174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6404812" y="184307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995737" y="17227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65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/>
          <p:cNvCxnSpPr/>
          <p:nvPr/>
        </p:nvCxnSpPr>
        <p:spPr>
          <a:xfrm flipH="1" flipV="1">
            <a:off x="1405734" y="2438857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248897" y="4572941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19919900">
            <a:off x="2032347" y="41109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Oval 25"/>
          <p:cNvSpPr/>
          <p:nvPr/>
        </p:nvSpPr>
        <p:spPr>
          <a:xfrm rot="19919900">
            <a:off x="3031571" y="34965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7" name="Oval 26"/>
          <p:cNvSpPr/>
          <p:nvPr/>
        </p:nvSpPr>
        <p:spPr>
          <a:xfrm rot="19919900">
            <a:off x="2217856" y="35643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Oval 27"/>
          <p:cNvSpPr/>
          <p:nvPr/>
        </p:nvSpPr>
        <p:spPr>
          <a:xfrm rot="19919900">
            <a:off x="3008049" y="38064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Oval 28"/>
          <p:cNvSpPr/>
          <p:nvPr/>
        </p:nvSpPr>
        <p:spPr>
          <a:xfrm rot="19919900">
            <a:off x="2140660" y="38002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Oval 30"/>
          <p:cNvSpPr/>
          <p:nvPr/>
        </p:nvSpPr>
        <p:spPr>
          <a:xfrm rot="19919900">
            <a:off x="2832887" y="36564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2" name="Oval 31"/>
          <p:cNvSpPr/>
          <p:nvPr/>
        </p:nvSpPr>
        <p:spPr>
          <a:xfrm rot="19919900">
            <a:off x="3165044" y="32639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3" name="Oval 32"/>
          <p:cNvSpPr/>
          <p:nvPr/>
        </p:nvSpPr>
        <p:spPr>
          <a:xfrm rot="19919900">
            <a:off x="2869948" y="31225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4" name="Oval 33"/>
          <p:cNvSpPr/>
          <p:nvPr/>
        </p:nvSpPr>
        <p:spPr>
          <a:xfrm rot="19919900">
            <a:off x="3320237" y="29052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Oval 34"/>
          <p:cNvSpPr/>
          <p:nvPr/>
        </p:nvSpPr>
        <p:spPr>
          <a:xfrm rot="19919900">
            <a:off x="2546649" y="33458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6" name="Oval 35"/>
          <p:cNvSpPr/>
          <p:nvPr/>
        </p:nvSpPr>
        <p:spPr>
          <a:xfrm rot="17880585">
            <a:off x="2294058" y="41237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7" name="Oval 36"/>
          <p:cNvSpPr/>
          <p:nvPr/>
        </p:nvSpPr>
        <p:spPr>
          <a:xfrm rot="17880585">
            <a:off x="2426327" y="37385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8" name="Oval 37"/>
          <p:cNvSpPr/>
          <p:nvPr/>
        </p:nvSpPr>
        <p:spPr>
          <a:xfrm rot="17880585">
            <a:off x="2370258" y="38982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0" name="Oval 39"/>
          <p:cNvSpPr/>
          <p:nvPr/>
        </p:nvSpPr>
        <p:spPr>
          <a:xfrm rot="19919900">
            <a:off x="1715463" y="44274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Oval 40"/>
          <p:cNvSpPr/>
          <p:nvPr/>
        </p:nvSpPr>
        <p:spPr>
          <a:xfrm rot="19919900">
            <a:off x="2080208" y="44340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Oval 41"/>
          <p:cNvSpPr/>
          <p:nvPr/>
        </p:nvSpPr>
        <p:spPr>
          <a:xfrm rot="19919900">
            <a:off x="1917118" y="38934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3" name="Oval 42"/>
          <p:cNvSpPr/>
          <p:nvPr/>
        </p:nvSpPr>
        <p:spPr>
          <a:xfrm rot="19919900">
            <a:off x="2482731" y="3976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Oval 43"/>
          <p:cNvSpPr/>
          <p:nvPr/>
        </p:nvSpPr>
        <p:spPr>
          <a:xfrm rot="19919900">
            <a:off x="1593818" y="41167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Oval 45"/>
          <p:cNvSpPr/>
          <p:nvPr/>
        </p:nvSpPr>
        <p:spPr>
          <a:xfrm>
            <a:off x="2288667" y="33479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Oval 46"/>
          <p:cNvSpPr/>
          <p:nvPr/>
        </p:nvSpPr>
        <p:spPr>
          <a:xfrm>
            <a:off x="2772180" y="35250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Oval 47"/>
          <p:cNvSpPr/>
          <p:nvPr/>
        </p:nvSpPr>
        <p:spPr>
          <a:xfrm>
            <a:off x="2717412" y="29711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Oval 48"/>
          <p:cNvSpPr/>
          <p:nvPr/>
        </p:nvSpPr>
        <p:spPr>
          <a:xfrm>
            <a:off x="2757283" y="33157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Oval 49"/>
          <p:cNvSpPr/>
          <p:nvPr/>
        </p:nvSpPr>
        <p:spPr>
          <a:xfrm>
            <a:off x="2327113" y="30165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Oval 50"/>
          <p:cNvSpPr/>
          <p:nvPr/>
        </p:nvSpPr>
        <p:spPr>
          <a:xfrm rot="19919900">
            <a:off x="2703249" y="38075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2" name="Oval 51"/>
          <p:cNvSpPr/>
          <p:nvPr/>
        </p:nvSpPr>
        <p:spPr>
          <a:xfrm rot="19919900">
            <a:off x="3282400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Oval 52"/>
          <p:cNvSpPr/>
          <p:nvPr/>
        </p:nvSpPr>
        <p:spPr>
          <a:xfrm rot="19919900">
            <a:off x="3132256" y="30304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Oval 53"/>
          <p:cNvSpPr/>
          <p:nvPr/>
        </p:nvSpPr>
        <p:spPr>
          <a:xfrm rot="19919900">
            <a:off x="3453276" y="32141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5" name="TextBox 54"/>
          <p:cNvSpPr txBox="1"/>
          <p:nvPr/>
        </p:nvSpPr>
        <p:spPr>
          <a:xfrm>
            <a:off x="1149597" y="2031705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T-shirt sizing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81891" y="4626684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Height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416047" y="3338299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Weight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 flipV="1">
            <a:off x="5063334" y="2434869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906497" y="4568953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07197" y="2027717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T-shirt sizing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39491" y="4622696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Height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4073647" y="3334311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Weight</a:t>
            </a:r>
          </a:p>
        </p:txBody>
      </p:sp>
      <p:sp>
        <p:nvSpPr>
          <p:cNvPr id="101" name="Oval 100"/>
          <p:cNvSpPr/>
          <p:nvPr/>
        </p:nvSpPr>
        <p:spPr>
          <a:xfrm rot="19919900">
            <a:off x="3841578" y="26517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2" name="Oval 101"/>
          <p:cNvSpPr/>
          <p:nvPr/>
        </p:nvSpPr>
        <p:spPr>
          <a:xfrm rot="19919900">
            <a:off x="3818056" y="29616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Oval 102"/>
          <p:cNvSpPr/>
          <p:nvPr/>
        </p:nvSpPr>
        <p:spPr>
          <a:xfrm rot="19919900">
            <a:off x="3642894" y="28117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4" name="Oval 103"/>
          <p:cNvSpPr/>
          <p:nvPr/>
        </p:nvSpPr>
        <p:spPr>
          <a:xfrm>
            <a:off x="3582187" y="26802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Oval 104"/>
          <p:cNvSpPr/>
          <p:nvPr/>
        </p:nvSpPr>
        <p:spPr>
          <a:xfrm rot="19919900">
            <a:off x="3513256" y="29628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6" name="Oval 105"/>
          <p:cNvSpPr/>
          <p:nvPr/>
        </p:nvSpPr>
        <p:spPr>
          <a:xfrm rot="19919900">
            <a:off x="5694618" y="40347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Oval 106"/>
          <p:cNvSpPr/>
          <p:nvPr/>
        </p:nvSpPr>
        <p:spPr>
          <a:xfrm rot="19919900">
            <a:off x="6693842" y="34203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" name="Oval 107"/>
          <p:cNvSpPr/>
          <p:nvPr/>
        </p:nvSpPr>
        <p:spPr>
          <a:xfrm rot="19919900">
            <a:off x="5880127" y="34881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Oval 108"/>
          <p:cNvSpPr/>
          <p:nvPr/>
        </p:nvSpPr>
        <p:spPr>
          <a:xfrm rot="19919900">
            <a:off x="6670320" y="37302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0" name="Oval 109"/>
          <p:cNvSpPr/>
          <p:nvPr/>
        </p:nvSpPr>
        <p:spPr>
          <a:xfrm rot="19919900">
            <a:off x="5802931" y="37240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1" name="Oval 110"/>
          <p:cNvSpPr/>
          <p:nvPr/>
        </p:nvSpPr>
        <p:spPr>
          <a:xfrm rot="19919900">
            <a:off x="6495158" y="35802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2" name="Oval 111"/>
          <p:cNvSpPr/>
          <p:nvPr/>
        </p:nvSpPr>
        <p:spPr>
          <a:xfrm rot="19919900">
            <a:off x="6827315" y="31877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3" name="Oval 112"/>
          <p:cNvSpPr/>
          <p:nvPr/>
        </p:nvSpPr>
        <p:spPr>
          <a:xfrm rot="19919900">
            <a:off x="6532219" y="30463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4" name="Oval 113"/>
          <p:cNvSpPr/>
          <p:nvPr/>
        </p:nvSpPr>
        <p:spPr>
          <a:xfrm rot="19919900">
            <a:off x="6982508" y="28290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5" name="Oval 114"/>
          <p:cNvSpPr/>
          <p:nvPr/>
        </p:nvSpPr>
        <p:spPr>
          <a:xfrm rot="19919900">
            <a:off x="6208920" y="32696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Oval 115"/>
          <p:cNvSpPr/>
          <p:nvPr/>
        </p:nvSpPr>
        <p:spPr>
          <a:xfrm rot="17880585">
            <a:off x="5956329" y="40475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7" name="Oval 116"/>
          <p:cNvSpPr/>
          <p:nvPr/>
        </p:nvSpPr>
        <p:spPr>
          <a:xfrm rot="17880585">
            <a:off x="6088598" y="36623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8" name="Oval 117"/>
          <p:cNvSpPr/>
          <p:nvPr/>
        </p:nvSpPr>
        <p:spPr>
          <a:xfrm rot="17880585">
            <a:off x="6032529" y="38220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9" name="Oval 118"/>
          <p:cNvSpPr/>
          <p:nvPr/>
        </p:nvSpPr>
        <p:spPr>
          <a:xfrm rot="19919900">
            <a:off x="5377734" y="43512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0" name="Oval 119"/>
          <p:cNvSpPr/>
          <p:nvPr/>
        </p:nvSpPr>
        <p:spPr>
          <a:xfrm rot="19919900">
            <a:off x="5742479" y="4357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1" name="Oval 120"/>
          <p:cNvSpPr/>
          <p:nvPr/>
        </p:nvSpPr>
        <p:spPr>
          <a:xfrm rot="19919900">
            <a:off x="5579389" y="38172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2" name="Oval 121"/>
          <p:cNvSpPr/>
          <p:nvPr/>
        </p:nvSpPr>
        <p:spPr>
          <a:xfrm rot="19919900">
            <a:off x="6145002" y="39006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3" name="Oval 122"/>
          <p:cNvSpPr/>
          <p:nvPr/>
        </p:nvSpPr>
        <p:spPr>
          <a:xfrm rot="19919900">
            <a:off x="5256089" y="40405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4" name="Oval 123"/>
          <p:cNvSpPr/>
          <p:nvPr/>
        </p:nvSpPr>
        <p:spPr>
          <a:xfrm>
            <a:off x="5950938" y="32717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5" name="Oval 124"/>
          <p:cNvSpPr/>
          <p:nvPr/>
        </p:nvSpPr>
        <p:spPr>
          <a:xfrm>
            <a:off x="6434451" y="34488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6" name="Oval 125"/>
          <p:cNvSpPr/>
          <p:nvPr/>
        </p:nvSpPr>
        <p:spPr>
          <a:xfrm>
            <a:off x="6379683" y="28949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7" name="Oval 126"/>
          <p:cNvSpPr/>
          <p:nvPr/>
        </p:nvSpPr>
        <p:spPr>
          <a:xfrm>
            <a:off x="6419554" y="32395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8" name="Oval 127"/>
          <p:cNvSpPr/>
          <p:nvPr/>
        </p:nvSpPr>
        <p:spPr>
          <a:xfrm>
            <a:off x="5989384" y="29403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9" name="Oval 128"/>
          <p:cNvSpPr/>
          <p:nvPr/>
        </p:nvSpPr>
        <p:spPr>
          <a:xfrm rot="19919900">
            <a:off x="6365520" y="37313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0" name="Oval 129"/>
          <p:cNvSpPr/>
          <p:nvPr/>
        </p:nvSpPr>
        <p:spPr>
          <a:xfrm rot="19919900">
            <a:off x="6944671" y="24993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1" name="Oval 130"/>
          <p:cNvSpPr/>
          <p:nvPr/>
        </p:nvSpPr>
        <p:spPr>
          <a:xfrm rot="19919900">
            <a:off x="6794527" y="29542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2" name="Oval 131"/>
          <p:cNvSpPr/>
          <p:nvPr/>
        </p:nvSpPr>
        <p:spPr>
          <a:xfrm rot="19919900">
            <a:off x="7115547" y="31379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3" name="Oval 132"/>
          <p:cNvSpPr/>
          <p:nvPr/>
        </p:nvSpPr>
        <p:spPr>
          <a:xfrm rot="19919900">
            <a:off x="7503849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4" name="Oval 133"/>
          <p:cNvSpPr/>
          <p:nvPr/>
        </p:nvSpPr>
        <p:spPr>
          <a:xfrm rot="19919900">
            <a:off x="7480327" y="28854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5" name="Oval 134"/>
          <p:cNvSpPr/>
          <p:nvPr/>
        </p:nvSpPr>
        <p:spPr>
          <a:xfrm rot="19919900">
            <a:off x="7305165" y="27355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6" name="Oval 135"/>
          <p:cNvSpPr/>
          <p:nvPr/>
        </p:nvSpPr>
        <p:spPr>
          <a:xfrm>
            <a:off x="7244458" y="26040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7" name="Oval 136"/>
          <p:cNvSpPr/>
          <p:nvPr/>
        </p:nvSpPr>
        <p:spPr>
          <a:xfrm rot="19919900">
            <a:off x="7175527" y="28866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C70E46-ECE0-7523-08E3-99474F7DE83D}"/>
                  </a:ext>
                </a:extLst>
              </p14:cNvPr>
              <p14:cNvContentPartPr/>
              <p14:nvPr/>
            </p14:nvContentPartPr>
            <p14:xfrm>
              <a:off x="955440" y="1594440"/>
              <a:ext cx="6781320" cy="3373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C70E46-ECE0-7523-08E3-99474F7DE8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6080" y="1585080"/>
                <a:ext cx="6800040" cy="33922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2531DC32-85E9-22DB-6FF6-6922E6C7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4" y="240771"/>
            <a:ext cx="8229600" cy="857250"/>
          </a:xfrm>
        </p:spPr>
        <p:txBody>
          <a:bodyPr/>
          <a:lstStyle/>
          <a:p>
            <a:pPr algn="l"/>
            <a:r>
              <a:rPr lang="en-US" dirty="0"/>
              <a:t>Choosing the </a:t>
            </a:r>
            <a:r>
              <a:rPr lang="en-US"/>
              <a:t>value of K.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5DFAFE-1948-EACE-22C2-20A874FE8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26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Choosing the value of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769263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Elbow method: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136723569"/>
              </p:ext>
            </p:extLst>
          </p:nvPr>
        </p:nvGraphicFramePr>
        <p:xfrm>
          <a:off x="609600" y="1504950"/>
          <a:ext cx="36195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8" name="Group 7"/>
          <p:cNvGrpSpPr/>
          <p:nvPr/>
        </p:nvGrpSpPr>
        <p:grpSpPr>
          <a:xfrm rot="16200000">
            <a:off x="-389180" y="2456533"/>
            <a:ext cx="1847851" cy="401885"/>
            <a:chOff x="533400" y="1531263"/>
            <a:chExt cx="1981200" cy="430887"/>
          </a:xfrm>
        </p:grpSpPr>
        <p:sp>
          <p:nvSpPr>
            <p:cNvPr id="6" name="TextBox 5"/>
            <p:cNvSpPr txBox="1"/>
            <p:nvPr/>
          </p:nvSpPr>
          <p:spPr>
            <a:xfrm>
              <a:off x="533400" y="1531263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Cost function 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1639264"/>
              <a:ext cx="171450" cy="214884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1611071" y="4047206"/>
            <a:ext cx="219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(no. of clusters)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161472"/>
            <a:ext cx="215265" cy="173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0DB413-4F94-50A4-8690-A765963C9428}"/>
                  </a:ext>
                </a:extLst>
              </p14:cNvPr>
              <p14:cNvContentPartPr/>
              <p14:nvPr/>
            </p14:nvContentPartPr>
            <p14:xfrm>
              <a:off x="645120" y="1809360"/>
              <a:ext cx="3468240" cy="2661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0DB413-4F94-50A4-8690-A765963C94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5760" y="1800000"/>
                <a:ext cx="3486960" cy="268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54408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(x^{(1)},y^{(1)}), (x^{(2)}, y^{(2)}), (x^{(3)}, y^{(3)}), \dots , (x^{(m)}, y^{(m)})\}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x^{(1)}, x^{(2)}, x^{(3)}, \dots, x^{(m)} \}&#10;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 x^{(1)}, x^{(2)}, \dots, x^{(m)} \}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 \mu_1, \dots, \mu_K&#10;$&#10;&#10;\end{document}"/>
  <p:tag name="IGUANATEXSIZE" val="1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 &lt; m&#10;$&#10;&#10;\end{document}"/>
  <p:tag name="IGUANATEXSIZE" val="2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1)}, \dots, c^{(m)}, \mu_1, \dots, \mu_K 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 &#10;= \frac{1}{m} &#10;\sum^m_{i=1} &#10;|| x^{(i)} - \mu_{c^{(i)}} ||^2&#10;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&#10;$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170</TotalTime>
  <Words>317</Words>
  <Application>Microsoft Office PowerPoint</Application>
  <PresentationFormat>On-screen Show (16:9)</PresentationFormat>
  <Paragraphs>90</Paragraphs>
  <Slides>41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1_Lecture</vt:lpstr>
      <vt:lpstr>2_Office Theme</vt:lpstr>
      <vt:lpstr>3_Office Theme</vt:lpstr>
      <vt:lpstr>2_Lecture</vt:lpstr>
      <vt:lpstr>PowerPoint Presentation</vt:lpstr>
      <vt:lpstr>Unsupervised learning introduction</vt:lpstr>
      <vt:lpstr>PowerPoint Presentation</vt:lpstr>
      <vt:lpstr>PowerPoint Presentation</vt:lpstr>
      <vt:lpstr>PowerPoint Presentation</vt:lpstr>
      <vt:lpstr>K-means 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</vt:lpstr>
      <vt:lpstr>Initial Centroids </vt:lpstr>
      <vt:lpstr>Iteration 1: Updated Centroids</vt:lpstr>
      <vt:lpstr>Iteration 2: Update Centroids</vt:lpstr>
      <vt:lpstr>Iteration 3: Updated Centroids </vt:lpstr>
      <vt:lpstr>PowerPoint Presentation</vt:lpstr>
      <vt:lpstr>Example: K-means Clustering Algorithm </vt:lpstr>
      <vt:lpstr>PowerPoint Presentation</vt:lpstr>
      <vt:lpstr>PowerPoint Presentation</vt:lpstr>
      <vt:lpstr>Iteration 1</vt:lpstr>
      <vt:lpstr>PowerPoint Presentation</vt:lpstr>
      <vt:lpstr>PowerPoint Presentation</vt:lpstr>
      <vt:lpstr>PowerPoint Presentation</vt:lpstr>
      <vt:lpstr>Membership overview </vt:lpstr>
      <vt:lpstr>Centroid Update</vt:lpstr>
      <vt:lpstr>Iteration 2: Do It Yourself!</vt:lpstr>
      <vt:lpstr>Iteration 3: Do It Yourself!</vt:lpstr>
      <vt:lpstr>PowerPoint Presentation</vt:lpstr>
      <vt:lpstr>PowerPoint Presentation</vt:lpstr>
      <vt:lpstr>PowerPoint Presentation</vt:lpstr>
      <vt:lpstr>PowerPoint Presentation</vt:lpstr>
      <vt:lpstr>Visualize Clustering in Action </vt:lpstr>
      <vt:lpstr>Choosing the number of clusters</vt:lpstr>
      <vt:lpstr>PowerPoint Presentation</vt:lpstr>
      <vt:lpstr>Choosing the value of K.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Administrator</cp:lastModifiedBy>
  <cp:revision>662</cp:revision>
  <dcterms:created xsi:type="dcterms:W3CDTF">2010-07-08T21:59:02Z</dcterms:created>
  <dcterms:modified xsi:type="dcterms:W3CDTF">2026-04-23T05:49:59Z</dcterms:modified>
</cp:coreProperties>
</file>