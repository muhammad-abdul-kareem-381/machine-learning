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ink/ink1.xml" ContentType="application/inkml+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charts/chart4.xml" ContentType="application/vnd.openxmlformats-officedocument.drawingml.chart+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charts/chart5.xml" ContentType="application/vnd.openxmlformats-officedocument.drawingml.chart+xml"/>
  <Override PartName="/ppt/charts/chart6.xml" ContentType="application/vnd.openxmlformats-officedocument.drawingml.chart+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charts/chart7.xml" ContentType="application/vnd.openxmlformats-officedocument.drawingml.chart+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ink/ink2.xml" ContentType="application/inkml+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ink/ink3.xml" ContentType="application/inkml+xml"/>
  <Override PartName="/ppt/ink/ink4.xml" ContentType="application/inkml+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869" r:id="rId3"/>
    <p:sldId id="368" r:id="rId4"/>
    <p:sldId id="882" r:id="rId5"/>
    <p:sldId id="883" r:id="rId6"/>
    <p:sldId id="400" r:id="rId7"/>
    <p:sldId id="401" r:id="rId8"/>
    <p:sldId id="870" r:id="rId9"/>
    <p:sldId id="871" r:id="rId10"/>
    <p:sldId id="884" r:id="rId11"/>
    <p:sldId id="404" r:id="rId12"/>
    <p:sldId id="885" r:id="rId13"/>
    <p:sldId id="405" r:id="rId14"/>
    <p:sldId id="407" r:id="rId15"/>
    <p:sldId id="409" r:id="rId16"/>
    <p:sldId id="886" r:id="rId17"/>
    <p:sldId id="833" r:id="rId18"/>
    <p:sldId id="419" r:id="rId19"/>
    <p:sldId id="413" r:id="rId20"/>
    <p:sldId id="834" r:id="rId21"/>
    <p:sldId id="416" r:id="rId22"/>
    <p:sldId id="88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7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oleObject" Target="file:///C:\Users\tlow\Desktop\cs229a\marker.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tlow\Desktop\cs229a\marker.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tlow\Desktop\cs229a\marker.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tlow\Desktop\cs229a\marker.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tlow\Desktop\cs229a\marker.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tlow\Desktop\cs229a\marker.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Users\tlow\Desktop\cs229a\marker.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7"/>
            <c:spPr>
              <a:ln w="15875">
                <a:solidFill>
                  <a:srgbClr val="C00000"/>
                </a:solidFill>
              </a:ln>
            </c:spPr>
          </c:marker>
          <c:xVal>
            <c:numRef>
              <c:f>'Sheet1 (2)'!$A$1:$A$20</c:f>
              <c:numCache>
                <c:formatCode>General</c:formatCode>
                <c:ptCount val="20"/>
                <c:pt idx="0">
                  <c:v>42.940038684719497</c:v>
                </c:pt>
                <c:pt idx="1">
                  <c:v>72.340425531914903</c:v>
                </c:pt>
                <c:pt idx="2">
                  <c:v>110.251450676983</c:v>
                </c:pt>
                <c:pt idx="3">
                  <c:v>195.357833655706</c:v>
                </c:pt>
                <c:pt idx="4">
                  <c:v>304.44874274661498</c:v>
                </c:pt>
                <c:pt idx="5">
                  <c:v>386.46034816247601</c:v>
                </c:pt>
              </c:numCache>
            </c:numRef>
          </c:xVal>
          <c:yVal>
            <c:numRef>
              <c:f>'Sheet1 (2)'!$B$1:$B$20</c:f>
              <c:numCache>
                <c:formatCode>General</c:formatCode>
                <c:ptCount val="20"/>
                <c:pt idx="0">
                  <c:v>45.173745173745203</c:v>
                </c:pt>
                <c:pt idx="1">
                  <c:v>137.83783783783801</c:v>
                </c:pt>
                <c:pt idx="2">
                  <c:v>234.362934362934</c:v>
                </c:pt>
                <c:pt idx="3">
                  <c:v>274.517374517375</c:v>
                </c:pt>
                <c:pt idx="4">
                  <c:v>291.50579150579199</c:v>
                </c:pt>
                <c:pt idx="5">
                  <c:v>303.08880308880299</c:v>
                </c:pt>
              </c:numCache>
            </c:numRef>
          </c:yVal>
          <c:smooth val="0"/>
          <c:extLst>
            <c:ext xmlns:c16="http://schemas.microsoft.com/office/drawing/2014/chart" uri="{C3380CC4-5D6E-409C-BE32-E72D297353CC}">
              <c16:uniqueId val="{00000000-9685-4AB2-9B5C-1C7D0956A7CB}"/>
            </c:ext>
          </c:extLst>
        </c:ser>
        <c:dLbls>
          <c:showLegendKey val="0"/>
          <c:showVal val="0"/>
          <c:showCatName val="0"/>
          <c:showSerName val="0"/>
          <c:showPercent val="0"/>
          <c:showBubbleSize val="0"/>
        </c:dLbls>
        <c:axId val="118806016"/>
        <c:axId val="118807936"/>
      </c:scatterChart>
      <c:valAx>
        <c:axId val="118806016"/>
        <c:scaling>
          <c:orientation val="minMax"/>
          <c:max val="350"/>
          <c:min val="0"/>
        </c:scaling>
        <c:delete val="0"/>
        <c:axPos val="b"/>
        <c:numFmt formatCode="General" sourceLinked="1"/>
        <c:majorTickMark val="none"/>
        <c:minorTickMark val="none"/>
        <c:tickLblPos val="none"/>
        <c:crossAx val="118807936"/>
        <c:crosses val="autoZero"/>
        <c:crossBetween val="midCat"/>
      </c:valAx>
      <c:valAx>
        <c:axId val="118807936"/>
        <c:scaling>
          <c:orientation val="minMax"/>
        </c:scaling>
        <c:delete val="0"/>
        <c:axPos val="l"/>
        <c:numFmt formatCode="General" sourceLinked="1"/>
        <c:majorTickMark val="none"/>
        <c:minorTickMark val="none"/>
        <c:tickLblPos val="none"/>
        <c:crossAx val="118806016"/>
        <c:crossesAt val="0"/>
        <c:crossBetween val="midCat"/>
      </c:valAx>
    </c:plotArea>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7"/>
            <c:spPr>
              <a:ln w="15875">
                <a:solidFill>
                  <a:srgbClr val="C00000"/>
                </a:solidFill>
              </a:ln>
            </c:spPr>
          </c:marker>
          <c:xVal>
            <c:numRef>
              <c:f>'Sheet1 (2)'!$A$1:$A$20</c:f>
              <c:numCache>
                <c:formatCode>General</c:formatCode>
                <c:ptCount val="20"/>
                <c:pt idx="0">
                  <c:v>42.940038684719497</c:v>
                </c:pt>
                <c:pt idx="1">
                  <c:v>72.340425531914903</c:v>
                </c:pt>
                <c:pt idx="2">
                  <c:v>110.251450676983</c:v>
                </c:pt>
                <c:pt idx="3">
                  <c:v>195.357833655706</c:v>
                </c:pt>
                <c:pt idx="4">
                  <c:v>304.44874274661498</c:v>
                </c:pt>
                <c:pt idx="5">
                  <c:v>386.46034816247601</c:v>
                </c:pt>
              </c:numCache>
            </c:numRef>
          </c:xVal>
          <c:yVal>
            <c:numRef>
              <c:f>'Sheet1 (2)'!$B$1:$B$20</c:f>
              <c:numCache>
                <c:formatCode>General</c:formatCode>
                <c:ptCount val="20"/>
                <c:pt idx="0">
                  <c:v>45.173745173745203</c:v>
                </c:pt>
                <c:pt idx="1">
                  <c:v>137.83783783783801</c:v>
                </c:pt>
                <c:pt idx="2">
                  <c:v>234.362934362934</c:v>
                </c:pt>
                <c:pt idx="3">
                  <c:v>274.517374517375</c:v>
                </c:pt>
                <c:pt idx="4">
                  <c:v>291.50579150579199</c:v>
                </c:pt>
                <c:pt idx="5">
                  <c:v>303.08880308880299</c:v>
                </c:pt>
              </c:numCache>
            </c:numRef>
          </c:yVal>
          <c:smooth val="0"/>
          <c:extLst>
            <c:ext xmlns:c16="http://schemas.microsoft.com/office/drawing/2014/chart" uri="{C3380CC4-5D6E-409C-BE32-E72D297353CC}">
              <c16:uniqueId val="{00000000-8745-4DB6-B5CE-E8015C89C7F1}"/>
            </c:ext>
          </c:extLst>
        </c:ser>
        <c:dLbls>
          <c:showLegendKey val="0"/>
          <c:showVal val="0"/>
          <c:showCatName val="0"/>
          <c:showSerName val="0"/>
          <c:showPercent val="0"/>
          <c:showBubbleSize val="0"/>
        </c:dLbls>
        <c:axId val="118814976"/>
        <c:axId val="126636416"/>
      </c:scatterChart>
      <c:valAx>
        <c:axId val="118814976"/>
        <c:scaling>
          <c:orientation val="minMax"/>
          <c:max val="350"/>
          <c:min val="0"/>
        </c:scaling>
        <c:delete val="0"/>
        <c:axPos val="b"/>
        <c:numFmt formatCode="General" sourceLinked="1"/>
        <c:majorTickMark val="none"/>
        <c:minorTickMark val="none"/>
        <c:tickLblPos val="none"/>
        <c:crossAx val="126636416"/>
        <c:crosses val="autoZero"/>
        <c:crossBetween val="midCat"/>
      </c:valAx>
      <c:valAx>
        <c:axId val="126636416"/>
        <c:scaling>
          <c:orientation val="minMax"/>
        </c:scaling>
        <c:delete val="0"/>
        <c:axPos val="l"/>
        <c:numFmt formatCode="General" sourceLinked="1"/>
        <c:majorTickMark val="none"/>
        <c:minorTickMark val="none"/>
        <c:tickLblPos val="none"/>
        <c:crossAx val="118814976"/>
        <c:crossesAt val="0"/>
        <c:crossBetween val="midCat"/>
      </c:valAx>
    </c:plotArea>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7"/>
            <c:spPr>
              <a:ln w="15875">
                <a:solidFill>
                  <a:srgbClr val="C00000"/>
                </a:solidFill>
              </a:ln>
            </c:spPr>
          </c:marker>
          <c:xVal>
            <c:numRef>
              <c:f>'Sheet1 (2)'!$A$1:$A$20</c:f>
              <c:numCache>
                <c:formatCode>General</c:formatCode>
                <c:ptCount val="20"/>
                <c:pt idx="0">
                  <c:v>42.940038684719497</c:v>
                </c:pt>
                <c:pt idx="1">
                  <c:v>72.340425531914903</c:v>
                </c:pt>
                <c:pt idx="2">
                  <c:v>110.251450676983</c:v>
                </c:pt>
                <c:pt idx="3">
                  <c:v>195.357833655706</c:v>
                </c:pt>
                <c:pt idx="4">
                  <c:v>304.44874274661498</c:v>
                </c:pt>
                <c:pt idx="5">
                  <c:v>386.46034816247601</c:v>
                </c:pt>
              </c:numCache>
            </c:numRef>
          </c:xVal>
          <c:yVal>
            <c:numRef>
              <c:f>'Sheet1 (2)'!$B$1:$B$20</c:f>
              <c:numCache>
                <c:formatCode>General</c:formatCode>
                <c:ptCount val="20"/>
                <c:pt idx="0">
                  <c:v>45.173745173745203</c:v>
                </c:pt>
                <c:pt idx="1">
                  <c:v>137.83783783783801</c:v>
                </c:pt>
                <c:pt idx="2">
                  <c:v>234.362934362934</c:v>
                </c:pt>
                <c:pt idx="3">
                  <c:v>274.517374517375</c:v>
                </c:pt>
                <c:pt idx="4">
                  <c:v>291.50579150579199</c:v>
                </c:pt>
                <c:pt idx="5">
                  <c:v>303.08880308880299</c:v>
                </c:pt>
              </c:numCache>
            </c:numRef>
          </c:yVal>
          <c:smooth val="0"/>
          <c:extLst>
            <c:ext xmlns:c16="http://schemas.microsoft.com/office/drawing/2014/chart" uri="{C3380CC4-5D6E-409C-BE32-E72D297353CC}">
              <c16:uniqueId val="{00000000-68FB-473F-B172-A299A30F4696}"/>
            </c:ext>
          </c:extLst>
        </c:ser>
        <c:dLbls>
          <c:showLegendKey val="0"/>
          <c:showVal val="0"/>
          <c:showCatName val="0"/>
          <c:showSerName val="0"/>
          <c:showPercent val="0"/>
          <c:showBubbleSize val="0"/>
        </c:dLbls>
        <c:axId val="126647296"/>
        <c:axId val="126657664"/>
      </c:scatterChart>
      <c:valAx>
        <c:axId val="126647296"/>
        <c:scaling>
          <c:orientation val="minMax"/>
          <c:max val="350"/>
          <c:min val="0"/>
        </c:scaling>
        <c:delete val="0"/>
        <c:axPos val="b"/>
        <c:numFmt formatCode="General" sourceLinked="1"/>
        <c:majorTickMark val="none"/>
        <c:minorTickMark val="none"/>
        <c:tickLblPos val="none"/>
        <c:crossAx val="126657664"/>
        <c:crosses val="autoZero"/>
        <c:crossBetween val="midCat"/>
      </c:valAx>
      <c:valAx>
        <c:axId val="126657664"/>
        <c:scaling>
          <c:orientation val="minMax"/>
        </c:scaling>
        <c:delete val="0"/>
        <c:axPos val="l"/>
        <c:numFmt formatCode="General" sourceLinked="1"/>
        <c:majorTickMark val="none"/>
        <c:minorTickMark val="none"/>
        <c:tickLblPos val="none"/>
        <c:crossAx val="126647296"/>
        <c:crossesAt val="0"/>
        <c:crossBetween val="midCat"/>
      </c:valAx>
    </c:plotArea>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7"/>
            <c:spPr>
              <a:ln w="15875">
                <a:solidFill>
                  <a:srgbClr val="C00000"/>
                </a:solidFill>
              </a:ln>
            </c:spPr>
          </c:marker>
          <c:xVal>
            <c:numRef>
              <c:f>'Sheet1 (2)'!$A$1:$A$20</c:f>
              <c:numCache>
                <c:formatCode>General</c:formatCode>
                <c:ptCount val="20"/>
                <c:pt idx="0">
                  <c:v>42.940038684719497</c:v>
                </c:pt>
                <c:pt idx="1">
                  <c:v>72.340425531914903</c:v>
                </c:pt>
                <c:pt idx="2">
                  <c:v>110.251450676983</c:v>
                </c:pt>
                <c:pt idx="3">
                  <c:v>195.357833655706</c:v>
                </c:pt>
                <c:pt idx="4">
                  <c:v>304.44874274661498</c:v>
                </c:pt>
                <c:pt idx="5">
                  <c:v>386.46034816247601</c:v>
                </c:pt>
              </c:numCache>
            </c:numRef>
          </c:xVal>
          <c:yVal>
            <c:numRef>
              <c:f>'Sheet1 (2)'!$B$1:$B$20</c:f>
              <c:numCache>
                <c:formatCode>General</c:formatCode>
                <c:ptCount val="20"/>
                <c:pt idx="0">
                  <c:v>45.173745173745203</c:v>
                </c:pt>
                <c:pt idx="1">
                  <c:v>137.83783783783801</c:v>
                </c:pt>
                <c:pt idx="2">
                  <c:v>234.362934362934</c:v>
                </c:pt>
                <c:pt idx="3">
                  <c:v>274.517374517375</c:v>
                </c:pt>
                <c:pt idx="4">
                  <c:v>291.50579150579199</c:v>
                </c:pt>
                <c:pt idx="5">
                  <c:v>303.08880308880299</c:v>
                </c:pt>
              </c:numCache>
            </c:numRef>
          </c:yVal>
          <c:smooth val="0"/>
          <c:extLst>
            <c:ext xmlns:c16="http://schemas.microsoft.com/office/drawing/2014/chart" uri="{C3380CC4-5D6E-409C-BE32-E72D297353CC}">
              <c16:uniqueId val="{00000000-F7D4-4575-A902-14A32243F66C}"/>
            </c:ext>
          </c:extLst>
        </c:ser>
        <c:dLbls>
          <c:showLegendKey val="0"/>
          <c:showVal val="0"/>
          <c:showCatName val="0"/>
          <c:showSerName val="0"/>
          <c:showPercent val="0"/>
          <c:showBubbleSize val="0"/>
        </c:dLbls>
        <c:axId val="118577408"/>
        <c:axId val="118583680"/>
      </c:scatterChart>
      <c:valAx>
        <c:axId val="118577408"/>
        <c:scaling>
          <c:orientation val="minMax"/>
          <c:max val="350"/>
          <c:min val="0"/>
        </c:scaling>
        <c:delete val="0"/>
        <c:axPos val="b"/>
        <c:numFmt formatCode="General" sourceLinked="1"/>
        <c:majorTickMark val="none"/>
        <c:minorTickMark val="none"/>
        <c:tickLblPos val="none"/>
        <c:crossAx val="118583680"/>
        <c:crosses val="autoZero"/>
        <c:crossBetween val="midCat"/>
      </c:valAx>
      <c:valAx>
        <c:axId val="118583680"/>
        <c:scaling>
          <c:orientation val="minMax"/>
        </c:scaling>
        <c:delete val="0"/>
        <c:axPos val="l"/>
        <c:numFmt formatCode="General" sourceLinked="1"/>
        <c:majorTickMark val="none"/>
        <c:minorTickMark val="none"/>
        <c:tickLblPos val="none"/>
        <c:crossAx val="118577408"/>
        <c:crossesAt val="0"/>
        <c:crossBetween val="midCat"/>
      </c:valAx>
    </c:plotArea>
    <c:plotVisOnly val="1"/>
    <c:dispBlanksAs val="gap"/>
    <c:showDLblsOverMax val="0"/>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7"/>
            <c:spPr>
              <a:ln w="15875">
                <a:solidFill>
                  <a:srgbClr val="C00000"/>
                </a:solidFill>
              </a:ln>
            </c:spPr>
          </c:marker>
          <c:xVal>
            <c:numRef>
              <c:f>'Sheet1 (2)'!$A$1:$A$20</c:f>
              <c:numCache>
                <c:formatCode>General</c:formatCode>
                <c:ptCount val="20"/>
                <c:pt idx="0">
                  <c:v>42.940038684719497</c:v>
                </c:pt>
                <c:pt idx="1">
                  <c:v>72.340425531914903</c:v>
                </c:pt>
                <c:pt idx="2">
                  <c:v>110.251450676983</c:v>
                </c:pt>
                <c:pt idx="3">
                  <c:v>195.357833655706</c:v>
                </c:pt>
                <c:pt idx="4">
                  <c:v>304.44874274661498</c:v>
                </c:pt>
                <c:pt idx="5">
                  <c:v>386.46034816247601</c:v>
                </c:pt>
              </c:numCache>
            </c:numRef>
          </c:xVal>
          <c:yVal>
            <c:numRef>
              <c:f>'Sheet1 (2)'!$B$1:$B$20</c:f>
              <c:numCache>
                <c:formatCode>General</c:formatCode>
                <c:ptCount val="20"/>
                <c:pt idx="0">
                  <c:v>45.173745173745203</c:v>
                </c:pt>
                <c:pt idx="1">
                  <c:v>137.83783783783801</c:v>
                </c:pt>
                <c:pt idx="2">
                  <c:v>234.362934362934</c:v>
                </c:pt>
                <c:pt idx="3">
                  <c:v>274.517374517375</c:v>
                </c:pt>
                <c:pt idx="4">
                  <c:v>291.50579150579199</c:v>
                </c:pt>
                <c:pt idx="5">
                  <c:v>303.08880308880299</c:v>
                </c:pt>
              </c:numCache>
            </c:numRef>
          </c:yVal>
          <c:smooth val="0"/>
          <c:extLst>
            <c:ext xmlns:c16="http://schemas.microsoft.com/office/drawing/2014/chart" uri="{C3380CC4-5D6E-409C-BE32-E72D297353CC}">
              <c16:uniqueId val="{00000000-E39E-407B-9E85-20E0AE40AABE}"/>
            </c:ext>
          </c:extLst>
        </c:ser>
        <c:dLbls>
          <c:showLegendKey val="0"/>
          <c:showVal val="0"/>
          <c:showCatName val="0"/>
          <c:showSerName val="0"/>
          <c:showPercent val="0"/>
          <c:showBubbleSize val="0"/>
        </c:dLbls>
        <c:axId val="118677888"/>
        <c:axId val="118679808"/>
      </c:scatterChart>
      <c:valAx>
        <c:axId val="118677888"/>
        <c:scaling>
          <c:orientation val="minMax"/>
          <c:max val="350"/>
          <c:min val="0"/>
        </c:scaling>
        <c:delete val="0"/>
        <c:axPos val="b"/>
        <c:numFmt formatCode="General" sourceLinked="1"/>
        <c:majorTickMark val="none"/>
        <c:minorTickMark val="none"/>
        <c:tickLblPos val="none"/>
        <c:crossAx val="118679808"/>
        <c:crosses val="autoZero"/>
        <c:crossBetween val="midCat"/>
      </c:valAx>
      <c:valAx>
        <c:axId val="118679808"/>
        <c:scaling>
          <c:orientation val="minMax"/>
        </c:scaling>
        <c:delete val="0"/>
        <c:axPos val="l"/>
        <c:numFmt formatCode="General" sourceLinked="1"/>
        <c:majorTickMark val="none"/>
        <c:minorTickMark val="none"/>
        <c:tickLblPos val="none"/>
        <c:crossAx val="118677888"/>
        <c:crossesAt val="0"/>
        <c:crossBetween val="midCat"/>
      </c:valAx>
    </c:plotArea>
    <c:plotVisOnly val="1"/>
    <c:dispBlanksAs val="gap"/>
    <c:showDLblsOverMax val="0"/>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7"/>
            <c:spPr>
              <a:ln w="15875">
                <a:solidFill>
                  <a:srgbClr val="C00000"/>
                </a:solidFill>
              </a:ln>
            </c:spPr>
          </c:marker>
          <c:xVal>
            <c:numRef>
              <c:f>'Sheet1 (2)'!$A$1:$A$20</c:f>
              <c:numCache>
                <c:formatCode>General</c:formatCode>
                <c:ptCount val="20"/>
                <c:pt idx="0">
                  <c:v>42.940038684719497</c:v>
                </c:pt>
                <c:pt idx="1">
                  <c:v>72.340425531914903</c:v>
                </c:pt>
                <c:pt idx="2">
                  <c:v>110.251450676983</c:v>
                </c:pt>
                <c:pt idx="3">
                  <c:v>195.357833655706</c:v>
                </c:pt>
                <c:pt idx="4">
                  <c:v>304.44874274661498</c:v>
                </c:pt>
                <c:pt idx="5">
                  <c:v>386.46034816247601</c:v>
                </c:pt>
              </c:numCache>
            </c:numRef>
          </c:xVal>
          <c:yVal>
            <c:numRef>
              <c:f>'Sheet1 (2)'!$B$1:$B$20</c:f>
              <c:numCache>
                <c:formatCode>General</c:formatCode>
                <c:ptCount val="20"/>
                <c:pt idx="0">
                  <c:v>45.173745173745203</c:v>
                </c:pt>
                <c:pt idx="1">
                  <c:v>137.83783783783801</c:v>
                </c:pt>
                <c:pt idx="2">
                  <c:v>234.362934362934</c:v>
                </c:pt>
                <c:pt idx="3">
                  <c:v>274.517374517375</c:v>
                </c:pt>
                <c:pt idx="4">
                  <c:v>291.50579150579199</c:v>
                </c:pt>
                <c:pt idx="5">
                  <c:v>303.08880308880299</c:v>
                </c:pt>
              </c:numCache>
            </c:numRef>
          </c:yVal>
          <c:smooth val="0"/>
          <c:extLst>
            <c:ext xmlns:c16="http://schemas.microsoft.com/office/drawing/2014/chart" uri="{C3380CC4-5D6E-409C-BE32-E72D297353CC}">
              <c16:uniqueId val="{00000000-4BE5-4186-BA03-A7AC473F9CDB}"/>
            </c:ext>
          </c:extLst>
        </c:ser>
        <c:dLbls>
          <c:showLegendKey val="0"/>
          <c:showVal val="0"/>
          <c:showCatName val="0"/>
          <c:showSerName val="0"/>
          <c:showPercent val="0"/>
          <c:showBubbleSize val="0"/>
        </c:dLbls>
        <c:axId val="118703232"/>
        <c:axId val="118705152"/>
      </c:scatterChart>
      <c:valAx>
        <c:axId val="118703232"/>
        <c:scaling>
          <c:orientation val="minMax"/>
          <c:max val="350"/>
          <c:min val="0"/>
        </c:scaling>
        <c:delete val="0"/>
        <c:axPos val="b"/>
        <c:numFmt formatCode="General" sourceLinked="1"/>
        <c:majorTickMark val="none"/>
        <c:minorTickMark val="none"/>
        <c:tickLblPos val="none"/>
        <c:crossAx val="118705152"/>
        <c:crosses val="autoZero"/>
        <c:crossBetween val="midCat"/>
      </c:valAx>
      <c:valAx>
        <c:axId val="118705152"/>
        <c:scaling>
          <c:orientation val="minMax"/>
        </c:scaling>
        <c:delete val="0"/>
        <c:axPos val="l"/>
        <c:numFmt formatCode="General" sourceLinked="1"/>
        <c:majorTickMark val="none"/>
        <c:minorTickMark val="none"/>
        <c:tickLblPos val="none"/>
        <c:crossAx val="118703232"/>
        <c:crossesAt val="0"/>
        <c:crossBetween val="midCat"/>
      </c:valAx>
    </c:plotArea>
    <c:plotVisOnly val="1"/>
    <c:dispBlanksAs val="gap"/>
    <c:showDLblsOverMax val="0"/>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10"/>
            <c:spPr>
              <a:ln w="25400">
                <a:solidFill>
                  <a:srgbClr val="C00000"/>
                </a:solidFill>
              </a:ln>
            </c:spPr>
          </c:marker>
          <c:xVal>
            <c:numRef>
              <c:f>'Sheet1 (2)'!$A$1:$A$20</c:f>
              <c:numCache>
                <c:formatCode>General</c:formatCode>
                <c:ptCount val="20"/>
                <c:pt idx="0">
                  <c:v>42.940038684719497</c:v>
                </c:pt>
                <c:pt idx="1">
                  <c:v>72.340425531914903</c:v>
                </c:pt>
                <c:pt idx="2">
                  <c:v>110.251450676983</c:v>
                </c:pt>
                <c:pt idx="3">
                  <c:v>195.357833655706</c:v>
                </c:pt>
                <c:pt idx="4">
                  <c:v>304.44874274661498</c:v>
                </c:pt>
                <c:pt idx="5">
                  <c:v>386.46034816247601</c:v>
                </c:pt>
              </c:numCache>
            </c:numRef>
          </c:xVal>
          <c:yVal>
            <c:numRef>
              <c:f>'Sheet1 (2)'!$B$1:$B$20</c:f>
              <c:numCache>
                <c:formatCode>General</c:formatCode>
                <c:ptCount val="20"/>
                <c:pt idx="0">
                  <c:v>45.173745173745203</c:v>
                </c:pt>
                <c:pt idx="1">
                  <c:v>137.83783783783801</c:v>
                </c:pt>
                <c:pt idx="2">
                  <c:v>234.362934362934</c:v>
                </c:pt>
                <c:pt idx="3">
                  <c:v>274.517374517375</c:v>
                </c:pt>
                <c:pt idx="4">
                  <c:v>291.50579150579199</c:v>
                </c:pt>
                <c:pt idx="5">
                  <c:v>303.08880308880299</c:v>
                </c:pt>
              </c:numCache>
            </c:numRef>
          </c:yVal>
          <c:smooth val="0"/>
          <c:extLst>
            <c:ext xmlns:c16="http://schemas.microsoft.com/office/drawing/2014/chart" uri="{C3380CC4-5D6E-409C-BE32-E72D297353CC}">
              <c16:uniqueId val="{00000000-3AD4-43C6-A009-4ADBE7E20FB8}"/>
            </c:ext>
          </c:extLst>
        </c:ser>
        <c:dLbls>
          <c:showLegendKey val="0"/>
          <c:showVal val="0"/>
          <c:showCatName val="0"/>
          <c:showSerName val="0"/>
          <c:showPercent val="0"/>
          <c:showBubbleSize val="0"/>
        </c:dLbls>
        <c:axId val="126702720"/>
        <c:axId val="126704640"/>
      </c:scatterChart>
      <c:valAx>
        <c:axId val="126702720"/>
        <c:scaling>
          <c:orientation val="minMax"/>
          <c:max val="350"/>
          <c:min val="0"/>
        </c:scaling>
        <c:delete val="0"/>
        <c:axPos val="b"/>
        <c:numFmt formatCode="General" sourceLinked="1"/>
        <c:majorTickMark val="none"/>
        <c:minorTickMark val="none"/>
        <c:tickLblPos val="none"/>
        <c:crossAx val="126704640"/>
        <c:crosses val="autoZero"/>
        <c:crossBetween val="midCat"/>
      </c:valAx>
      <c:valAx>
        <c:axId val="126704640"/>
        <c:scaling>
          <c:orientation val="minMax"/>
        </c:scaling>
        <c:delete val="0"/>
        <c:axPos val="l"/>
        <c:numFmt formatCode="General" sourceLinked="1"/>
        <c:majorTickMark val="none"/>
        <c:minorTickMark val="none"/>
        <c:tickLblPos val="none"/>
        <c:crossAx val="126702720"/>
        <c:crossesAt val="0"/>
        <c:crossBetween val="midCat"/>
      </c:valAx>
    </c:plotArea>
    <c:plotVisOnly val="1"/>
    <c:dispBlanksAs val="gap"/>
    <c:showDLblsOverMax val="0"/>
  </c:chart>
  <c:spPr>
    <a:ln w="28575"/>
  </c:spPr>
  <c:externalData r:id="rId1">
    <c:autoUpdate val="0"/>
  </c:externalData>
</c:chartSpac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7T06:38:53.119"/>
    </inkml:context>
    <inkml:brush xml:id="br0">
      <inkml:brushProperty name="width" value="0.05" units="cm"/>
      <inkml:brushProperty name="height" value="0.05" units="cm"/>
      <inkml:brushProperty name="color" value="#CC0066"/>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ax="29376" units="cm"/>
          <inkml:channel name="Y" type="integer" max="16524" units="cm"/>
          <inkml:channel name="F" type="integer" max="4095" units="dev"/>
          <inkml:channel name="T" type="integer" max="2.14748E9" units="dev"/>
        </inkml:traceFormat>
        <inkml:channelProperties>
          <inkml:channelProperty channel="X" name="resolution" value="1000.20428" units="1/cm"/>
          <inkml:channelProperty channel="Y" name="resolution" value="1000.24213" units="1/cm"/>
          <inkml:channelProperty channel="F" name="resolution" value="0" units="1/dev"/>
          <inkml:channelProperty channel="T" name="resolution" value="1" units="1/dev"/>
        </inkml:channelProperties>
      </inkml:inkSource>
      <inkml:timestamp xml:id="ts0" timeString="2023-12-06T07:36:33.008"/>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brush xml:id="br2">
      <inkml:brushProperty name="width" value="0.05292" units="cm"/>
      <inkml:brushProperty name="height" value="0.05292" units="cm"/>
      <inkml:brushProperty name="color" value="#00B050"/>
    </inkml:brush>
  </inkml:definitions>
  <inkml:trace contextRef="#ctx0" brushRef="#br0">8176 11971 226 0,'1'-5'109'0,"-1"-9"-36"16,6 1-20-16,-7-2 4 16,3 1 20-16,3 2 35 15,-6-2 9-15,3 1 1 16,-2 2-13-16,-1-1-27 16,1 1-12-16,-1-1-21 15,-3 3-4-15,0 1-1 16,-1 0 2-16,3 1 3 15,1 1-2-15,2 4-9 16,1 0-7-16,-2 2-12 16,-1-1-4-16,0 0-3 15,0 0-3-15,-1 0-5 0,1 1-3 16,0 0-2-16,0 0-1 16,-3 6 2-16,-2 10 0 15,-19 32 2 1,14-28 2-16,0 3 0 15,-1 0 0-15,0 0-1 0,1 1 0 16,1 0-2-16,2 1 0 0,3-1-1 16,0 0 0-16,2-1 0 15,1 1 0-15,2-4 0 16,0-1 0-16,5-1 0 16,0-3 0-16,4 0 0 15,1-1 0-15,3-3 1 16,1-2 0-16,3 1 1 15,5-5 1-15,1-1 2 16,8-2 1-16,0-3 1 16,-2-5 0-16,2-4 0 15,-5-4 0-15,4-3 3 16,3-3 3-16,-2-4 6 16,0-4 0-16,0-4 2 15,-2-7-1-15,-5-4 0 16,2 0 5-16,-11-6 9 0,-4 3 4 15,-5-3 1-15,-5 1-4 16,-2 4-6-16,-4 0-4 16,0 10-6-16,-3 1-3 15,-4 6-4-15,1 2-3 16,-7-2-3-16,0 3 0 16,-4-2-3-16,2 4 1 0,0 2-1 15,0-3-1-15,3 3 0 16,-3 3-1-16,6 2-1 15,0 3-2-15,1 5-3 16,2 4 0-16,1 4-4 16,-1 4 0-16,2 4-1 15,1 3 2-15,-2 5 1 16,1 1 2-16,2 4 2 16,1 0 0-16,2 5 1 15,2-1 1-15,-3-2 0 16,4 0 1-16,-3-3-1 15,0-1 1-15,4 3-1 16,0-1 0-16,0 2 1 16,1 1 0-16,3-2 0 15,0 0 0-15,-1-5 0 16,-4-1 0-16,3-3 0 0,-2-2 0 16,8 2 0-16,1-1-1 15,-2-3 1-15,8 2 0 16,-1-4-1-16,8-1 1 0,4-3-1 15,2 1-1-15,7-3-13 16,-2 1-17-16,3-1-62 16,2 3-57-16</inkml:trace>
  <inkml:trace contextRef="#ctx0" brushRef="#br0" timeOffset="771.1">8886 12077 680 0,'-1'-3'265'0,"-2"-9"-180"16,3 6-61-16,1-1-27 16,0-3-3-16,-1 8 4 15,-1-6 4-15,-6 7 28 16,-1-1 18-16,-5-3 28 16,2 5 9-16,-2 0-9 15,-1 0-10-15,3 3-17 16,-1 2-6-1,1 1-15-15,-1 1-7 0,2 3-13 0,2 2-4 16,-2 3-4 0,6 4 0-16,-1 2 0 0,-1 1 0 15,6 2-1-15,-1 1 1 16,1 2-1-16,6-1 0 16,1 1 0-1,1-4 1-15,1-2 0 0,2-2 0 0,4-4 1 16,-2-4 2-1,4-8 2-15,-4-4 4 0,1-8 7 32,5-6 4-32,0-5 6 0,0-3-1 0,0-3-7 15,-1-1-4-15,-5-3-6 32,1 0 1-32,-6 3 8 15,-2-2 5-15,-5 6 11 16,-2 2 4-16,-6-2 0 0,-1 6-2 0,-5-3-12 15,1-1-5-15,-1 3-9 16,0-1-4-16,3 7-5 16,0 2-5-16,-1 6-45 15,0 1-44-15,4 7-196 16</inkml:trace>
  <inkml:trace contextRef="#ctx0" brushRef="#br0" timeOffset="1261.95">9454 11790 1036 0,'0'0'357'0,"-4"0"-332"16,5 2-29-16,-1-2-4 16,0 0-1-16,0 0 15 15,0 0 30-15,8 0 56 16,2 0 20-16,33-4 15 15,-24-1-25-15,6-5-53 16,0-3-18-16,8 4-23 16,-3 0-4-16,-6 6-7 15,2 3-36-15,-11 6-142 16,-2 6-170-16</inkml:trace>
  <inkml:trace contextRef="#ctx0" brushRef="#br0" timeOffset="1497.27">9395 12110 1318 0,'0'-3'474'0,"1"-1"-377"0,13-7-98 15,5-2-7-15,14-4 0 16,0-4 5-1,7 6 2-15,6 1-12 0,3-1-38 16,0 7-25-16,7 2-95 16,-7 0-69-16</inkml:trace>
  <inkml:trace contextRef="#ctx0" brushRef="#br0" timeOffset="4319.84">10567 11404 826 0,'-3'-1'343'0,"-5"-2"-212"15,1-1-65-15,2 5-62 16,1-1-6-16,-2 8 0 15,-1 4 1-15,-4 5 3 32,-1 6 8-32,-2 5 16 0,0 2 3 0,3 6 0 15,0 2-6-15,3 4-15 16,1 2-3-16,5 0-2 16,2-3 0-16,6-3 0 15,5-1 4-15,9-4 9 0,3-6 3 16,5-9 9-1,0-10 5-15,6-13 4 0,-7-6 1 16,3-16 7-16,3-6 2 16,-2-9 1-16,2-6 1 15,0-5-5-15,-3-3-7 16,-6-7-8-16,0-2-6 16,-9-5-6-16,-1 1-3 15,-7 7 0-15,-4 0-1 16,-4 14-2-1,-2 5-2-15,-9 8-3 0,-1 7-1 0,-5 3-5 16,-5 3 0-16,-6 9-6 16,-7 0-2-16,-2 12-1 15,0 3 1-15,-2 7 2 16,4 6 2 0,-5 1 0-16,3 4 0 0,3 7-1 15,-1 1 1-15,10 12 1 16,-2 0 0-16,6 5 2 15,5 0-1-15,8-1 2 16,3-2-1-16,9-7 0 16,4 1 1-16,7-9 0 15,4-4 0-15,10-3 2 0,4-7 0 32,10-3 0-32,-1-3 0 0,6-3-1 0,-6 0-2 15,-2 3-52-15,2 3-49 16,-8 7-269-16</inkml:trace>
  <inkml:trace contextRef="#ctx0" brushRef="#br0" timeOffset="4825.05">10980 11892 1231 0,'-2'-12'397'0,"2"-11"-425"0,1 0-16 15,0 6 0-15,1 5 13 16,-2 5 27-16,0 4 3 15,-2 3 0-15,2 0 1 16,-1 0 0-16,0 0 0 16,-2 15 5-16,-7 38 0 0,8-20-1 15,2 3 0-15,2 0 0 16,5 2-1-16,-1-12-1 16,2 0 1-16,1-8-1 15,-2-2 0-15,3-3 1 16,-1-4 1-16,2-8 4 15,0-4 2-15,3-7 12 16,-3-8 3-16,-1-5 3 16,0-3 4-16,-3-12-1 15,2-3 2-15,-6-9 1 16,-1-3-3-16,-4 2-11 16,-1 7-7-16,-2 7-10 15,-6 7-3-15,3 9-14 16,-6 7-23-16,5 12-86 0,-2 6-74 15</inkml:trace>
  <inkml:trace contextRef="#ctx0" brushRef="#br0" timeOffset="5376.35">11554 11674 912 0,'0'-1'340'16,"-3"-2"-255"-16,-1 1-71 16,4 2-28-16,0 0-2 15,0 0 2-15,0 0 8 16,0 0 25-16,0 0 16 0,0 0 23 31,0 0 9-31,0 0 1 16,5 1-4-16,7 2-9 0,37 0-6 0,-24-6-11 15,5 0-5-15,8 1-6 16,4 2-2-16,4-2-4 16,0 1-3-16,1-3-4 15,-1 0-2-15,-5 1 3 16,-2-1 5-16,-7 1 3 15,-4-2 0-15,-4 0-5 16,-9-3-6-16,1 1-7 16,-4 3-2-16,-11 3-61 15,5 1-73-15</inkml:trace>
  <inkml:trace contextRef="#ctx0" brushRef="#br0" timeOffset="5900.57">11125 11745 225 0</inkml:trace>
  <inkml:trace contextRef="#ctx0" brushRef="#br0" timeOffset="6100.7">11136 11748 247 0,'-6'-4'211'16,"6"-1"54"-16,-5-4-38 0,-7 4-78 0,12-1-37 15,-9 0-58-15,9 3-19 16,0 2-23-16,-8 1-6 16,0 3-7-16,-2 4-2 31,-4 8 1-31,3 2 0 0,-6 7-91 15,0 6-122-15</inkml:trace>
  <inkml:trace contextRef="#ctx0" brushRef="#br0" timeOffset="8011.12">13444 10993 514 0,'-2'-2'249'0,"1"2"-88"0,-1 2-99 0,2-2-62 16,0 0-3-16,0 0 31 15,0 0 21 1,0 0 30-16,0 0 10 0,-1 0-14 16,0 0-11-16,0 0-23 15,-4 9-8-15,-7 10-12 16,-25 34-9-16,13-23-2 15,1 5 3-15,-3 8 7 16,2 2 0-16,-1 7-2 16,0 1-6-16,-2 1-6 0,1 2-2 15,-3-6 0-15,1-6-1 16,-4-4 1-16,0-9 0 16,-5-2 1-16,-1-1 0 15,-1-12 2-15,-2-2 1 16,2-9 2-16,0-5 5 0,2-4 8 31,0-7 3-31,5-5 4 16,2-5 0-16,2-7-3 15,5 0-3-15,9-1-5 16,1-1-6-16,8 6-7 16,4-1-2-16,1-1-1 15,2 4 1-15,4-3 0 16,-2 1 0-16,9-3-2 15,2 4 0-15,5 0-1 0,-1 4-1 16,2 2 0-16,-2 0 0 16,1 6 0-16,3 0 0 15,-2 3-1-15,1 5-1 16,-2-2 1-16,-1 4-1 0,5 1 1 16,-2 2-1-16,3 3 1 0,2 2 0 15,0-2 0-15,-2 5 1 16,-2-1 0-16,-4-1 0 15,-2 1 0-15,-4 2 0 16,2 1 1-16,4 6 0 16,0 0 0-16,8 3 2 15,-3 0-1 1,-4-2 0-16,4 5-1 0,-4 1 0 0,4 0-1 16,3 4 0-16,-2 2 1 15,3-1 0-15,-1 3 1 16,2 0-1-16,0-2 1 15,-3-3 2-15,-3 4 1 16,2 1 4-16,-7 0 1 16,2 6 0-16,-3 2-1 15,-1-3-2-15,1 0-1 16,0-4 2-16,-5-11 12 16,0-3 7-16,-4-6 3 15,-1-2 1 1,-1-5-12-16,-2-3-6 0,-4-4-2 0,1 1-2 15,-1-1 2-15,0 0 1 16,0 0 0-16,0 0 1 31,0 0-4-31,0 0-15 16,0-1-77-16,-1 0-39 16</inkml:trace>
  <inkml:trace contextRef="#ctx0" brushRef="#br0" timeOffset="59958.75">21941 4163 677 0,'0'-3'275'0,"-1"-2"-194"16,4 4-42-16,-3 1-52 16,0 0-1-16,0 0 14 15,0-1 13-15,0-1 26 16,8 0 12-16,9-4 21 0,28-15 1 16,-20 12-10-16,2-2-10 15,8 1-22-15,9 3-10 16,2 4-14-1,5 7-4-15,-5 3-3 0,-1 5 0 16,-6 5-1-16,-5-3 0 16,-2 7 0-16,-4 0 1 0,-5 3-1 15,-2-1 0-15,-3 7 0 16,-3 6-1-16,-1 4 1 16,-3 11 0-16,0 8 0 15,-5 1 1-15,-1 6 0 16,-1-1-1-16,-4 2 1 15,0 6 0 1,-5 5 0-16,3-1 0 0,-3-4 1 16,-1 0 0-16,3-8-1 15,-5 0 1-15,0 10 0 16,0 1 0-16,-4 8-1 16,2-2 1-16,1-4 0 15,-2 1 0-15,1-4 0 16,0 5 1-16,-1 1-1 0,2-1 0 15,0-7 0-15,1 0 1 16,0-5 0-16,-2 2-1 16,5 4 1-16,-1 1-1 0,1-3 0 15,4-3 0-15,-2-8 1 16,3 0-1-16,-2-2 1 16,0 4 9-16,0 2 3 15,-2-6 1-15,-1-1 1 16,-1-7-7-16,-5-5-2 15,-2 1 2-15,-5-3 3 16,-7-1 0-16,2 0-1 16,0-1 1-16,-7-1 2 15,0-3-1 1,-5-4-1-16,-5-4-2 0,1-3-7 16,0-3 0-16,-5-7-3 15,0-1-11-15,0-5-43 16,2-2-31-16,7-4-95 0,5-4-113 15</inkml:trace>
  <inkml:trace contextRef="#ctx0" brushRef="#br0" timeOffset="68498.22">11579 7300 586 0,'-4'-2'250'0,"-2"-3"-116"15,3 4-112-15,1 2-14 0,2-1-9 16,0 0 1-16,0 0 4 16,-1 18 10-16,1 40 17 15,0-23 9-15,0 5 5 16,-1 4-6-16,-1 5-16 15,-2 1-7-15,2 8-10 16,-4 4-1 0,-1 5-12-16,-1 0-31 0,0 0-103 15,1-9-70-15</inkml:trace>
  <inkml:trace contextRef="#ctx0" brushRef="#br0" timeOffset="68851.92">11289 8077 661 0,'0'-7'289'0,"0"-3"-130"0,5 0-119 15,1 1-26-15,6 0-14 16,3 6 0-16,2-3 0 15,2-1 0-15,4 6 8 16,1 0 5-16,12 1 16 16,9 5 7-16,4-1 13 15,10-4 3-15,3 0-8 16,3-1-6 0,7-4-18-16,-1-1-7 0,-2 1-8 15,-4-8-1-15,-9 8-1 16,-5-2-14-16,-12-5-47 15,-4 4-30-15,-14-3-85 16,-4 3-60-16</inkml:trace>
  <inkml:trace contextRef="#ctx0" brushRef="#br0" timeOffset="69395.6">11365 8462 733 0,'-2'-3'266'16,"-5"-2"-207"-16,7 2-90 15,0-3-12-15,4 7 5 16,-4-2 11-16,0 0 42 15,0 1 18-15,0-2 32 16,0 1 16 0,11 0 2-16,3-1-6 15,35-2-23-15,-25 7-14 16,9 1-23-16,2-1-5 0,1 2-7 16,-4 5-2-16,1 2-2 0,-3 6 0 15,-10-2-1-15,2 3-1 16,-9 2-1-16,-3-2-2 15,-5 5-1-15,-3 0 1 16,-7-6 0-16,-2 3 2 16,-8-5 2-16,-3-1 0 15,1 3 0-15,-3-2 1 16,4 0-1-16,4 2 1 16,-5-3 0-16,6 0 0 0,3-2-1 31,-4-4 0-31,10-1 1 0,2-1 0 0,3-5 5 15,8 0 3-15,0-6 2 16,9-2 0-16,10-4-5 16,-2-3-2-16,12 1-4 15,-3-3-14-15,0 2-62 16,2 1-67 0</inkml:trace>
  <inkml:trace contextRef="#ctx0" brushRef="#br0" timeOffset="70284.03">11986 8461 1117 0,'-2'0'399'0,"0"-2"-349"16,2 5-63-16,0-3-23 0,0 0-7 0,0 0 13 15,0 0 9-15,9 5 8 16,4-1 9-16,27 8 8 16,-28-12 3-16,0 1 3 15,2 5 2-15,-5 3-1 16,-1 4-2-16,0 6-3 15,2 8-2-15,-5-1-3 16,1 5 0-16,-6-3 0 16,-3-4 0-16,-2 0-1 31,-4-4 1-31,3-1 0 0,2-6 1 16,1-1 1-16,0-4 0 15,-2-3 7-15,3-5 1 0,-6-7 3 16,7-4 1-16,1-6-5 0,4-4-2 15,5-8-2-15,1-2 1 16,2 0-1-16,1 0 1 16,1 6-3-16,4 4 0 15,1 5-3-15,-1 1 0 16,-2 7-1-16,-3-3 0 16,0 6-2-16,-1 5-1 15,-1 2-1-15,3 8 1 0,-5 4 1 16,1 1 0-16,-1 5 2 31,-1 2-1-31,-2 2 1 0,-1 1 0 0,1 2 0 16,-4-4 0-16,-3-3 0 31,1 0 1-31,-3-11 0 0,1-2 2 0,2-4 6 16,0-3 2-16,0-2 0 31,0 1-1-31,0-5-4 15,5-18-4-15,11-33 0 16,-5 25-1-16,2-1 1 16,1 0 0-16,3-1-2 0,3 2 1 15,1 5-1-15,-2 3 0 16,-3 9 0-16,2 5-2 16,-6 6 0-16,-1 4-2 15,0 8 0-15,2 6-1 16,-2 8 3-16,1 2 1 15,-2 6 0-15,-6 0 1 16,3 3 0-16,-2 3 0 0,-1-3 2 16,-3-7-1-16,-1 2 0 15,-1-6-1-15,0-3 2 16,1 0-19-16,2-8-106 16,0-1-140-16</inkml:trace>
  <inkml:trace contextRef="#ctx0" brushRef="#br0" timeOffset="71760.73">14292 7542 471 0,'0'-2'218'0,"-4"-2"-90"15,1 0-76-15,2 3-12 16,0-1-15-16,0 1-2 15,0 0-6-15,-1 0-5 16,1 0-4-16,0 0-1 0,0-1 8 16,0 1 7-1,0 0 8-15,-9-5 2 0,-5 1-2 16,-32-6-4-16,26 16-3 16,-2-2-3-1,-5 2-5-15,0 5-3 0,-6 3-2 16,1 0-1-16,-5 4 0 15,-2-2-2 1,-4 3-3-16,1 3-1 0,5 1-2 16,2 1-1-16,9-4 0 15,6 0 1-15,11-8-1 16,4-3 1-16,7-4 3 16,5 1 0-16,13-2 3 15,7 0 1-15,14-3-2 16,7-2-1-16,8-4-1 15,-1-3-1-15,0-1-1 16,-8-3 0-16,-5 6-1 0,-1 3 0 16,-9 4-1-16,0 2 0 15,-10 2-1-15,-4 1 0 16,-8 5 0-16,-8 1 0 16,-8 6 1-16,-5 1 3 15,-11 0 3-15,-4 2 1 0,-7 3 1 16,-2 3 0-16,-3 2-1 15,-6-1-1-15,0 0-1 16,-4 0-2-16,-1-1 0 16,3 0-1-16,3-2-1 15,3-3 1 1,8-4 0-16,3-1 0 0,10-6 0 16,3 1 0-16,9-3-2 15,0-6 0-15,5 5-2 16,6 3 0-1,2 3 0-15,7 0 1 16,9 1 0-16,5-3 1 0,15 2 1 16,8 2 1-16,16 0 4 15,-3-3 3-15,6-1 4 16,6-3 3-16,-4-6-1 0,9 1-2 16,-1-3-3-16,-10-6 2 15,-5-2 4-15,-7-3 3 16,-8-3 3-16,-4 2-2 15,-8-2-6 1,-4 2-4-16,-14 6-6 0,-3 2-1 0,-10 2-46 16,-5 2-56-16,-9 2-146 15,-7 4-115-15</inkml:trace>
  <inkml:trace contextRef="#ctx0" brushRef="#br0" timeOffset="72368.89">13718 8887 834 0,'0'-2'321'0,"-3"1"-200"16,3 1-110-16,0 0-9 16,0 0-3-16,0 0-3 15,0 0 1-15,-2 0 2 16,-2 18 1-16,-12 37 0 16,4-24 3-16,-1 2-2 0,4 4 1 15,1 2-1-15,1 0-1 16,5 1 0-16,-3-5-22 15,2 2-15-15,4-2-41 16,-2-6-31-16,2-5-85 16,1-8-84-16</inkml:trace>
  <inkml:trace contextRef="#ctx0" brushRef="#br0" timeOffset="72778.14">13824 8704 911 0,'-1'0'318'15,"-1"-2"-278"-15,2 2-39 16,0-1-3-16,0 0 0 0,0-1 2 16,0 1 3-1,-2 0 19-15,1 0 13 16,0 0 18-16,0 0 3 0,0-1-17 16,0 1-13-16,0 0-18 15,-1 0-4-15,1 0 1 16,0 0 1-16,-2 0 1 15,1-1-1-15,1 1-4 16,0-1-1-16,-3-11-3 16,-6-27-5-16,17 32-20 15,-1 2-13-15,-4 1-25 16,6 5-16-16,-2 2-52 16,1 7-62-16</inkml:trace>
  <inkml:trace contextRef="#ctx0" brushRef="#br0" timeOffset="73108.64">13966 9035 937 0,'0'0'341'0,"-2"-2"-308"15,2-2-99-15,0 4-42 16,0-1-3-16,0 0 51 16,10-1 22-16,7-4 63 15,27-9 42-15,-36 5 50 16,4 1 15-16,-5-3-32 15,-1-1-27-15,6 3-47 16,1-1-14-16,6 4-33 0,3 1-41 16,4 1-197-16</inkml:trace>
  <inkml:trace contextRef="#ctx0" brushRef="#br0" timeOffset="73400.73">13905 9194 953 0,'-1'-4'393'0,"-2"-9"-220"15,10 1-134-15,9 0-62 16,6 0-14-1,6 1-13-15,-2-2 5 16,6 5 15-16,-2-1 12 0,-2-1 16 16,3 6 1-16,-3-3-8 15,2 1-26-15,4 4-123 16,-3-2-150-16</inkml:trace>
  <inkml:trace contextRef="#ctx0" brushRef="#br0" timeOffset="73701">14451 8935 1169 0,'-1'-5'440'0,"1"-3"-325"15,-2 1-81-15,3 6-35 16,-2-2-6-16,0 3-2 15,1 0 1-15,0 0 2 16,0 0 4-16,0 0 2 16,1 5 0-1,2 11 0-15,8 31 0 16,-9-26 1-16,-2 5-1 0,1-1 0 16,3 2 0-16,-4-5-14 15,4-3-22-15,1 1-92 16,-3-2-105-16</inkml:trace>
  <inkml:trace contextRef="#ctx0" brushRef="#br0" timeOffset="74965.56">13838 7374 483 0,'0'-4'201'0,"1"1"-106"16,4 1-173-16,-5 2-57 0,0 0-45 0,0 0 24 15,0 0 111-15,3 0 96 16,2 0 109-16,-3 0 21 0,0 0-21 31,3-2-38-31,-2 1-52 16,3 0-21-16,1 0-30 15,0 0-9-15,5 1-10 16,29 12 0-16,-25 5 0 16,-4 0 0-16,3 6 0 15,-5-2 0-15,0 3 0 16,3-2 0-16,-4-1 0 16,-2-2 0-16,-3-4-1 15,0 1 1-15,-3-8 1 16,4-1 2-16,-1-4 7 15,-2-3 2-15,0-7 1 16,-2 5-1-16,0 1-5 16,1-10 5-16,11-41 11 15,-10 23 7-15,10-1 7 0,-4-3 1 16,0 5-9-16,5 4-6 16,-8 7-8-16,6 4-6 15,-1 5-3-15,0 2-1 16,2 3-1-16,-5-1-2 15,0 4-2-15,2 1-1 16,-1 6-2-16,2 6 0 0,-4 8 1 16,1 4 2-16,-6 4 0 15,2 2 0-15,-3-3 0 16,-2-3 0-16,1-1 1 16,1-9 0-16,0-8 3 15,0-3 3-15,1-4 6 16,-1-2-1-16,0 1-1 15,0 0-3-15,4-8-6 16,12-18 0-16,29-35 3 16,-28 27 5-16,1-1 9 15,-2 1 3-15,1 11-1 16,-2 2-5-16,0 12-10 16,-1 3-5-16,-3 7-2 0,0 2-2 15,-3 6 0-15,1 5 0 16,0 5 1-16,0 4 1 15,1 6-24-15,0-3-38 16</inkml:trace>
  <inkml:trace contextRef="#ctx0" brushRef="#br0" timeOffset="76261.78">15294 7435 701 0,'0'-2'247'15,"3"-2"-214"-15,1 1-33 16,-4 1-5-16,0 1 2 16,0 0 4-16,0 1 19 15,0 0 38-15,0-1 10 0,0 1 7 16,0 0-17-16,0 0-36 16,0 0-7-16,-5 20 4 15,-20 46 0-15,2-10-3 16,0 11-4-16,2 25-11 15,4 13-1-15,5 10 1 16,6-2 0-16,9-8-1 16,7-4 1-16,15-5 0 15,8-1 0-15,12-7-15 16,4-5-33-16,1-1-166 16</inkml:trace>
  <inkml:trace contextRef="#ctx0" brushRef="#br0" timeOffset="77697.67">15665 7800 741 0,'0'0'262'0,"2"-1"-240"0,1 1-44 16,-3 0-16-16,0 0-1 16,0 0 22-16,0 4 5 15,3 15 10-15,2 33 2 0,-10-20 8 32,-3 2 4-32,-1 5 10 0,0 0 1 0,1-5-4 15,2-2-4-15,2-7-8 31,4-2-3-31,4-3-1 0,3-4 0 0,1-3 4 32,1-5 5-32,4-7 15 15,1-2 4-15,4-13 4 0,5-3 1 0,2-11-4 16,4-5-1-16,2-4-1 16,-3-6-7-16,0-5-6 15,-2-1 0 1,-7-4 2-16,-2 1 0 0,-8 4-2 0,-4 4-3 31,1 7-2-31,-2 4 2 16,-4 7 4-16,-2 0 2 15,-3 7-1-15,-3 4-4 16,4 2-9-16,-1 6-4 0,-9 1-2 16,5 5-1-16,-5 2-2 15,-1 7 0-15,1 5-3 16,-4 0 1-16,-1 12 1 15,0 1 2-15,-1 5 0 16,2 3 1-16,-1 2 1 16,6-3 0-16,0-1 0 15,2-2 0-15,6-6 0 16,-1-2 0-16,6-7 0 16,0-3 0-16,5-2-1 15,0-3 0-15,9 1 0 16,6 3-19-16,5 2-85 15,5 2-92-15</inkml:trace>
  <inkml:trace contextRef="#ctx0" brushRef="#br0" timeOffset="78376.67">16117 8029 584 0,'0'-5'253'0,"0"0"-119"16,-1 1-91-16,0-3-14 16,0 5-20-16,-3-2-5 15,1 5-4-15,2-1-2 16,-1 0 3-16,1 0 4 15,-9 14 13-15,-29 33 4 16,28-26 2-16,1 1-4 0,0-2-11 16,-3 0-4-16,8-5-3 15,0 3-1-15,5-3-1 16,0-3 1-16,1-4 0 16,2 0 2-16,4-4 5 15,1-3 3-15,4-1 3 16,-2-3-1-16,0-6-2 15,9-1-2-15,-2-4-1 16,2-3-1-16,1 0-3 16,-2-2-1-16,-5 1 0 15,1-2 0-15,-6-1 12 16,-1 1 8-16,-2 0 9 16,1 5 3-16,-4-3-10 15,-2 3-6-15,-1 0-10 16,-3 0-5-16,0 5-2 15,-2 1-2-15,-2 1-1 0,0-2-6 16,-3 4-25-16,3 5-17 16,-2 4-58-16,0 7-40 15</inkml:trace>
  <inkml:trace contextRef="#ctx0" brushRef="#br0" timeOffset="80176.92">16456 7878 501 0,'2'-3'192'16,"2"-4"-131"0,3 3-38-16,0-1-4 0,0 0 10 15,3 2 24-15,-3 0 12 16,1-2 13-16,-1 3-2 15,0-1-12-15,-3 2-9 0,9 1-13 16,4 1-5-16,2 5-11 16,4 0-4-16,0-3-10 15,-1 2-4-15,4-5-4 16,1 0 0-16,-2-1-2 16,-1-4 0-16,-2-2-21 15,-1-1-36-15,-7-2-160 16</inkml:trace>
  <inkml:trace contextRef="#ctx0" brushRef="#br0" timeOffset="80476.42">16699 7644 904 0,'-2'-2'338'16,"-4"0"-249"-1,3 6-73-15,2-4-21 16,-1 0-2-16,0 11 5 16,-6 36-1-16,6-21 2 15,-1 1 0-15,2 2 1 0,0 2 0 0,0 4 0 31,0-3 1-31,1 0-1 16,1 3-8-16,0-4-67 0,1 1-64 0</inkml:trace>
  <inkml:trace contextRef="#ctx0" brushRef="#br0" timeOffset="81151.78">17124 7721 688 0,'3'-1'245'15,"0"-4"-113"-15,3 8-292 16,-1 6-36-16,-5 1 31 16,-1 4 31-16,-6-3 134 15,0-2 71-15,0 3 72 16,-1-3 13-16,1 5-39 16,-1 5-32-16,2 4-40 15,3 4-14-15,3 2-22 16,7 3-5-16,3-6-4 15,4-4 0-15,2-9 1 16,1-6 1-16,7-7 0 16,-1-7 1-16,5-3-1 15,2-5 1-15,0-8 3 0,0-5 2 16,-1-7 15 0,-4-6 7-16,-9-3 10 15,2 3 5-15,-9-3-7 0,-2 3-1 16,-4 0-11-16,-3 1-7 15,-7 3-8-15,2 2-6 16,-9 4-2-16,2 8-2 0,-4 5-1 16,-3 4-3-16,-2 13-1 15,-7 1-1-15,3 9 1 16,-1 5 1-16,0 6 0 16,-2 1 1-16,2 1 0 15,1 6 0-15,6-4 1 16,2-3-1-16,7 3 1 15,5-4-1-15,8-2-1 16,9 3 1-16,5-5 0 16,5-4 2-16,10-1-2 15,0 2-9-15,8 0-39 16,2 1-39-16,-4 7-208 16</inkml:trace>
  <inkml:trace contextRef="#ctx0" brushRef="#br0" timeOffset="81550.89">17609 7807 558 0,'0'-1'222'0,"1"1"-134"16,1 4-67-16,-2-4-14 15,0 0 12-15,-1 0 22 16,0 5 11-16,-1 13 12 16,-9 32-7-16,4-20-19 0,1 0-11 15,-1 8-20 1,2-1-4-16,2 1-24 0,-1 4-42 16,3-1-201-1</inkml:trace>
  <inkml:trace contextRef="#ctx0" brushRef="#br0" timeOffset="82260.17">17765 7776 708 0,'1'-2'267'0,"0"-5"-190"16,5 1-60-16,3-1-15 15,1 0 0-15,3-1 7 16,2 0 12-16,-1-1 34 16,-4-3 15-16,3 3 4 15,-2 1-13-15,-3 3-35 16,6 3-17-16,0 4-10 0,-5 4-4 16,3 8-6-16,2 5-8 0,-14 4-9 15,1 4-2 1,-5 1 7-16,-7 1 6 0,-1 0 13 15,-2-2 2-15,-2 0 2 16,-1 0 0-16,3-6 0 16,4-5 1-16,4-5 2 15,3-6 2-15,-1-7 3 16,2-2 0-16,4-11-1 16,3-6-3-16,7-8-3 15,3-6-1-15,3-5 1 16,4-5 1-16,2 1 3 15,2 3 2-15,-1 5 4 16,-6 6 0-16,-4 7-3 0,-2 5-3 16,-3 3-5-16,-4 2 0 15,-1 12-3 1,-4-5 0-16,-1 9-3 0,-1-3 1 16,-1 0 1-16,1 0 1 15,-6 22 2-15,-10 38 1 0,4-24-1 16,6 6 1-16,2 1 0 15,1 3-1-15,8 1 1 16,0-6-1 0,11-8 0-16,1-5 0 0,7-14 1 15,2-7-12-15,2-7-120 16</inkml:trace>
  <inkml:trace contextRef="#ctx0" brushRef="#br0" timeOffset="82900.37">18231 7062 316 0,'-1'4'111'0,"-4"-3"-92"16,-1 4-19-16,0-5 51 0,3 2 25 15,-1-1 34-15,3-2 12 16,0 1-35 0,0-1-20-16,-1 1-28 0,1 0-13 15,0 0-13-15,0 0-2 16,0 0 1-16,-5 6 2 0,4 5 1 31,-32 38-2-31,31-25-8 0,-2 1-2 0,2 4-2 16,-1 0 0-16,4 2 0 31,0 2-1-31,4-3 0 16,3 0-1-16,-1-6-16 15,4 1-19-15,-2-14-96 16,0-3-114-16</inkml:trace>
  <inkml:trace contextRef="#ctx0" brushRef="#br0" timeOffset="83214.3">18399 7094 1053 0,'5'2'331'0,"1"0"-365"16,-2 4-64-16,0 2-35 16,-4-2 35-16,0 1 50 15,3 4 15-15,-7-3 33 16,4 2 11-16,-1-1 10 16,-8 1 4-16,9 5 0 15,-1 4-5-15,-6 0-10 16,10 3-4-16,-5 2-10 15,-9-1-25-15,7 6-189 16</inkml:trace>
  <inkml:trace contextRef="#ctx0" brushRef="#br0" timeOffset="83530.2">18501 7019 687 0,'3'-4'236'16,"2"-3"-187"-16,-5 4-98 15,1-1-3-15,-1 2 15 16,0 2 8-16,-1-1 37 16,0 0 13-16,0 0 16 15,1-7 2-15,0-5-11 16,5-26-11-16,-3 26-141 16</inkml:trace>
  <inkml:trace contextRef="#ctx0" brushRef="#br0" timeOffset="83908.48">18666 7008 159 0,'6'4'96'15,"3"2"-4"-15,0 2 5 16,1-3 5-16,0 3-6 15,3 4-12-15,3 2-33 16,1 4-12-16,4 4-15 16,-4-2-8-16,2 3-8 0,-2 3-2 15,-10 5-3-15,-3 3-1 16,-5 5-46-16,-5 3-74 16</inkml:trace>
  <inkml:trace contextRef="#ctx0" brushRef="#br0" timeOffset="84553.24">18673 7835 930 0,'0'-2'367'16,"-2"-4"-202"-16,2 6-170 15,0 0-9-15,0 0 0 16,0 0 1-16,0 0 11 15,0 0 10-15,1 0 17 0,7 3 3 16,7 5 2-16,31 19-7 16,-22-19-16-16,2-2-6 15,1-3-37-15,1-4-28 16,-7-9-75-16,1-3-81 16</inkml:trace>
  <inkml:trace contextRef="#ctx0" brushRef="#br0" timeOffset="84804.98">18810 7702 1279 0,'-1'-2'467'0,"-5"0"-374"16,3 4-99-16,2-2-26 15,0 0-5-15,-1 0 12 32,2 2 6-32,2 14 6 15,0 34 6-15,4-19 5 0,-2 3 1 16,4 12-19-16,-1 0-23 16,5 6-83-16,-1 2-85 15</inkml:trace>
  <inkml:trace contextRef="#ctx0" brushRef="#br0" timeOffset="85401.42">19319 7739 926 0,'-5'-3'324'0,"-2"-1"-331"16,1 4-92-16,3 6-80 16,-2 4 5-16,-2 8 72 15,-1 2 32-15,-6 6 103 16,2 5 37-16,-1 0 38 0,0 1 1 15,8 2-36-15,-1-4-22 16,9-4-34-16,3-1-9 16,8-8-4-16,6-2-2 15,4-7-9-15,5-6-12 16,2-8-34-16,-3-7-17 16,6-14-26-16,1-10 11 15,0-10 34-15,2-5 19 0,-6-4 59 16,-3 0 13-16,-12 1 10 15,-3 1-1-15,-10 4-18 16,-3 3-9-16,-8 5 3 16,-3 1-2-16,-6 10 1 15,-1 3 3-15,-3 13-11 16,2 9-1-16,-8 9-8 16,-5 3-6-16,3 13-1 15,0 2-1-15,0 8 0 16,11 10 0-16,-3-1 1 15,4 6 2-15,11 3 1 16,2-3 2-16,13 3 1 16,7 0-1-16,6-3-2 15,2-3 0-15,6-2-17 16,3-5-33-16,9-3-168 0</inkml:trace>
  <inkml:trace contextRef="#ctx0" brushRef="#br0" timeOffset="85859.54">19683 7997 1249 0,'5'-1'410'0,"10"-6"-428"16,0 5-71-16,10 9-53 15,-1-4 7-15,3 9 46 16,-1-4 21-16,-4-4 81 16,-1 2 30-16,-9-2 9 15,2 0-2-15,-3 2-27 16,-3-1-13-16,-2 5-8 15,-6 2-2-15,-7-1 1 0,-1 7 0 16,-7-2 0-16,-2 2-1 16,0 5 1-16,-5-2-1 15,-1 3 0-15,1 0 0 16,0 1 1-16,6-2-1 16,1-6 2-16,3-2-1 15,6-6 2-15,2-2 6 16,8-5 17-16,5-2 4 0,9-3 0 15,8-5-5 1,7-7-25-16,4-4-21 0,8-4-75 16,-2-3-42-1,1-1-182-15</inkml:trace>
  <inkml:trace contextRef="#ctx0" brushRef="#br0" timeOffset="86458.83">19958 7763 1193 0,'-1'-5'453'0,"4"-5"-350"0,6 6-120 0,5 4-63 16,6 2-15-16,5 4 23 15,-2 0 18-15,-4 1 30 16,1 1 17-16,-3-4 15 16,0 4 4-16,3 4 1 15,1 1-1-15,-5 5-7 16,-1 2-4-16,-9 4-1 16,-4 2-6-16,-2 2-12 15,-3 0-7-15,-4-3-8 16,-4-4 2-16,-1-4 13 15,0-2 6-15,2-9 11 16,2 1 2-16,4-7 9 16,1-6 0-16,4-1 2 0,7-2 1 15,5-13-1-15,3-2 2 16,6-12 0-16,-2-6 1 16,1-1-5-16,3 0-3 15,-5 7-3-15,-1 4-2 16,0 11-2-1,-10 3 0-15,-1 5-6 16,-5 3-6-16,-1 6-20 0,2 7-3 0,3 10 5 16,0 7 5-16,1 8 21 15,-1 5 4-15,4 6 3 16,-2 3 1-16,6 3-1 16,3-4 0-16,1-6-2 15,0-7-1-15,-2-10 1 16,0-5 0-16,-1-11-11 15,6-1-47-15</inkml:trace>
  <inkml:trace contextRef="#ctx0" brushRef="#br0" timeOffset="87360.5">20765 7999 1100 0,'-1'-6'445'0,"0"-8"-278"16,2 6-173-16,2 8-83 15,1 0-23-15,2 3 10 16,1 1 26-16,2-1 42 0,-4-2 29 16,5 3 34-16,-2-3 5 15,7 3-1-15,2 5-8 16,-5-2-20-16,-2 2-4 15,-5 1-1-15,0 1-3 16,-3 4-2-16,-4-2-2 16,-2 6-2-16,-9-2 1 15,-2 0 2-15,6 3 3 0,-9-3 3 16,4 2 0-16,-2-1 0 16,-1-3 0-16,6 3 1 15,3-3-1-15,5-4 2 16,-1-2 2-16,8-5 6 15,3-1 3-15,9-3 0 16,10 0-3-16,2-2-22 16,4-6-24-16,4-4-154 15</inkml:trace>
  <inkml:trace contextRef="#ctx0" brushRef="#br0" timeOffset="87909.43">20332 6921 846 0,'1'-1'281'16,"-1"4"-310"-1,-3 3-111-15,2-6-47 0,-1 0 35 16,1 0 131-16,-8 7 80 16,-28 24 88-16,26-31 17 15,-2 0-36-15,3 0-38 16,-5 7-51-16,4 7-13 0,-3 6-14 15,-4 1-2 1,5 9-4-16,1 0-1 0,7 3-4 16,5 5 1-16,10-4-1 15,5 2 0-15,6-5-9 16,3 0-13-16,-2-6-43 16,6 4-40-16,-2-5-111 15</inkml:trace>
  <inkml:trace contextRef="#ctx0" brushRef="#br0" timeOffset="88260.33">20498 7068 1041 0,'0'-2'390'16,"-1"-5"-273"-16,1 5-171 15,0 2-15-15,0 0-1 16,0 0 15-16,0 0 43 16,0 4 10-16,1 7 6 15,5 28 6 1,-5-24 5-16,0 2 0 0,4 2-3 15,-2 1-5-15,4 6-6 16,0 3 0-16,-2-4-12 31,-1-1-18-31,0-2-66 0,-2-2-59 0</inkml:trace>
  <inkml:trace contextRef="#ctx0" brushRef="#br0" timeOffset="88539.4">20543 6949 911 0,'1'-8'382'0,"4"-8"-224"15,2 5-141 1,1 5-76-16,-3 1-17 0,-2 2 9 31,-2-1 17-31,-1 3 24 0,0 0 17 0,0 0 11 32,0 0 3-32,0 0-82 15,0 0-128-15</inkml:trace>
  <inkml:trace contextRef="#ctx0" brushRef="#br0" timeOffset="88744.48">20686 6860 418 0,'0'2'143'0</inkml:trace>
  <inkml:trace contextRef="#ctx0" brushRef="#br0" timeOffset="88934.16">20744 6941 276 0,'1'0'230'0,"2"0"58"15,4 0-51-15,-7 0-103 16,0 0-39-16,7 4-64 16,11 2-19-16,30 50-9 0,-26-27-2 15,0 11 0-15,1 5-1 16,-2 7 0-16,3 10 1 16,-8 3-1-16,-5 0-3 15,-2 0-34-15,-7-8-29 16,-8-10-147-1</inkml:trace>
  <inkml:trace contextRef="#ctx0" brushRef="#br0" timeOffset="93636.46">15172 7043 140 0,'-1'-1'72'0,"1"-2"-1"0,0 2-56 16,-2 0 6 0,2 0 26-16,-1 0 16 0,1 0 14 15,0-1-1-15,0 1-11 16,0 0-12-16,-1 0-13 15,1 0-4-15,-1 0-1 16,0 0 1-16,0-1 0 16,0 1-1-16,-1 0-6 15,1 0-4-15,0 0-10 16,0 0-4-16,0 0-6 16,-2-1-2-16,-8-2-2 0,-27-11 1 15,22 15-2-15,2-3 1 16,-1 3 0-1,-1 3 0-15,2-1-1 16,-1 0 1-16,3 1 0 0,4-1-1 0,6 3 0 16,2 0 0-16,-1 1-2 31,-4-2 2-31,0 0-1 0,1 2 0 0,4 1 0 16,-1 2 0-16,1 0 1 15,2 2 0-15,-1 1 0 16,-1 0 0-1,0-1 0-15,-3 1 0 0,3-1 1 16,-2 1-1-16,3 0 1 16,-4 0 0-16,3 3 0 15,-2-1 1-15,0 2 0 16,2 0 0-16,-6 0-1 16,6 4 0-16,-8-1 0 15,-1 1 0-15,0 6 0 0,0-1 0 16,4 5-1-1,-4-1 0-15,-2 1 0 0,2-3 1 32,1-7 0-32,3 3-1 0,3-2 1 15,-5-5-1-15,4 2 1 16,-3 2 0-16,2-4 0 16,7 5 0-16,-3 1 0 15,0-1 0-15,0 2 0 16,-2-3-1-16,4 2 1 15,0 2-1-15,1 2 2 16,1-2-1-16,0 0 0 16,1-1 0-16,0 0 0 15,0 7-1-15,1 1 1 16,0 4-1-16,0 1 1 16,0-3-1-16,0 0 1 0,0-6-1 0,0-1 1 15,-4-5 0-15,3 3 0 16,-2 0 0-16,2 2 0 15,0 1 0 1,-3 2-1 0,4 3 1-16,-1 2 0 0,1 2 0 15,2 1-1-15,-1-5 1 16,-3 0 0-16,3-5 0 16,-3-1 0-16,0-1 0 15,4-2-1-15,-4 2 1 16,-1-3 1-16,5 4 1 15,-3-3 3-15,6 1-1 16,1 2 1-16,-1 2-1 0,-3 3-2 16,0 3 0-16,1 5-2 15,-2-1 1-15,3 1-1 16,1 0 0-16,-2-5 1 16,0-1 4-16,2-4 15 15,-2-1 7-15,2-1 5 16,2 0-3-16,1 4-13 15,1 1-9-15,2 2-4 16,-2-4-1-16,4 0-1 16,-1 1-1-16,4-2 1 15,5-4-13-15,3 0-116 16</inkml:trace>
  <inkml:trace contextRef="#ctx0" brushRef="#br0" timeOffset="95164.69">21295 7166 727 0,'0'-2'267'0,"0"-2"-211"0,1 0-61 15,-1 3-17-15,0 0 0 16,0-1 11-16,0 2 9 16,0 0 11-16,0 0 7 0,0 0 13 15,0 0 3-15,0 0-2 16,4 17 0-1,14 37-11-15,-8-24-2 0,4 11-5 16,1 6-4-16,8 15-4 16,2 1 0-16,3 6-2 15,0-2 0-15,-6-6 0 16,-2-1 1-16,-5-2-1 16,-3-1 1-16,-8 1-1 31,-4-2 1-31,-6-7 0 0,-5-4 0 0,-5-9 0 15,-2-4-1-15,-3-2 0 16,0 1 0-16,-3-1-2 16,1 0 0-1,-5-4-1-15,3-4-1 16,7-3-8-16,1-1-11 16,8-6-52-16,2-1-69 15</inkml:trace>
  <inkml:trace contextRef="#ctx0" brushRef="#br0" timeOffset="95543.87">21774 7846 878 0,'0'2'305'16,"-1"2"-267"-16,3 5-38 15,-2-3 2-15,-2 0 5 16,4-6 33-16,-2 0 16 16,0-1 18-16,4 0 1 0,17-4-28 15,29-11-15-15,-17 8-21 16,3 0-6-16,3 1-36 16,1 1-38-16,1 3-151 15</inkml:trace>
  <inkml:trace contextRef="#ctx0" brushRef="#br0" timeOffset="96299.76">22488 7549 928 0,'-1'-7'322'0,"-3"-2"-289"0,3-3-29 0,1 2-3 15,-1 2 1-15,1-5 15 16,0 3 15-16,1 1 31 15,-1-3 18-15,0 5 15 16,2 1-11-16,-2 2-37 16,2 3-21-1,-2 1-30-15,-2 0-5 16,-1 17 4-16,-11 43 1 0,6-22 0 16,3 6-10-16,5-4-24 15,3-1-8-15,6-8-1 16,4-8 11-16,0-13 26 15,5-7 9-15,4-5 2 16,4-7 0-16,9-10 0 16,-1 0-1-16,2-8 1 0,-6-3 1 15,-7 4 0-15,-1-6 1 16,-9 7 0-16,-1 3 0 16,-1 8-4-16,-5 6-2 15,0 6-4 1,0 7-1-16,0 8 1 0,-3 7 1 0,1 12 3 15,-2 9 1-15,1 12-1 16,3 9 2-16,1 14-1 16,-2 4 1-16,1 1 0 15,-5-1 0-15,-3-10 0 16,0-2 1-16,-1-1-1 16,1 0 1-1,-3-7 0-15,0 0 1 16,-6-12 0-16,-4-10 0 0,0-8 1 15,-5-14 0-15,0-9 0 16,-2-1 1-16,-12-13 5 16,-2-1 3-16,-7-15 4 15,-2-6-1-15,0-11-15 16,-1-6-15-16,2-7-29 0,1-6-14 16,13-3-44-16,9 1-30 15</inkml:trace>
  <inkml:trace contextRef="#ctx0" brushRef="#br0" timeOffset="96943.27">23048 7032 290 0,'4'-1'142'0,"1"-2"-33"15,0 3-53-15,1 3 11 16,-4-3 16-16,-1 1 36 16,-1-2 13-16,0 0-11 31,0 0-8-31,-1 0-36 0,1 0-21 16,-1 0-31-16,0 1-8 0,0 0-13 15,-1 0-4-15,-1 1-1 16,-13 6-1-16,-30 49 1 15,30-26 0-15,-2 1 0 16,3 10 0-16,1-3 1 16,5 3-1-1,7 5 0-15,3-1 0 16,11 0 0-16,4-3 1 16,6-12 0-16,3-5 1 0,3-11 0 0,1-4-1 15,-1-9-33-15,3-3-40 16</inkml:trace>
  <inkml:trace contextRef="#ctx0" brushRef="#br0" timeOffset="97368.55">23211 7075 556 0,'1'1'136'0,"-1"3"-203"16,6 2-3-16,-2-3 63 0,0-3 41 15,0 0 77-15,-4-1 29 16,0 0 28-16,0 0-6 16,0-1-59-16,0 1-33 31,0 1-46-31,0 0-18 16,0 0-8-16,1 13 1 15,1 43 1-15,-5-27 0 0,-1 3 0 16,-2 2 0-16,-2 2-20 15,2-1-16-15,3 1-39 16,-1-2-24-16,1-10-73 16,-2-7-83-16</inkml:trace>
  <inkml:trace contextRef="#ctx0" brushRef="#br0" timeOffset="97762.27">23268 6916 634 0,'-1'-5'298'15,"1"1"-141"-15,1 3-178 16,-1 1-88-16,0 0-18 0,-1 0 38 16,0 0 24-16,0 0 95 15,0 0 45-15,0 0 51 16,-1 0 14-16,1 0-50 16,0 0-20-16,0 0-24 15,0 0-8-15,0-1-5 16,0-1-3-16,-1 1-12 15,1 0-4-15,1-5-7 16,1-5-4-16,14-26-4 16,-4 32-17-16,-6 0-59 15,0 2-41-15,-1 2-123 16</inkml:trace>
  <inkml:trace contextRef="#ctx0" brushRef="#br0" timeOffset="98626.9">23403 6970 765 0,'-1'-6'300'0,"1"1"-222"15,1 5-96-15,-1 0-39 16,0 0 0-16,0 0 30 16,0 0 22-16,0 0 37 15,0 0 17-15,-1 0 18 16,0 0 4-16,1 0-21 15,0 0-1-15,0 0 12 16,0 0 6-16,-1 0 18 16,1 0-5-16,0 0-22 15,0 0-10-15,0 0-22 0,-1 0-9 16,1 0-10-16,0 0-4 16,0 0-5-16,0 0-3 15,0 0 0-15,3 10 1 16,25 36 3-16,-12-29 0 15,2 9 0 1,3 5 0-16,-6 2 0 0,-1 8 0 16,-5-1 0-16,-4-1 1 15,-2 1 0 1,-3-5 0-16,-1-1 0 0,-2 0 1 0,-7-7-1 16,-1-1 1-16,-5-4-1 15,-3-3 1-15,1-2-1 31,2-1 1-31,2-4-1 16,5-5 0-16,2 2-19 0,1-3-14 0,4-2-59 16,0 8-50-16,6-2-148 15</inkml:trace>
  <inkml:trace contextRef="#ctx0" brushRef="#br0" timeOffset="99350.7">23717 6935 1150 0,'3'-6'394'16,"0"-5"-376"-16,0 8-32 0,-2 1-8 16,-1 0 0-16,-1 1 14 15,0 0 12-15,0 0 21 0,0 0 12 16,-1 0 18-16,1 0-5 16,0-1-18-16,0 1-14 15,0 0-18 1,0 1 0-16,0 0 0 0,-1 19 1 15,25 49 1-15,6-26 0 32,10 8 0-32,6 7-1 0,4 8 0 15,2 8 0-15,-5 11 0 16,-5 0-1-16,-6 2 1 16,-3 2-1-16,-14 1 0 15,-3 5 0-15,-16 4 0 0,-4-2 1 0,-15-12 0 16,-4-8 1-16,-12-11 0 15,-11-4 1-15,-4-1 0 16,-3-5 0-16,3-6-1 16,2-4 2-16,5-14 2 15,7 0 2 1,3-8 0-16,3-6 0 16,8-4-2-16,-1-7-2 0,10-3 0 15,4 1 1-15,4-6 1 16,4 1-5-1,2-3-35-15,0 2-22 16,0 1-64-16,1-19-57 0</inkml:trace>
  <inkml:trace contextRef="#ctx0" brushRef="#br1" timeOffset="112367.56">11879 8250 1015 0,'-14'0'374'16,"-16"1"-292"-16,6 5-58 16,7 8-24-16,-2 3-1 0,2 8-1 15,1 10 0-15,-2 9 1 16,-1 3 0-16,-1 14 0 15,2 7 0-15,-8 19 1 16,-4 17 0-16,-15 29 2 16,-10 10-16-16,-9 31-277 15</inkml:trace>
  <inkml:trace contextRef="#ctx0" brushRef="#br1" timeOffset="119328.48">14780 9578 343 0,'0'-2'172'0,"2"-2"-30"16,7 2-120-16,4 2-20 31,8 1-9-31,3 3-4 16,4-6 1-16,-4 0 1 15,3-5 6-15,-5-3 3 0,5 4 2 16,3-3 2-16,-4 0 6 16,9-1 4-16,4-3 7 15,5-1 0-15,10 1-6 16,5 2-3-16,8 1-8 16,5 5-1-16,10-4-2 15,4-4 0-15,9 1 0 16,6-3 0-16,4-1-1 15,8 0 1-15,11-1 9 16,3-2 3-16,15 4 4 16,3 2 1-16,11 0-4 15,8 2 0-15,17 2-2 16,7 1-2-16,9 2-4 0,6-3-3 16,7 2 0-16,8 0 1 15,5 0 3-15,0 3 0 16,4-5 1-16,2 3 0 15,4-2 1-15,2-2 2 16,-1 2 0-16,-1 0 1 16,-4 0 19-16,-4-2 11 0,-2-2 16 15,-3-5 3-15,-6 2-21 16,6 1-12-16,-4 4-18 16,-2 4-3-16,-9 1-5 15,-10 5 0-15,-13-1 0 16,-6 1-1-16,-17 1 0 15,-5-1-1-15,-13 4 0 16,-10 0 1-16,-11 1 0 16,-7 1 0-16,-10 1 0 15,-6-3 0-15,-10 0-1 16,-7 0 0-16,-23-4 1 16,-8 0-1-16,-18 0 1 0,-7-2 0 15,-7 1 0-15,-3 1 0 16,-3 2 1-16,-7-1 0 15,-4-1 1-15,-2 0 0 16,1-1 0-16,0 0-1 16,0 1-2-16,-1-1 1 0,1 0 0 15,0 0 7-15,1 1 20 32,0 0 2-32,0 0-2 0,0 0-8 0,-1 0-26 31,0 0-5-31,0 0 3 0,1 0 2 0,-2 0-37 15,2 0-109-15</inkml:trace>
  <inkml:trace contextRef="#ctx0" brushRef="#br1" timeOffset="133342.54">15764 8539 53 0,'-1'0'43'0,"-1"-4"14"16,0 3 2-16,0-1 1 0,1 1-5 16,0 0-11-16,0 0-8 15,0 0-18-15,1 0-6 16,0 1-9-16,0 0 1 15,0 0 5-15,0 0 2 16,0 0-1-16,0 0 0 16,0 0-2-16,0 0 1 0,0 0 3 15,9-2 1-15,11-1-3 16,31-9-1-16,-25 3-3 16,3 2-1-16,-3-3-2 15,3 2 0-15,-5-6-1 16,2 0 0-16,1 3 0 15,-4-5 0-15,6 5 0 16,-3-2 0-16,-5 2 1 16,1 1 0-16,-6 0 0 15,2 3 0-15,-6 4-1 16,-1 1 1-16,-4-1 1 16,-2 3 3-16,-2-1 35 15,-2 0 8-15,-1 1 7 0,-1-1-2 16,0 0-33-16,-1 0-9 15,-10-1-7-15,-38 4-2 16,23 3-1-16,-5 3-1 16,0 5 0-16,0-1-1 15,3 4 0-15,1-1 0 16,-2-4 0-16,2 2-1 0,-2-4 1 16,1-2-1-16,3 1 1 15,1-1 0-15,3-2 0 16,5 4 0-16,2-3-1 15,2 1 0-15,5 0-1 16,4-1-1-16,2-1-1 16,2-3 0-1,6-2 2-15,-6-1 1 0,1 0 6 16,26-5 1-16,39-10 0 16,-23 6-1-16,1-5-3 15,2-1-1-15,-1 1-1 16,-4 1 1-16,-2 1-1 15,-5-1-1-15,-4 7-3 0,-2-1-23 16,-2 8-117-16</inkml:trace>
  <inkml:trace contextRef="#ctx0" brushRef="#br1" timeOffset="136685.57">17310 8514 320 0,'-1'-2'153'16,"1"-1"-49"-16,-2 2-75 16,2 0-17-16,0 1-11 15,0-1 0-15,0 0 1 16,0 0 1-16,0-1 4 16,0 1 1-16,0 0 0 15,0 0 0-15,0 0-5 16,0 0-3-16,14-4 0 15,33-1-1-15,-24 10 1 0,4 3 0 16,8-3 0-16,4 0 0 16,11-2 0-16,3-2 0 15,10 0 0-15,9 2 0 16,-1 4 0-16,7 0 0 16,-7 4 1-16,-2-2-1 15,4-1 1-15,3-4 0 0,9 1 1 16,1-2 1-1,8 8-1-15,-2 1-1 0,2 3 0 16,2 2 0-16,-7-5 1 16,-3-2-1-16,-6-3 0 15,-3-3 0 1,-1 4 0 0,2 4-1-16,-1 3 0 0,4 4 1 0,-1 2-1 15,3 0 1-15,0 1 0 16,1-2-1-16,-4 0 1 15,3-1 0-15,-2-4 0 16,-3-1 0-16,7-5-1 16,-2-2-2-16,-6-1-1 15,0 0 0-15,-4-1 0 0,-4 0 2 16,2 2 1-16,2-1 0 16,-3 4 0-16,-2 0-1 15,-4 2 1-15,-2 0 0 16,0 4 0-16,2-4 0 0,-2-6 0 15,1 2 0-15,-2-8 1 16,-1 1 0-16,3-4-1 16,-2-2 0-1,2-2-2-15,2 0-4 0,2 5-9 16,-1-2-4-16,-1 5-6 16,-4-1 1-16,-2 1 2 15,2 0 2-15,-2-1 6 16,2-1 4-1,-2-1 5-15,-4-1 3 0,-1-1 5 16,-1 4 7-16,-5-4 15 16,1 1 5-16,0-2 2 15,0-1-4-15,1 2-14 16,-4 2-4-16,1 2-6 16,-1 1-1-16,-2 0-1 15,1 0 1-15,-2 0 0 0,2 2 0 16,2-2 2-16,2 0-2 15,0-2 0-15,-2-3 0 16,-1-3-1-16,-3-1 1 16,-2 0 0-16,-1-4 3 15,-2-1 7-15,-4-3 5 0,-5-2 13 32,0 1 5-32,-8 1-1 0,-1 3-4 0,-7 2-17 15,-5 1-29-15</inkml:trace>
  <inkml:trace contextRef="#ctx0" brushRef="#br1" timeOffset="144800.23">14565 10504 1041 0,'0'1'386'0,"0"-6"-291"0,0 2-70 0,0 2-21 31,0 0 4-31,0-1 36 0,0 1 25 0,0 0 43 16,0 0 10-1,0 0-22-15,0 0-22 0,0 1-39 16,0 0-16-16,5 28-13 15,6 35-4-15,3-25-3 16,-4 2-2-16,1 5 1 16,2 0 0-16,2 3 0 15,3 5-1-15,1 5 1 16,0-1-2-16,-3 0-30 16,1 2-44-16,-9 2-152 0,-7 4-194 15</inkml:trace>
  <inkml:trace contextRef="#ctx0" brushRef="#br1" timeOffset="145151.22">14392 11566 1303 0,'-4'-7'493'0,"0"-5"-416"16,7 5-104-16,10 7-99 15,8 0-21-15,7 0 42 0,0 1 31 16,2 1 84-16,1-1 45 16,9 1 43-16,8-1 14 15,24 0-28-15,13 0-23 16,13 1-37-16,8 3-10 15,4-2-9-15,-1-3 0 32,-3 2-2-32,-2-3 0 0,-16-3-2 15,-8 6-1-15,-10 0-22 0,-13 7-40 0,-13 14-368 16</inkml:trace>
  <inkml:trace contextRef="#ctx0" brushRef="#br1" timeOffset="145954.18">14628 12065 1074 0,'11'-7'404'0,"9"-5"-269"16,6 2-129-16,1 2-5 15,3 3 0-15,1 3-1 0,0 2 11 16,-1 1 9-16,-2 5 7 15,0 3 2-15,-3 7-10 16,-3 2-8-16,-3 9-8 16,0 5 0-16,-8 4-2 15,0 6 0-15,-6 0 0 16,-5 2-1-16,0 1-2 16,-3 2-3-16,-2-9-5 15,1-8 1-15,1-11 0 16,3-6 2-16,1-13 5 15,5-2 1-15,6-21 3 16,-1-15 2-16,11-12 0 16,-1-10 0-16,10 0 3 15,2-1-1-15,-1 10-1 16,2 11-1-16,-11 10-3 16,-2 12 0-16,-6 12-1 0,-5-2-1 15,2 8-3-15,-1 4 1 16,1 3 0-16,-1 4 1 15,-4 7 0-15,0 2 1 16,-1 6 1-16,-1 4-1 16,2 0 1-16,-3 0-1 15,1-3 1-15,1-4 0 16,-3-4 0-16,3-4 1 0,-3-7 0 16,3-2 2-16,1-9 2 15,1-5 1-15,6-14 0 16,1-6-1-16,10-12-2 15,-2-2 0-15,-1-4-2 16,2 3 2-16,-6-2-1 16,2 3-1-16,3 17 1 15,-3 3-1-15,-5 20 0 16,-1 6-1-16,0 11 1 16,1 6 0-16,2 6-1 15,3 4 1-15,-4 2-1 16,1-2 0-16,-2 1-12 15,-2-4-34-15,-2 0-207 16</inkml:trace>
  <inkml:trace contextRef="#ctx0" brushRef="#br1" timeOffset="147599.34">17074 10364 773 0,'-1'-4'344'0,"-3"-7"-168"16,4 4-90-16,3 0-78 15,1 2-5-15,0 1 7 16,0-2 15 0,-4 3 28-16,0 0 5 15,0 1-7-15,-1 1-15 16,0 0-31-16,0 1-5 15,-19 4-1-15,-36 13 1 16,29-4 1-16,-5 0 0 16,-5 6 1-16,-4 2-1 0,-4 4 1 15,0 1-1-15,3 6-1 16,11-2 0-16,9-2 0 16,7-5-1-16,11-4 0 15,4-2 0-15,10-9 5 0,10 5 4 16,15 1 6-16,11 0 1 15,13 2-5-15,3-2-3 16,6-2-4-16,-4-1-1 16,-3-3 0-16,-1-3 0 15,-12-1 0-15,-2 2 0 0,-13-3-1 32,-6 1 1-32,-12-2-2 15,-2 0-2-15,-11 1-1 0,-7 2 1 0,-13 3 2 16,-9 0 2-16,-16 5 2 15,-5 3-1-15,-9 5-1 16,-2 3-1-16,7 6 0 16,-3-1 0-1,3 7-1-15,0-2 0 0,0 0 0 16,6-1-1-16,6-2 0 16,7-2 1-16,7-1-1 15,9-2-1-15,12-1 0 16,8-2 0-16,15-2 2 15,9 0 1-15,11 0 2 16,7-1 1-16,5-8 3 0,6 2 2 16,4-8 7-16,0-4 4 15,4-4 7-15,2-7 3 16,-2-5-1-16,-1-1-3 16,-3 1-9-16,-13-1-4 15,-10 5-9-15,-7 2-2 16,-16 3-16-1,-2 3-30-15,-13 3-87 0,-6 6-64 0</inkml:trace>
  <inkml:trace contextRef="#ctx0" brushRef="#br1" timeOffset="147994.21">16820 11974 742 0,'4'-1'280'16,"4"-4"-204"-16,0 5 11 15,-7-1 45-15,3 1 4 0,-4 0 16 16,-2-1-5-16,2-1-36 16,0 2-27-16,0 0-47 15,0 0-18-15,-1 0-13 16,0 0-3-16,-1 11-2 15,-3 11-1-15,-11 37 0 16,8-26-3-16,-1 2-17 16,3 6-23-16,4-4-74 15,-2-1-53-15,5-11-189 16</inkml:trace>
  <inkml:trace contextRef="#ctx0" brushRef="#br1" timeOffset="148359.6">16916 11697 1111 0,'-2'-2'371'0,"-2"1"-365"16,-4-1-138-16,7 2-75 16,-4 0 35-16,-1 0 109 15,4 0 89-15,0 0 118 16,1 0 17-16,0 0-39 16,0 0-40-16,-1 0-52 15,1 0-9-15,0 0 6 16,0-1 9-16,0 0 9 15,0 0-4-15,-2-12-14 16,5-28-15-16,9 32-63 16,1 2-55-16</inkml:trace>
  <inkml:trace contextRef="#ctx0" brushRef="#br1" timeOffset="148811.31">17097 12018 776 0,'-1'-3'276'0,"1"-1"-230"16,1-1-42-16,-1 4-5 15,0 0 0-15,0 0 19 0,0-1 14 16,7-2 12-16,2-2 2 16,33-15-20-16,-30 21-11 15,3-3-11-15,0-2-2 16,4 5 0-16,-3-4-1 16,1 2 0-16,1 2 0 0,-2-1-1 15,0 1 0-15,0 0-39 16,-3-1-71-16</inkml:trace>
  <inkml:trace contextRef="#ctx0" brushRef="#br1" timeOffset="149063.65">17030 12209 1429 0,'1'-4'481'0,"10"-1"-464"15,0-6-59-15,9-4-16 0,2 4 11 16,0 0 28-16,-2 0 13 16,-1 4 19-16,3-3 0 15,-2 5-5-15,4 5-32 16,-1-2-154-16</inkml:trace>
  <inkml:trace contextRef="#ctx0" brushRef="#br1" timeOffset="149362.18">17521 11880 1604 0,'0'0'544'0,"-2"-1"-520"16,2 1-30-16,-1 0-10 16,0 0 1-16,1 0 7 15,0 0 4-15,1 13 5 0,5 36 1 16,-4-20-2-16,3-1-1 15,-3 4-29-15,4 0-22 16,-5 2-77-16,0 0-74 16</inkml:trace>
  <inkml:trace contextRef="#ctx0" brushRef="#br1" timeOffset="150486.4">16454 9756 1205 0,'-4'-5'431'0,"1"0"-367"16,-1 1-86-16,2 4-50 16,2 0-3-16,0 0 14 15,0 0 23-15,0 0 43 0,0 0 13 16,0 0 11-16,0 0 1 16,0 0-6-16,0 0-10 15,6 1-10-15,7 1-2 16,26 12-1-16,-30-5-1 15,2 4 0-15,0 3 0 16,2 7 0 0,0 5 0-16,0 5 0 0,-1 0 0 0,-4 2 0 15,-1-4 0-15,1-5 0 16,-1-3 1-16,-2-9 1 31,0-5 0-31,-3-8 7 16,-1-1 3-16,3-8 17 15,-1-8 4-15,7-6 1 16,2-3 1-16,1-9-11 16,1-2-1-16,2-4-3 15,1 1-4-15,2 7-6 16,0 6-5-16,0 13-3 16,-4 4-2-16,-3 6-2 15,0 2 0-15,-2 3-2 16,2 6 0-16,0 5 1 15,-1 3 0-15,-1 5 2 16,2 2-1-16,-7 4 1 0,2 1-1 16,-3 3 1-16,-2-1 0 15,2 0 0-15,1-1 0 16,0-7 0-16,1-4 1 16,0-7 1-16,-6-6 2 15,3-7 0-15,4 0 1 16,2-11 0-16,1-5-2 0,3-8 1 15,-5-5 0-15,0-7 0 16,6 0 2-16,-2-3-1 16,0 0 0-16,7 10-2 15,-5 6-2-15,-4 11 0 16,-1 6-1-16,-5 3 0 16,-2 3 0-16,3 4-2 15,-5-2 1-15,0 0 4 16,2 9 2-16,5 20 1 15,5 36 0-15,-6-20-2 16,-2-1-2-16,-2 2-1 16,-1-1-5-16,-1-3-65 15</inkml:trace>
  <inkml:trace contextRef="#ctx0" brushRef="#br1" timeOffset="153337.41">17995 10359 706 0,'0'-7'306'16,"-1"-7"-145"-16,1 3-118 31,3 4-25-31,-1 2-5 0,0 4 10 0,-2-1 24 16,0 2 11-16,-1 0 11 15,0 0-4-15,-1 0-19 16,0 7-8-16,-6 21-21 16,-16 37-5-16,3-17-8 15,5 10 0 1,-11 11 4-16,7 7 2 0,-5 22 6 0,0 7 7 15,12 11-1-15,4 6-2 16,21 1-4-16,13-2-7 16,18-5-5-16,7-2 1 0,13-10-54 15,-3-6-38-15,0-5-150 16</inkml:trace>
  <inkml:trace contextRef="#ctx0" brushRef="#br1" timeOffset="154326.71">18581 11289 1055 0,'-1'0'410'0,"-3"-4"-288"16,3 4-119-16,1 0-48 16,0 0-1-16,0 0 20 0,0-1 21 15,0 0 34-15,0 0 7 16,3 0 3-16,9-3-8 15,33-14-22-15,-25 6-4 16,0-11-1-16,6-1 0 16,3-12 2-16,2-4 2 15,2-7 8-15,-1-7 2 16,-5-8 6-16,-2-3 4 0,-9-8-5 16,-5 0 0-16,-2 7-7 15,-3 1-5-15,-2 17-1 16,1 8-1-16,-6 13 1 15,-6 4 3-15,0 7-2 16,-1 3-2-16,0 6-5 16,3 9-4-16,-7 10-6 15,0 3 0-15,-4 12 1 16,0 5 2-16,3 8 2 16,0 5-1-16,0 2 2 15,-1 3 0-15,2 19-1 16,2 6 1-16,5 12-1 15,2 5 1-15,0-3-2 16,-1 3 0-16,-2 1-6 0,1-2-6 16,1-15 0-16,0-10 1 15,4-26 7-15,0-6 6 16,4-15 1-16,2-5 0 16,2-14 1-16,4-3 1 15,6-12 1-15,0-6 0 16,5-10 1-16,-2-6 0 0,-4-14 0 15,2-2-1-15,-4 2-4 16,1 5 0-16,-1 19-2 16,-1 6 0-16,-4 15 1 15,-2 1 1-15,0 7 0 16,1 6 1-16,2 7 0 16,-3 5 1-16,2 17-2 15,-2 2 0-15,-2 10 0 16,2-2-2-16,0-1-14 15,-3 2-27-15,-3-1-150 16</inkml:trace>
  <inkml:trace contextRef="#ctx0" brushRef="#br1" timeOffset="154940.65">19322 11608 1162 0,'0'-3'440'0,"1"-5"-321"15,3 0-105-15,0-4-52 16,3 3-3-16,-6-1 8 16,-1-2 21-1,2 9 38-15,-9-6 9 16,-1 8-1-16,-4 2-9 15,0 9-22-15,0 8-4 16,1 6-1-16,-2 6 1 0,0 3 1 16,0 0-1-1,4 3 1-15,1 1 0 0,3-3-1 16,5-3-1-16,4-5 0 16,3-6 0-16,5-8 2 15,1-6 0-15,9-6 2 16,2-5 0-16,0-9 0 0,4-4-1 15,-5-9 0-15,0-1 0 16,1-2 1-16,-3-4 0 16,-2-2 3-16,-4 0 2 15,-10-7 8-15,-1 1 1 16,-7 2-3-16,-5 0-2 16,-3 5-11-16,-3 0-1 0,-4 10-2 15,1 7 1-15,0 7-1 16,0 7 0-16,-2 4 0 15,2 2 0-15,-5 10-1 32,-2 1 0-32,2 9-1 0,0 4-1 0,8-2 1 15,5 3 0-15,9-1 2 16,5-2 1-16,11-1 1 16,4-4 1-16,7-3 0 15,4-7-5-15,8-6-33 16,8-3-39-16,3-7-260 15</inkml:trace>
  <inkml:trace contextRef="#ctx0" brushRef="#br1" timeOffset="155443.84">19841 10619 543 0,'4'-3'245'0,"3"-11"-70"16,3 5-45-16,-2-2-5 15,-1 1 10-15,2 4-6 16,-1 3-2-16,-5 0-7 16,-1 1-12-1,-4 1-39-15,1 1-22 0,0 0-32 0,0 0-12 16,-4 9-3-16,0 18-1 15,-44 41 1-15,26-25 0 16,-1 13 0-16,2 5 0 16,1 7 0-16,6 3 0 15,11-11-1 1,4-2 0-16,17-7 1 0,7-5-1 0,13 1-8 16,7-4-23-16,7-11-74 15,-1-6-58-15,3-13-180 16</inkml:trace>
  <inkml:trace contextRef="#ctx0" brushRef="#br1" timeOffset="156794.04">20153 10822 1209 0,'-4'-3'407'0,"-3"-3"-378"16,6 5-187-16,1-1-22 16,1-1 48-16,-1 2 82 15,0 0 142-15,4-3 39 16,16-7 1-16,27-17-26 0,-23 21-65 15,1-1-17-15,-2 3-16 16,0 3-5-16,-6 1-1 16,-3 2-2-16,1 4 0 15,-2 4-1-15,-3 7-1 16,-1 3-1-16,-4 11 1 31,-4 3 0-31,-6 7 0 0,-4 6 0 0,-9-3 2 16,-8-1-1-16,6-6 0 15,-4-8 0-15,3-4 1 16,7-4 1-16,1-11 1 16,7-2 3-16,6-9 1 15,1-6 0-15,6-10 0 32,6-5-4-32,0-4-1 15,7-4 0-15,4-7 0 0,0-1 0 16,3-3-1-16,1 4 0 15,-1 4 0-15,-8 3-1 16,2 13 1-16,-6 3-1 16,-4 7-1-16,0 5 0 15,-5 2 0-15,-3 1-1 16,1 0 3-16,-4-1 0 0,0 1 0 16,0 0 0-16,0 0 0 15,0 0 0-15,0 0 1 16,0 0 0-16,0 0 0 15,0-1-1-15,0 1 0 16,0 0 0-16,0 0 1 16,0-1-1-16,3 0 1 15,2-1 0-15,-1 1 0 16,1 0 0-16,-3 0 0 16,0 0-1-16,1 0 0 15,-2 0 1-15,0-1-1 16,-1 1 0-16,1 0 0 15,-1 0 0-15,0 0 1 16,1 0 3-16,2 1 1 16,-1 0 0-16,-2 0 2 15,1 0 0-15,-1 0 1 16,0 0 0-16,0 0-4 0,0 0-1 16,1 0-2-16,0 0 0 15,-1 0 2-15,2 0-1 16,-1 0 2-16,-1 0 0 15,0 0 0-15,0 0 0 0,0 0 0 16,0 0 1-16,0 0-2 16,0 0 0-16,0 0-2 15,0 0 0-15,0 0 0 16,0 0-1-16,0 0 1 16,0 0-1-16,0 0 2 15,0 0 5-15,0 0 5 16,0 0 2-16,0 0 3 15,0 0-2-15,0 0-2 16,0 0 0-16,0 0-5 16,0 0-2-16,0 0-1 15,0 0-1-15,0 0 2 16,0 0 1-16,0 0 2 16,0 0 0-16,0 0-3 15,0 0-3-15,0 0-1 16,0 0-1-16,0 0 0 15,0 0 0-15,0 0-1 16,0 0 2-16,0 0-1 0,-1 0 2 16,-1 0 0-16,1 0 0 15,0 0 0-15,-2 4-1 0,-3 5-2 16,-22 31 0 0,19-22 0-16,-1 3 0 0,-3 7-1 15,0-1 1-15,-1 3 0 16,2 4 0-16,5-4-1 15,6 1 1-15,5-2-1 16,10-2 1-16,6-1 1 16,2-3 2-16,8-4-1 15,0-3 1-15,4-3-1 16,2-3 1-16,2-3-40 16,2-2-37-16,-5-5-121 15,5-2-232-15</inkml:trace>
  <inkml:trace contextRef="#ctx0" brushRef="#br1" timeOffset="157501.6">20868 10124 1052 0,'0'-6'370'0,"4"-5"-337"16,-4 2-76-16,-2 2-20 15,2 2 8-15,-4 1 61 16,4 3 33-16,-1-2 29 16,-1 2 7-16,1 1-24 15,0 0-18-15,-3 1-19 16,-13 9-4-16,-32 29 0 16,26-15-1-16,2 6-2 0,4 5-1 15,-1 4-5 1,2 1 0-16,7 6-1 0,6-1 0 15,6 2-5-15,9 0-10 16,6-11-29-16,4-1-26 16,4-12-101-1,2-9-153-15</inkml:trace>
  <inkml:trace contextRef="#ctx0" brushRef="#br1" timeOffset="157805.41">21064 10166 1194 0,'-1'-2'411'0,"-3"-1"-396"15,3 2-42-15,1 0-13 16,-1 1 1-1,0 0 32-15,0 0 16 0,0 0 12 0,0 0 1 16,-1 0-8-16,-6 14-9 16,-15 39-4-1,19-27-1-15,0 8 0 16,3 2-1-16,0 2 0 16,1 0-8-16,0-3-34 15,-1-3-31-15,1-8-111 0,1-5-107 16</inkml:trace>
  <inkml:trace contextRef="#ctx0" brushRef="#br1" timeOffset="158102.51">21048 10006 1141 0,'0'-7'432'0,"1"-5"-310"0,3 0-94 16,-2 4-37-16,2 1-1 16,-2-3 3-16,0 5 5 15,1-3 2-15,1 0 1 16,2-1-7-16,-1 3-20 15,3 0-70-15,3 2-51 16,1 7-181-16</inkml:trace>
  <inkml:trace contextRef="#ctx0" brushRef="#br1" timeOffset="158431.75">21272 10133 1059 0,'0'-7'363'15,"0"-6"-314"-15,0 5-168 16,4 2-17-16,0 6 20 0,-2 4 47 15,-2-4 125-15,0 0 30 16,0 0 21-16,2 12-13 16,35 33-55-16,-26-26-16 15,1 3-16-15,1-2 0 16,0 3 6-16,-3 2 1 16,-1 0 1-16,-1 4-5 15,-4 5-8-15,-4 2-6 0,-3 10-91 16</inkml:trace>
  <inkml:trace contextRef="#ctx0" brushRef="#br1" timeOffset="159518.79">21638 10326 760 0,'-1'-3'324'0,"-4"-4"-135"15,4 5-277-15,0 2-38 16,0 0-11-16,1 0 18 16,0 0 137-16,0 0 58 15,0 0 49-15,0-2 13 16,-1 1-36-16,0 0-21 0,0 0-32 16,-1 0-16-16,1 0-21 15,0-1-6-15,0 1-5 16,0 0-1-16,0 0-2 15,1 0-1-15,0 0 1 16,0 1 0-16,0 0 2 16,0 0 0-16,0 0 0 15,0 0 1 1,0 0 9-16,0 0 11 16,0 0 21-16,0 0 6 0,0 0-1 15,0 0-7-15,0 0-14 16,0 0-6-16,0 0-6 15,0 0-5-15,0 0-5 0,0 0 3 16,0 0 7 0,0 0 6-16,0 0 13 0,0 0 5 15,0 0 1-15,0 0-1 16,1 1-10-16,7 7-6 16,39 35-9-16,-26-25-3 15,4 6-6-15,5 7-2 0,-1 9-2 16,3 8 0-16,2 12-1 15,-3 2-1 1,-3 14 0-16,-10 2 1 0,-9 7-1 16,-5 2 1-16,-12-7 1 31,-6 0 0-31,-13-9 0 16,-3 1-1-16,-9 0-4 0,-6-6 1 0,-1-4 0 15,0-8 1-15,2-13 3 16,1-4 0-16,8-12 1 15,4-2 0-15,6-6 0 16,7-5-1-16,7-8-6 16,5-4-7-16,3-1-30 15,2-1-29-15,1 1-78 16,0 0-81-16</inkml:trace>
  <inkml:trace contextRef="#ctx0" brushRef="#br1" timeOffset="161321.47">22231 10989 995 0,'-5'-3'372'15,"-4"-3"-263"-15,2 1-97 0,4 3-3 31,1 0 8-31,0 2 13 0,2-1 16 0,0 1 0 16,0 0-9 0,0 0-12-1,0 0-13-15,4 0 1 0,15 1 5 16,39 3 1-16,-22-5-3 16,6 0-1-16,9-6-5 15,2-1-2-15,10-1-3 16,5 2-3-16,-3 0-11 15,-2 3-28-15,-10 1-174 16</inkml:trace>
  <inkml:trace contextRef="#ctx0" brushRef="#br1" timeOffset="162075.47">23339 10635 1331 0,'0'-1'450'15,"0"0"-446"-15,0-3-21 0,0 3-9 16,0 1 1-16,0 0 16 16,0 0 6-16,0 0 6 15,0 0 4-15,0 0 5 16,0 0-1-16,8 16-2 16,10 31-4-16,-12-24-3 15,1 2-1-15,4 1-1 16,4 2 0-16,3-8 1 15,1-5-1-15,8-11-5 16,3-5-12-16,6-9-14 16,0-4-1-16,0-7 9 15,-4-1 11-15,-5-1 21 16,-5 0 8-16,-5 5 12 16,-4 2 3-16,-9 3-7 15,3 6-8-15,-6 5-15 16,3 2-4-16,2 10-2 0,-5 2 1 15,2 10 2-15,0 4 0 16,4 13 1-16,6 7 0 16,4 18-1-16,-4-2 1 0,5 6-2 15,-5 4 0-15,-1-6 0 16,1 6 1-16,-4-4-1 16,-3 0 1-16,-2-5 1 15,0 0-1-15,-10-8 1 16,-1-4 1-16,-7-9 0 15,-3-3 0-15,-4-7 0 16,0-6 2-16,-2-10 2 16,1-5 3-16,-4-14 15 15,-9-6 7-15,-6-14 18 16,-5-6 10-16,3-12-4 16,4-8-6-16,10-16-22 15,3-10-19-15,14-9-38 16,11-5-25-16,15 5-78 15,10 4-81-15</inkml:trace>
  <inkml:trace contextRef="#ctx0" brushRef="#br1" timeOffset="162693.15">24058 9766 994 0,'4'-2'324'0,"0"-4"-311"15,9 8-159-15,-3 4-19 0,-3 1 34 16,-1 0 43-16,-6-4 131 16,0 1 48-16,0-1 50 31,-1-3 15-31,0 0-49 0,-1 0-27 0,1 0-39 16,-3 8-12-16,1 7-7 15,-40 32-1-15,26-21-3 16,-2 0-5-16,0 10-6 15,-1 1-4-15,1 4-1 16,2 3-2-16,4 1 0 16,4 1 0-16,9-2 0 15,2 1 0-15,12-1 0 16,5 1 1-16,5 0-1 16,6-4 0-16,2 1-22 0,4-9-27 15,3-6-100-15,-1-8-123 16</inkml:trace>
  <inkml:trace contextRef="#ctx0" brushRef="#br1" timeOffset="163135.29">24515 9978 557 0,'-2'-5'288'0,"2"-1"-64"15,0-1-94-15,0 3-27 0,2 2 0 16,-2 1 2 0,0 1-8-16,0 0-42 15,0 0-16-15,0 0-24 16,0 0-7-16,0 0-7 16,0 0 1-16,-2 14 2 0,0 41 0 15,-1-25-1 1,-1 2-1-16,3 0-2 15,1 2 0-15,0 2 0 16,1-5-13-16,0 1-30 16,-1-3-23-16,0-10-101 15,0-1-141-15</inkml:trace>
  <inkml:trace contextRef="#ctx0" brushRef="#br1" timeOffset="163446.97">24459 9733 1185 0,'-1'-4'440'15,"-4"-4"-339"-15,3 2-85 0,2 2-37 16,0-1-1-16,1 0 5 16,-1 1 17-16,1 0 26 15,-1 3 4-15,0 0 0 16,0 0-5-16,0 0-20 16,2-3-1-16,7-3-43 15,30-32-36-15,-24 30-119 16,2 7-143-16</inkml:trace>
  <inkml:trace contextRef="#ctx0" brushRef="#br1" timeOffset="163904.44">24762 9783 507 0,'2'0'256'0,"-6"0"-68"16,4 1-198-16,-1-1-40 15,0 0 15-15,0 2 88 16,1 7 47-16,0-3 61 15,0-3 5 1,0 2-30-16,0-3-29 0,0 0-52 16,1 2-18-16,1 1-21 15,4 5-6-15,33 35-8 16,-25-28 0-16,3 8-1 16,-1 5 0-16,-3 7 0 15,2 5-1-15,-6 3 0 16,-4-2 0-16,-5 5-1 15,-6 0 0-15,-7-3 1 0,-2 1 1 16,-1-9 1-16,-1-2-1 16,0-8 1-16,3-7-1 15,4-2 0-15,-1-7 1 16,9-4-29-16,0-2-26 16,2-5-91-16,8 3-168 0</inkml:trace>
  <inkml:trace contextRef="#ctx0" brushRef="#br1" timeOffset="165829.26">25309 9743 789 0,'-1'-4'313'15,"0"-1"-209"-15,-3 0-39 0,4 5-35 16,-1-1-2-16,0 0 22 15,0 1 6-15,0 0 8 16,-1 0-3-16,1 0-27 16,0 0-12-16,0 14-12 15,6 36-4-15,6-17-1 16,6 1-1-16,5 10 2 16,1 4-1-16,7 3 0 0,-1 1-1 15,3 6-2-15,1-1 1 16,-2 10-2-16,0 12 0 15,-7 9 1-15,-1 7-1 16,-9 5 0-16,-7 0 0 16,-7 12 0-16,-5 4 0 0,-13-5 0 15,-3 2-1-15,-12-9 1 16,-8-5-1-16,-5-3 2 16,-4-7 0-16,-5-12 1 15,-1-3 0-15,-2-2 0 16,3 2-1-16,-3-9-1 15,1-2 0 1,5-16 2-16,-2-6 0 0,13-11 2 16,4-12 0-16,12-5 0 15,4-3 0-15,8-5 0 16,3-3 1 0,3-4 20-16,3-5 5 0,5 0-4 15,4-3-6-15,9-1-38 16,4 0-19-16,2-1-49 15,1 4-38-15</inkml:trace>
  <inkml:trace contextRef="#ctx0" brushRef="#br1" timeOffset="170831.4">26239 10447 523 0,'1'1'219'0,"1"-1"-128"16,-1-5-50-16,-1 4-36 15,0-1-3-15,0 1 0 16,0 0 4-16,0 0 27 16,0-3 18-16,2-2 28 15,0 0 4-15,1-2-19 16,9-27-15-16,-12 32-28 15,0 0-6-15,0 2-9 16,-1 1-5-16,1 0-2 0,0 0-2 16,0 4 0-16,7 23 2 15,7 41 1-15,-8-22 0 16,-3 7 0-16,4 2 0 16,-5-1 1-16,2-3-1 15,2-3 1-15,-2-4 0 16,0-7 0-16,-2-3 0 0,-1-8 0 15,-1-2 0-15,-1-9 1 16,1-1 0-16,-1-12 5 16,0-1 12-1,-3-7 7-15,3 5 0 0,0 0 0 16,0 0-6-16,-4-14 11 16,-16-39 9-16,13 23 14 15,-1-4 1-15,3-4-11 16,1 1-8-16,1-3-13 15,1 0-6-15,-3 2 0 16,4 0 0-16,-3 1 1 16,3 3 1-16,-1 0-5 15,0 4-3-15,1 2-2 16,-3 1-2-16,3 2-1 16,-5 0 0-16,4 4 2 0,-1 2 0 15,2 5 6 1,2 4 2-16,-2-1-1 15,1 2-1-15,-2 2-7 0,-3-2-1 16,0 4-4-16,4-1 0 0,1 2-1 16,-4-1 0-16,3 6-1 31,-2-2 0-31,3 2-4 0,0 0-1 0,0 0 0 16,0 0 0-16,-6 21 1 15,-33 33 1-15,28-25 2 16,-3 4 0-16,0 3 0 15,-2 4 1-15,2 2 0 16,-1-7 0 0,2-2 1-16,-1-7 0 0,2-8 0 15,0-3 0-15,3-7 0 16,1 0 0-16,3 0 0 16,3-1-1-16,-1-3 0 15,3 3-2-15,1 0 3 16,2 2-23-16,4 6-72 15,3 1-72-15</inkml:trace>
  <inkml:trace contextRef="#ctx0" brushRef="#br1" timeOffset="171701.17">26192 11132 720 0,'-3'-5'289'15,"-2"-5"-165"-15,-1 1-104 0,4 2-14 0,2 1-7 16,-2 0-1-16,-4 4 1 15,2-2 0 1,-5-1 25 0,3 5 15-16,1 0 15 15,-7 0 4-15,7 0-23 16,-1-1-15-16,0 1-14 16,5-1 15-16,-1 1 36 15,2-2 3-15,0 1 2 16,0 0-19-16,11-1-36 15,13-5-5-15,38-9-2 16,-21 10 1-16,-2 3 0 16,4 0-1-16,-1 1 1 0,-4-4-1 15,-2 0 1-15,-1 4 0 16,-10-5 1-16,-1 3 0 16,-5-2 0-16,-3-2 2 15,-7 4 0-15,-6-1 1 16,-3 2 2-16,-4 0 0 15,0 5-2-15,3-2-2 0,0 0-2 16,0 0-1-16,-19 8 1 16,-30 14 1-16,25-13-1 15,0-3 1-15,-3 3 0 16,-3-1-1-16,-1 0 0 16,0 3 0-16,2-7 0 15,3 3 0-15,3-2 0 16,1-2 0-16,8 4 0 15,0-1 0-15,1 0-1 16,6 2 0-16,0-2 0 16,2-5 0-16,7 3 10 15,-3-4 5-15,2-1 9 16,0 0 5-16,0 0-2 16,0 0-3-16,23-5-7 0,36-8-6 15,-22 6-7-15,-4-5-3 16,8 7 6-16,-1 1-29 15,-2 5-231-15</inkml:trace>
  <inkml:trace contextRef="#ctx0" brushRef="#br1" timeOffset="180274.49">8323 13906 907 0,'-3'-1'398'0,"1"-2"-181"16,0 3-152-16,0-1-23 0,1 1-28 16,0 0-5-1,0 0-1-15,0 0 3 0,0 0 11 16,0 0 5-16,-2 3-1 16,-5 21-5-16,-29 35-12 15,30-23-5-15,3 6-3 31,1 2 0-31,6-2-1 0,-3-7 0 0,11-6-1 16,2-8 0-16,10-10 1 16,9-2 0-16,5-13 1 15,1-10 1-15,7-17 1 32,0-6 0-32,1-13 0 0,0-6 1 0,-9-5 2 31,-3-7 3-31,-15-3 9 15,-8 3 3-15,-7 3 10 16,-5 2 3-16,-7 8 2 16,0 2 1-16,-15 7-2 0,-5 1-4 15,-6 7-10-15,-3 6-6 16,-1 12-12-16,0 9-3 16,1 15-6-16,-5 10-1 15,5 16 0-15,-1 10 1 16,5 10 1-16,5-1 1 0,8-1 1 15,7-7-1-15,13-3 0 16,4-2 1-16,16-1 0 16,8-2 1-16,11-9 1 15,8-1 0-15,7-10-17 16,4-3-25-16,10 3-88 16,2 3-81-16</inkml:trace>
  <inkml:trace contextRef="#ctx0" brushRef="#br1" timeOffset="180685.95">8884 13955 889 0,'-1'-3'368'0,"0"-3"-215"16,1 5-29-16,-1 0-16 15,-1 0-7-15,1 0-6 16,0-1-9-16,0 1-21 16,0 0-12-16,0 0-28 15,-1 0-13-15,2 0-13 16,0 1-4-16,5 14 1 16,16 51 2-16,-14-22-4 15,-1 5-21-15,0 7-80 16,1 1-90-16</inkml:trace>
  <inkml:trace contextRef="#ctx0" brushRef="#br1" timeOffset="181014.93">9608 13798 1141 0,'0'-3'429'15,"6"-3"-285"-15,6 1-159 16,7-2-23-16,4-4-25 0,-3 1 0 16,1-3 18-16,3 0 19 15,7 3-16-15,2 3-58 16</inkml:trace>
  <inkml:trace contextRef="#ctx0" brushRef="#br1" timeOffset="181187.97">9653 14110 1758 0,'8'-9'615'15,"8"-3"-522"-15,31-3-181 16,13-6 487-16</inkml:trace>
  <inkml:trace contextRef="#ctx0" brushRef="#br1" timeOffset="181754.86">10575 13577 1406 0,'-5'-7'507'16,"-10"-1"-416"-16,3 0-64 15,2 5-32-15,-2 2-10 0,-1 2-5 16,-4 3-1 0,-1 9 9-16,-1 4 5 0,1 10 4 15,4 8 0 1,5 8 1-16,4 11 0 15,12 10 0-15,6-2-1 0,10-7-1 16,6-10 0-16,6-18 0 16,6-11 2-16,0-18 2 15,-2-14 3-15,3-19 2 16,-4-9 1-16,2-15 5 16,2-2 2-16,-6-4 4 15,-4-5 2-15,-9-2-4 16,-7-3-2-16,-10-2-2 15,-6 3 0-15,-9 12 2 16,-8 7 0-16,-5 16 2 0,-4 5-1 16,-2 11-5-16,-2 6-3 15,-5 14-7-15,-1 4-3 16,-9 15-2 0,-1 5 1-16,-3 14 1 0,0 5 0 15,4 7 0-15,7 6 1 0,16-3 0 16,11-2 1-16,18-9 0 15,12-4 1-15,13-6-1 16,6-6 1-16,15 0-19 16,3 0-31-1,5-1-118-15,4 4-270 0</inkml:trace>
  <inkml:trace contextRef="#ctx0" brushRef="#br1" timeOffset="182021.3">11236 13666 1510 0,'-1'-3'555'16,"-7"-8"-450"-16,8 7-60 15,0 1-36-15,-3 3-14 16,2 0-6-1,0 0-1-15,0 0 5 0,-6 14 4 16,-20 44 1-16,16-20 1 0,3 13-5 16,3 10-21-16,5 10-75 15,3 5-68-15</inkml:trace>
  <inkml:trace contextRef="#ctx0" brushRef="#br1" timeOffset="182306.11">11740 13710 1333 0,'0'-2'514'0,"0"-3"-311"16,4 3-239-16,-4 1-37 15,0-1-56-15,19-2 2 16,34-16 46-16,-29 9 51 16,0-4 101-16,3 1 15 0,4 1-3 15,3-3-23-15,10 2-76 16,6-1-52-16</inkml:trace>
  <inkml:trace contextRef="#ctx0" brushRef="#br1" timeOffset="183171.68">13231 13154 925 0,'-2'-7'379'0,"-4"-4"-212"16,5 4-129-16,-1 5-19 15,2 3-18-15,-1-1-3 16,0 0-1 0,-1 0 0-16,1 3 2 0,-4 24 1 0,-16 38 1 15,6-20 1-15,-1 15 0 16,-6 6 1-16,-1 9-1 16,-3-2-1-16,-7-13 1 15,1-6-3-15,-6-15 26 16,-2-6 9-16,-2-7 6 15,-2-1 4-15,-1-6-25 16,2-4-7-16,6-11-6 16,4-6 2-16,8-12 1 15,2-7 2-15,9-9 3 16,6-2 4-16,9-12 1 16,6-3-1-16,9-5-8 15,7 0-5-15,10 11-5 16,8 3 0-16,11 12 2 15,2 8-2-15,7 12 0 0,3 12-2 16,-4 16 1-16,3 7-1 16,-9 13 1-16,-5 2 0 15,0 8 1-15,-7 1 0 16,-2 0 0-16,-3 5 0 16,-7-1-8-16,-4 2-18 0,-6 2-98 15,-1-4-164 1</inkml:trace>
  <inkml:trace contextRef="#ctx0" brushRef="#br1" timeOffset="183674.41">14140 12760 1066 0,'-4'-4'435'15,"-4"-4"-221"-15,5 7-199 0,1 2-20 16,2 7-4-16,0 2 0 0,-3-1 6 16,3 2 3-16,-7 4 7 15,2 4 3-15,4 14 2 16,2 11-1-16,4 8-5 16,6 2-3-16,1 8-17 15,0-2-47-15</inkml:trace>
  <inkml:trace contextRef="#ctx0" brushRef="#br1" timeOffset="183989.68">13902 13653 1423 0,'-1'-5'506'0,"9"-10"-430"16,4 1-64 0,16 0-36-16,12 2-5 15,6 3 2-15,5 0 2 0,9 0 26 16,0 0 13-16,19 4 16 16,8 3 3-16,3 2-3 15,5 1-8-15,-6-1-16 16,0 0-3-16,1 0-1 15,-8-5-2-15,-5 6-8 16,-7-1-13-16,-12 5-50 0,-4 5-36 16,-16 4-171-16</inkml:trace>
  <inkml:trace contextRef="#ctx0" brushRef="#br1" timeOffset="184768.12">14048 14236 1287 0,'4'-12'431'0,"14"-12"-439"16,6 2-26-16,1 2-19 16,2 8-1-16,-9 1 30 15,1 8 29-15,-4 2 46 16,1 2 4 0,4 8-7-16,2 1-20 0,3 14-21 0,-1 2-3 31,-3 7-4-31,-4 0 0 0,-4 5-8 0,-3-2-3 15,-4 2-2-15,-4-3 0 16,-2-5 7 0,0-2 3-1,-2-14 4-15,3-3 1 16,5-13 1-16,4-8 1 16,7-12 2-16,-2-9-1 0,5-11 3 15,-2-5 4-15,2-6 11 16,6-1 6-16,-5 1 3 15,2 3-3-15,-6 12-10 16,-3 5-5-16,2 15-9 16,-2 6-4-16,2 12-4 15,-1 1-3-15,-3 10 0 16,-2 9 1-16,0 6 2 16,-4 10 1-16,-1 4 2 15,1 0 0-15,-2 0 1 16,2-3-1-16,0-7 1 15,0-4 0-15,2-11 2 0,2-7 2 16,5-11 5-16,4-10 2 16,5-12 0-16,1-9 0 15,4-10-5-15,-1-3-1 16,-5-4 3-16,0 0 6 16,-7 0 2-16,-5 7 1 15,-1 18 4-15,-1 4-4 16,-2 17-3-16,-1 3-3 15,2 3-9-15,-3 9-2 16,7 5-1-16,0 6 1 0,-3 7-1 16,0-4-6-16,2 8-44 15,1-2-34-15,4 5-150 16</inkml:trace>
  <inkml:trace contextRef="#ctx0" brushRef="#br1" timeOffset="185743.06">16192 13124 491 0,'5'0'213'16,"4"0"-59"-16,7 3-160 15,1-3-3-15,2-2 2 16,-4-1 21-16,-4-6 108 0,-2 2 39 15,-3-5 44-15,0 1-10 16,-5 3-93-16,0 2-37 16,-4 1-45-16,-5 5-12 15,-11 5-9-15,-5-3-4 16,-9 17 2-16,-4 4 2 16,-6 6 0-1,-1 9 0-15,4 1 1 16,3 2 0-16,3 2-1 0,8 1 0 15,8-3-1-15,8-6 0 0,17-7-1 16,4-4 1-16,19-5 0 16,1-3 2-16,16-3 0 15,8-6 0-15,7-7 0 16,4-2 0-16,1-7 0 16,-1 0-1-16,-6-1-3 15,-8 1-1-15,-13 3-2 16,-8-2-2-16,-9 7-5 15,-6 1-3-15,-11 9-2 16,-9 4 3-16,-15 4 8 16,-8 2 5-16,-10 1 5 15,-5 1 4-15,-3-1 9 16,-3 5 6-16,-6-1 9 16,2 5-1-16,-2 3-10 0,4-2-4 15,7 4-10 1,0-2-2-16,18 1-2 15,3 3-1-15,12-5 0 0,7 2-1 0,8-2 0 16,5-5 1 0,18-3 2-16,8-3 0 0,12-10 1 15,9-2 0-15,12-2 0 16,-2-4 0-16,8 2 1 16,-1-1 5-16,0-3 6 15,6-4 1-15,-6-8 2 16,1 1-5-16,-12-7-6 15,-11 8-2-15,-7 0-3 16,-16-4 1-16,-11 5-27 16,-1-1-27-16,-25 10-187 15</inkml:trace>
  <inkml:trace contextRef="#ctx0" brushRef="#br1" timeOffset="186118.05">16190 14780 1544 0,'-1'-12'527'0,"3"-9"-510"16,0-2-42-16,2 5-25 16,-2 3 1-16,-2 3 44 15,0 4 26-15,-1 4 56 16,1 3 12-16,0 1-12 16,0 0-22-16,0 0-33 15,0 0-13-15,0 16-9 16,4 43-3-16,2-26-12 15,1 3-9 1,0 4-24-16,0-2-15 0,0 5-44 0,-1-1-39 16,-4-3-178-1</inkml:trace>
  <inkml:trace contextRef="#ctx0" brushRef="#br1" timeOffset="186366.74">16235 14330 1602 0,'-3'-7'634'0,"0"-5"-417"16,2 0-139-16,4 2-112 15,4-2-29-15,2-2-41 16,4 2-2-16,-1 1 30 15,0 0 25-15,1 4 22 16,2 4-29-16,5 13-103 16</inkml:trace>
  <inkml:trace contextRef="#ctx0" brushRef="#br1" timeOffset="186665.91">16487 14703 1120 0,'2'-11'469'0,"5"-11"-242"15,0 0-216-15,3 5-89 16,0 1-17-16,8 7 10 16,-3 2 36-16,5 2 70 15,2 3 36-15,1-2 11 16,2 3-3-16,4-5-54 16,3 1-57-16</inkml:trace>
  <inkml:trace contextRef="#ctx0" brushRef="#br1" timeOffset="186845.02">16451 14960 1702 0,'6'-2'619'0,"11"-6"-504"16,7-10-106-16,11-7-112 15,8-4-35-15,7 1-79 16,0 2-48-16</inkml:trace>
  <inkml:trace contextRef="#ctx0" brushRef="#br1" timeOffset="187090.15">17041 14475 1954 0,'-2'-3'669'16,"1"-3"-631"-16,0 2-59 16,1 4-67-16,0 0-10 15,0 0 5-15,1 5 22 16,2 25 53-16,5 43-1 0,-6-23-40 15,3 0-43-15</inkml:trace>
  <inkml:trace contextRef="#ctx0" brushRef="#br1" timeOffset="188223.15">15895 12721 1256 0,'1'-3'471'0,"0"-5"-344"16,6 5-115-16,-1-1-86 15,-1 3-24-15,1 1-4 0,-2 0 13 16,-4 0 66-16,0 0 31 16,0 0 20-1,0 0 0-15,0 0-8 16,0 0-10-16,0 0-9 0,0 0-1 16,0 0 0-16,0 0 0 15,0 0 1-15,0 0 2 0,0 0 2 16,0 0 2-16,0 0 11 15,0 0 4-15,0 0-1 16,0-1 0-16,0 0-13 16,0 0-5-16,0 0-2 15,0 0 0 1,0-1-1-16,2 2 0 0,5 2-1 16,1 0-1-16,2 4 0 15,23 26 1-15,-31-15 0 16,2 3 1-16,0 1 0 15,1-1 0-15,0-2 0 16,-2-6 0-16,-5-4 0 16,5-2 0-16,-3-4 2 15,-1-2 2-15,-1-1 4 0,2 0 0 16,0-1-2-16,3-14-1 16,15-33-3-16,-13 28-2 15,7 1 0-15,-3-1 1 16,6 1 0-16,-5 4 0 15,-1 5 1 1,-1-1 1-16,-3 5-1 0,2 1 0 0,-2 4-2 16,2 2-2-16,3 4-1 15,-3 4 0-15,-1 2 1 16,1 4 1-16,0 3 0 16,1 2 1-16,2 0-1 15,-2-1 1-15,1-5 0 16,-1-1 0-16,2-9 3 15,3-1-1-15,3-6 1 16,5-5 0-16,0-3-1 16,1-2 1-16,-5-4 13 15,1 1 8-15,-3-3 12 16,-4 1 1-16,1 7-12 16,-4 2-8-16,-1 8-14 15,4 2-3-15,-3 9-2 16,2 0-1-16,4 10 0 0,0 7-6 15,-4 6-36-15,2 4-38 16</inkml:trace>
  <inkml:trace contextRef="#ctx0" brushRef="#br1" timeOffset="188868.86">17600 13056 1486 0,'-1'-6'523'0,"-3"-3"-455"16,4 8-54-16,0 0-23 16,-1 4-2-16,0-3 2 15,0 0 1-15,-6 30 8 16,-18 45 0-16,7-12 5 16,1 5 4-16,-1 26 2 15,8 8 1-15,5 13-5 0,9 7-3 16,26 8-2-16,11 5-4 15,25 0-58-15,8-10-35 16,3-29-68-16,-5-15-40 16,-18-37-44-16,-3-13-92 15</inkml:trace>
  <inkml:trace contextRef="#ctx0" brushRef="#br1" timeOffset="189512.86">18242 13920 1617 0,'-1'-4'585'0,"-3"-5"-496"15,7 4-125-15,7-5-112 16,4-4-32-16,8-9 20 15,-2-8 37-15,-1-12 138 16,2-3 52-16,-4-13 30 16,6 1 1-16,1-16-47 15,-3-7-18-15,5-6-21 16,-4-8-6-16,0 7-5 16,-2 2-2-16,-11 13-2 0,-7 5-1 15,-9 16 2-15,-4 13 0 16,-4 17 0-16,-1 11-1 0,2 11-3 15,-1 7 0-15,0 12-1 16,3 6 1-16,0 13 1 16,1 4 1-16,-1 10 1 15,-2 5 1-15,6 5 2 16,-5 4-1 0,7 12 0-16,5 6 0 0,-1 6-3 15,8 0-17-15,4-4-48 16,-1 2-27-16,4-7-14 15,2-7 16-15,-2-23 49 16,0-11 28-16,5-24 19 16,-3-10 1-16,7-11 2 15,3-15-1-15,3-14 0 16,-1-7 0-16,2-16 3 16,-1 1 3-16,-3 6 0 15,1 7 8-15,-8 19 15 0,-1 8-4 16,-3 12 0-16,-1 8-11 15,1 11-18-15,-1 7-1 16,0 11 0-16,-6 5 1 16,1 7-15-1,1 6-12-15,2 3-64 16,3 5-105-16</inkml:trace>
  <inkml:trace contextRef="#ctx0" brushRef="#br1" timeOffset="190016.26">19066 13890 1330 0,'-2'0'479'0,"-7"7"-386"16,-1 2-79-16,0 9-27 15,0 3-4-15,-1 1 1 16,2 0 1-16,-1 4 10 15,5 1 5-15,0 1 1 0,4 6 1 16,5-10-1-16,-4 1 1 16,11-3-1-16,1-9 1 15,5-3 0-15,4-5 1 16,3-7-2-16,4-5-3 16,5-9-11-16,-1-8-1 15,3-5 1-15,0 0 6 16,-9-7 7-16,-15 5 3 15,-6 16 1 1,1 0 2-16,0-56 7 0,-10-2 3 0,-14 5 2 16,-6 30-2-16,-11 15-7 15,-2 5-4-15,-3 10-5 16,-2 5 0-16,4 9 0 16,0 6 0-16,7 11 0 15,3 5 0-15,9 8 0 16,7 3 0-16,11 1 0 15,7 1 1-15,23-2 1 16,10-4 0-16,19-9-2 16,7-6-11-16,7-10-52 15,-2-6-50-15,0-8-196 16</inkml:trace>
  <inkml:trace contextRef="#ctx0" brushRef="#br1" timeOffset="190362.8">19837 13085 1548 0,'0'-5'564'0,"2"-6"-449"16,-2 3-89-16,2 4-66 15,-1 3-16 1,-3 6-1-16,1-5 2 16,-1 0 38-16,-6 19 16 0,-25 44 8 15,6-19 5-15,-4 15 3 16,-3 15 0-16,4 18-7 16,7 2-4-16,13 0-4 15,10-3 1-15,17-8-1 16,8 4-4-16,19-6-16 15,6-4-20-15,8-15-58 0,4-11-25 16,2-22-89-16,-4-14-175 16</inkml:trace>
  <inkml:trace contextRef="#ctx0" brushRef="#br1" timeOffset="190929.73">20137 13557 1587 0,'-2'-2'588'16,"-2"-3"-418"-16,4-6-191 15,5 2-31-15,9-9-36 16,4-5 4-1,11 3 26-15,1-3 38 16,1 0 64-16,-2 6 10 16,-5 2 0-16,0 5-12 0,-4 13-33 0,3 6-9 15,-4 15-8-15,-6 4-10 16,-5 7-11-16,-8 1-4 16,-4 3 2-1,-7-1 9-15,-2-2 14 0,1 1 4 16,-3-3 3-16,7 1 1 0,3-9 0 15,-3-6 1 1,8-13 2-16,10-6 1 0,9-10 0 16,9-7 1-16,10-13-3 15,-4-3-2-15,5-6 1 32,-5-5-1-32,-3-4 2 0,-1 0-1 0,-8 1 0 31,-2 4 1-31,-11 13-1 0,-2 7-1 0,-7 11-1 15,-5 6-3-15,-2 9-3 16,-2 7-1-16,-1 13 0 16,2 9 2-1,8 9 2 1,3 2 1-16,14 1-1 16,4-2-24-16,7-2-96 0,1-3-84 15,1-12-159-15,4-8-92 16</inkml:trace>
  <inkml:trace contextRef="#ctx0" brushRef="#br1" timeOffset="191291.55">20889 12780 1678 0,'1'-2'573'0,"4"0"-595"15,2 2-77-15,-6 4-106 16,0-1-13-16,-1-3 62 16,-1 0 47-16,0 0 146 15,-1 0 36-15,-6 15 29 16,-17 38-5-16,16-22-37 15,2 6-21-15,-1 0-27 16,2 4-6-16,7 0-5 0,1-2-1 16,13-1 0-16,3-1 0 15,8-6-1-15,5-4-2 16,3-7-17-16,0-6-21 16,2-8-90-16,-1-3-125 15</inkml:trace>
  <inkml:trace contextRef="#ctx0" brushRef="#br1" timeOffset="191528.71">21198 12828 828 0,'0'0'410'0,"2"-1"-135"15,2 2-157-15,-6-1-112 16,2 0-5-16,0 0 1 15,0 0 0-15,0 2 11 16,3 10 4-16,14 36 5 16,-11-22 0-16,-4 6-10 0,-2 4-5 15,0 2-5-15,7-1 8 16,-4-1-61-16,-1-3-56 16,-5-2-213-16</inkml:trace>
  <inkml:trace contextRef="#ctx0" brushRef="#br1" timeOffset="191718.12">21193 12573 1441 0,'0'1'569'0,"0"0"-382"16,1 9-163-16,-1 6-148 15,0 2-132-15</inkml:trace>
  <inkml:trace contextRef="#ctx0" brushRef="#br1" timeOffset="192000.03">21498 12818 1583 0,'4'-10'557'0,"4"-1"-486"0,-1 3-197 15,-1 2-50-15,-4 5-45 16,-2 1 35-16,-1 7 103 15,0-7 60-15,0 16 64 16,-2 53 3-16,3-18-16 16,0 3-9-16,2 8-142 15</inkml:trace>
  <inkml:trace contextRef="#ctx0" brushRef="#br1" timeOffset="192457.95">21827 12670 1306 0,'-2'-2'509'0,"2"-1"-350"16,0 3-94-16,0 0-59 15,0 0-6-15,0 0-6 16,0 0 2-16,24 20 2 16,41 50 0-16,-25-12 1 15,3 8 0-15,3 14 0 16,-1 6 1-16,-4 8-2 16,-6 9-5-16,-18 1-12 15,-5-1-4-15,-13-8-17 0,-8-7-14 16,-9-7-36-16,-14-3-26 15,-13-1-74-15,-7-8-77 16</inkml:trace>
  <inkml:trace contextRef="#ctx0" brushRef="#br1" timeOffset="192832.54">22393 13357 1479 0,'-11'-2'507'0,"-12"-4"-464"16,5 5-40-16,7 1-2 0,4 0 2 15,4-4 47-15,3 0 12 16,8-4 11 0,1-1 1-16,21-2-44 0,6 2-14 15,15 3-13-15,13 0-12 16,6 3-57-16,2-2-46 0,6 0-199 15</inkml:trace>
  <inkml:trace contextRef="#ctx0" brushRef="#br1" timeOffset="193414.15">23572 12978 1551 0,'1'-9'586'15,"-1"-10"-393"-15,3 9-202 16,-1-2-37-16,-2 10-59 16,3 3-4-16,-6 11 23 15,-1 10 26-15,-7 11 57 0,-4-1 3 16,5 9 3-1,1-1 0-15,9-3-2 0,5 3 0 16,6-13-1-16,5-7-6 16,7-18-36-16,7-9-41 15,8-12-54-15,1-8-1 16,-1-9 37-16,-2 0 49 0,-3 2 82 16,-4 1 14-1,-4 12 0-15,-5 5-9 0,-9 18-31 16,-4 11-7-16,-5 21 1 15,-2 10 4-15,-3 20 5 16,0 10 1-16,6 23-1 16,5 7-4-16,2-4-1 15,0-7 2-15,0-16 34 32,-1-5 11-32,1-3 6 0,-2-2-3 0,-8-5-34 15,-4-4-10-15,-14-13-8 16,-4-6-1-16,-5-14-1 15,1-6 1-15,-2-16 20 16,-1-6 25-16,-3-19 25 16,-4-9 1-16,-1-18-26 15,-3-11-42 1,-5-18-81-16,-4-10-40 16,3-13-108-16,9-2-88 15</inkml:trace>
  <inkml:trace contextRef="#ctx0" brushRef="#br1" timeOffset="193793.16">24154 12431 1211 0,'0'-8'437'15,"-1"-6"-353"-15,3 5-239 16,-1 0-82-16,-1 4-43 0,-1 2 42 16,0 3 201-16,0 0 111 15,-1 0 104-15,1 0 9 16,-4 15-79-16,-21 43-34 15,11-18-46-15,2 4-12 16,3-2-12-16,3 0 0 16,6-4-1-16,5-5 1 0,8-1 0 15,5 2-1-15,4-2 1 16,2 1-1 0,6-1-15-16,0-8-24 0,7-8-124 15,1-5-172-15</inkml:trace>
  <inkml:trace contextRef="#ctx0" brushRef="#br1" timeOffset="194068.05">24430 12501 1115 0,'-1'-3'476'0,"-1"-1"-256"0,2 0-138 15,0 4-91-15,0 0-12 16,0 0-1-16,0 8 3 16,1-1 8-16,0 1 9 15,5 35 3-15,-5-25 0 16,3 8 0-16,-4-1-1 16,0 5 0-16,0 0-10 15,-5 1-81-15,-1 0-80 0</inkml:trace>
  <inkml:trace contextRef="#ctx0" brushRef="#br1" timeOffset="194215.9">24418 12353 1154 0,'1'-3'449'16,"2"-4"-281"-16,1 11-183 15,2 5-87-15</inkml:trace>
  <inkml:trace contextRef="#ctx0" brushRef="#br1" timeOffset="194484.5">24662 12415 1359 0,'8'4'492'15,"4"1"-372"-15,5 5-131 16,8 4-19-16,-4 2-19 16,3 2 0-16,-5 2 13 15,-8-2 15 1,0 8 20-16,-3-1 1 15,-7 9-1-15,-2 6 0 16,-12 7-79-16,-5 12-98 16</inkml:trace>
  <inkml:trace contextRef="#ctx0" brushRef="#br1" timeOffset="194986.96">25060 12604 1103 0,'2'-7'485'0,"2"-6"-260"16,1 7-97-16,1 6-109 16,5 2-14-16,6 7-8 15,1 4-1-15,9 12 3 16,2 4 1-16,9 14 0 15,4 6 0-15,9 25-1 16,0 12 0-16,-6 9-1 16,-4 9 1-16,-19 9-2 15,-8 8 0-15,-14 16-20 0,-8 3-11 16,-11-4-5-16,-4-7 0 16,-9-18 22-16,-6-13 12 15,-5-24 6-15,-3-11 1 16,1-16-1-16,3-6-1 15,3-14-21-15,5-4-11 16,3-17-14 0,6-6-3-16,5-8 13 0,5-6-1 0,5-5-103 15</inkml:trace>
  <inkml:trace contextRef="#ctx0" brushRef="#br1" timeOffset="196844.84">16163 7414 137 0,'-4'-3'91'0,"-4"-3"-2"0,4 2-99 16</inkml:trace>
  <inkml:trace contextRef="#ctx0" brushRef="#br1" timeOffset="199261.09">15686 8649 288 0,'-7'-4'176'15,"-7"-1"-22"-15,4 1-53 16,-2-5-57 0,1 3-15-16,-3-3-13 0,0-1-5 0,-2-3-6 15,-1-6 1-15,-5-4 14 16,0-3 7-16,-2-9 11 15,2-4 5-15,2-6-4 16,-2-7-2-16,3 0-9 16,0 4-6-16,2-2-11 15,9 5-5-15,2-3-4 16,4-4-1-16,2 1-1 16,1 1 0-16,5 2 0 15,-2 6 0-15,7 3 0 16,-3-1 0-16,8 7 0 15,3 1 0-15,1 0 0 0,4 1 1 16,-2 0-1 0,2 1 0-16,3-2 0 0,1 3-1 15,3-2 0-15,1 0-1 16,4 2 1-16,1 3 0 16,2 7 0-16,-1 2 0 15,-2 8 0-15,0 2 0 16,0 7-1-16,-4 0 1 15,0 5 0 1,-4 1-1-16,-3 5 1 0,7 4 0 16,-3 2 1-16,0-1-1 0,-1 6 0 15,-6-4 0-15,-1 10 0 16,-1-1 1-16,-2 0 0 16,3 5 0-1,-4-10 1 1,-8-10 0-16,1-1 1 0,26 37-2 0,0-4 1 15,-1 0 0-15,-23-15-1 16,-3-1 1-16,-6 0 0 16,-3-2 0-16,-1 2 0 15,3-1 1-15,0 3-1 0,2 2 0 32,-1-1 0-32,-3 2 0 0,-1 1-1 0,-2-3 1 15,-4-2 2-15,-5-3-1 16,-3-2 3-16,-2 2 0 15,-6 1 0-15,1 0 1 16,-7 2-2-16,2-1 1 0,-2 5-2 31,-1-2 0-31,-1 2-1 16,0 2-1-16,-3-5 1 0,1 1 1 0,-2-3-1 31,1-6 0-31,-3-2-1 0,3 1 1 0,-3-4 0 16,-1 0-1-16,5-4 1 15,-1-1 1-15,7-3-1 16,3 0 1-16,3-3 2 31,3-2 0-31,6-3 1 16,0-1 0-16,3-1 0 16,0-3 1-16,1 1 7 15,2-2 1-15,4 3 1 16,1 1-1-16,1-1-8 0,-2 1-1 15,2 0-5-15,0 0-1 16,0 0 0-16,0 0 0 16,0-1 1-16,0 1 0 15,0 0 0-15,0 0 0 0,0 0 1 16,0 0 0-16,0 0 2 16,0-1 0-16,0 1 0 15,0 0 1-15,0 0-1 16,0 0 0-16,0 0-1 15,0-1-1-15,0 1 0 16,0 0-1-16,0 0-1 16,0 0 0-16,0 0 5 15,0 0-22-15,0-1-67 16,11-3-90-16</inkml:trace>
  <inkml:trace contextRef="#ctx0" brushRef="#br1" timeOffset="200458.79">19383 7718 737 0,'-2'0'260'0,"-5"5"-220"16,13 9-51-16,3 2-9 15,12 5 1-15,6-3 1 16,10-2 13-16,8 1 3 16,12 0 5-16,6 2 13 15,13-1 30-15,7 2 12 0,12 0 10 16,6-4-10-16,16 5-26 16,4-7-13-16,10 0-12 15,6 1-1-15,-1-5-3 16,5 5 1-16,0-6-1 15,-2 2 0 1,-1 4 0-16,-1-4 20 0,-3 1 23 16,-1-5 5-16,0-6 8 15,-5 0-19-15,1-5-21 16,-4-3-4 0,0-8-1-16,3-4 4 15,-3-3 1-15,1 1-1 16,-5-3-8-16,-7-1-3 0,-10 2-4 15,-4 0 1-15,-20 2-1 16,-5 0 0-16,-15 3 0 16,-7-1-1-16,-8 3 0 0,-3 2 1 15,-12 1 0-15,-3 4 1 16,-5 0-2-16,-1 3 0 16,-2-1-1-1,-3 0-1-15,-1 5 0 0,-3 0 0 16,-1 1 0-16,-1 1 1 15,-2 0-1-15,-4 0 0 0,-1 0 1 16,-3-1-1-16,0 1 2 16,0 0 0-1,0-2-1-15,0 2 0 16,0-1-4-16,0 1-3 0,0-1-11 16,-2 0-10-16,1 0-19 15,0 0-11-15,0-1-17 16,0 2-20-16,0 0-74 15,0 0-59-15</inkml:trace>
  <inkml:trace contextRef="#ctx0" brushRef="#br1" timeOffset="202809.25">17102 8495 188 0,'0'2'78'0,"0"-1"-46"0,0 1-20 0,0-2-12 16,0 0 0-16,0 0 0 15,0 0 0-15,0 0 6 16,3 1 4-16,2 2 7 0,0-1 3 15,6 0 5-15,30 5 3 16,-23-10 11-16,2 0 6 16,3-1 4-16,5 0-4 15,9 0-16-15,7 1-9 16,10 4-13 0,1 2-3-16,3-3-2 15,3 0 0 1,1-5 0-16,5-1 1 0,6 2 13 15,-3-2 15-15,-1-2 11 16,-1-1 2-16,-3-4-12 16,-1-2-13-16,2 2-12 15,-1 1-2-15,-4 0-1 16,-2 3-2-16,-10 4 0 16,-4 2 0-16,-9 3-1 15,-3 0 1-15,-6 0-1 16,-2 1 0-16,-9 0 0 15,-3 0-1-15,-7-1 3 16,-5 0 3-16,-3 0 4 16,1 0 2-16,-1 0-3 15,-3 0-2-15,-18 5-5 0,-33 8 2 16,22-6 2-16,-2-2 2 16,-9 2 2-16,-1-1 0 15,-12-5 1-15,-5-1 1 16,-9-2 3-16,-3-2-1 15,4-3-4-15,3 2-2 0,-2-1-5 16,2 0-1 0,-3 5-1-16,0 1 0 0,10 5-1 15,6 4 0-15,1 0-1 16,8 1 1-16,3 2-1 16,0-5 1-16,10 0 0 15,0-4 1-15,9-3-1 16,5 4 1-16,8-5 0 15,3-2 0-15,4 3 4 16,3-5 0-16,5 3-1 16,-4 1-2-16,3 1-4 15,27-1 1-15,58-1 0 16,-27-5 0-16,19-1 0 16,9 2 1-16,15 6 0 15,10 6 0-15,-3 8-14 0,-6 1-34 16</inkml:trace>
  <inkml:trace contextRef="#ctx0" brushRef="#br1" timeOffset="204638.83">18378 7995 186 0,'-1'-4'122'16,"1"-3"-11"-16,-3 3-30 0,-1-2-11 15,4 6-30-15,-1 0-16 16,0 0-18-16,1 0-6 16,0 0-1-16,0 0 0 15,0 0 1-15,1 7 2 16,1 7-1-16,3 31 1 0,-7-23 0 16,1 6 1-16,-3 0 1 15,3 1 0-15,-2 1 0 16,-3-3 0-16,4-5 1 15,0-4 0-15,-3-6 18 16,1-3 6-16,0-6 47 16,0-3 14-16,2-5-13 15,4-2-5-15,-2-8-46 16,1-1-13-16,3-6-5 16,-1-7 0-16,0 0 1 15,-1-4 4-15,-3-5 9 16,2 4 3-16,-1-4 0 15,3 2-6-15,2 7-10 16,-5 3-5-16,2 10-3 16,-4 4-1-16,2 9-4 0,4 3-3 15,2 11 0-15,2 8 0 16,-5 17 7-16,-7 6-50 16</inkml:trace>
  <inkml:trace contextRef="#ctx0" brushRef="#br1" timeOffset="213479.05">25784 13197 313 0,'0'-2'207'0,"-1"-2"19"16,1-2-111-16,0 5-69 16,0 0-7-1,0 0 19-15,0 0 22 0,-1 0 39 16,-1-1 12-1,1 1-13-15,0 0-19 0,1 0-41 16,0 0-17-16,0 0-25 16,0 0-8-16,0-1-1 15,16-6 3-15,37-29 4 16,-26 32-1-16,3-2-3 0,2 4-3 16,-3 3-3-16,3 3-2 15,-4 4-2-15,-5-2 0 16,-3 5 0-1,-9 0-1 1,-4 7 0-16,-6 2 1 16,-1 6 0-16,-1 2 1 0,-13 0 1 15,0 4-1-15,-9 1-1 16,-3 0 1-16,2 1 0 16,-1 1 0-16,2-3-1 15,2-1 1-15,7-7 0 16,1-4-1-16,7-6 0 15,5-5 0-15,8-11 0 16,9-5 1-16,15-12 1 16,8-6 1-16,11-9-1 15,-3-8 1-15,-1-7-1 16,-1-2 1-16,-6 1-1 16,1 3 1-16,-8 6 1 15,-6 4 7-15,-7 3 11 16,-4 8 2-16,-7 5 2 15,-5 5-7-15,-1 7-12 0,-2 5-5 16,-4 5-6-16,-4 4-1 16,-5 11-1-16,-4 6 2 15,-3 9 2-15,-1 2 0 16,3 6 1-16,0-3 0 16,7 3 0-16,6 0 0 15,2-6 0-15,4 2 0 0,5-10 0 16,6-5 0-16,11-5 1 15,6-6-2-15,6-9-36 16,7-2-29-16,2-8-123 16</inkml:trace>
  <inkml:trace contextRef="#ctx0" brushRef="#br1" timeOffset="214330.5">26589 13530 789 0,'0'0'308'0,"0"0"-214"16,0-3-35-16,0 3-12 0,0 0 9 15,0-2 38-15,0 1 8 16,0 0 5-16,0 0-9 15,-2 0-30-15,1-4-17 16,0 2-23-16,0 2-8 16,0-2-15-16,0 2-5 0,0 0-6 15,-1 0-1-15,1 1 2 16,1 0 1-16,1 18 2 16,1 38-1-16,-1-23-7 15,-1-2-5-15,0 1-14 16,0 2-3-16,-3-5 3 15,2-2 5-15,-1-7 15 16,0-7 4-16,2-9 8 16,-5-5 3-16,6-8 0 15,1-4 0-15,4-5-3 16,1-4-1-16,1-6 0 16,-3-3 0-16,5-2 0 15,5-1-1-15,-7 1 0 16,1-3 1-16,-3 5 2 0,-3 3 4 15,0 8 1-15,3 7 2 16,-6 4-2-16,1 4-2 16,-1 3-2-16,-4 1-2 15,4 1-3-15,0 0-1 16,0 0-2 0,3 4 2-16,5 18 0 0,11 38 1 0,-16-25 0 15,-1-2-5-15,-2 2-28 31,2-2-30-31,-2 2-106 0,3 2-173 0</inkml:trace>
  <inkml:trace contextRef="#ctx0" brushRef="#br1" timeOffset="-214503.41">26628 12347 422 0,'1'-8'196'0,"2"-5"-69"0,0 0-89 0,1-1-5 15,-3 0 15-15,-1 0 25 31,0 4 43-31,0 1 11 16,-1 0-3-16,1 4-21 16,-3 2-49-16,3 3-18 0,-1 0-26 15,0 0-7-15,-4 3-3 16,-13 4 2-16,-29 47 3 16,25-29 3-16,4 9 0 15,-3-3 0-15,7 4-5 16,4 5 0-16,5 0 0 15,8 3 1-15,11-3 2 16,6-2 0-16,14-3-2 16,3-3-1-16,3-4-37 15,-1-3-42-15,-2-3-164 16</inkml:trace>
  <inkml:trace contextRef="#ctx0" brushRef="#br1" timeOffset="-214078.41">26890 12324 830 0,'2'-3'328'0,"1"-3"-222"16,0 0-42-16,-1 6-19 15,-1 0-5-15,-1 0 12 16,0 0 2-16,0 0-1 15,0 0-3-15,2 13-17 16,10 36-13-16,-8-26-12 0,1 4-3 16,1 3-2-16,-3-1 0 15,0 2-11-15,-2-1-20 16,-2 0-61-16,-3-1-44 16,1-4-207-16</inkml:trace>
  <inkml:trace contextRef="#ctx0" brushRef="#br1" timeOffset="-213796.08">26944 12215 1102 0,'-3'-6'404'0,"1"-6"-319"16,2 2-62-16,-2-3-34 15,1 3-4-15,-3 0 2 16,1-3 14-16,3 2 31 16,1 1 7-16,2 0 2 15,3 1-12-15,3 2-36 0,1-3-39 16,3 2-178-16</inkml:trace>
  <inkml:trace contextRef="#ctx0" brushRef="#br1" timeOffset="-213307.53">27167 12139 691 0,'-1'0'244'16,"-2"1"-199"-16,5-1-67 15,-2 0-2-15,0 0 27 16,0 0 65-16,0 0 81 0,0 0 20 16,10 0 3-16,7-1-45 15,32-4-76-15,-21 5-19 16,3 7-25 0,1 4-5-16,0 8-2 0,-5 5-2 15,-4 9-12-15,-6 9-6 0,-9 11-7 16,-4 4-2-16,-11 2 10 15,-6-2 5-15,-9-6 9 16,-3-5 4-16,-5-9 1 31,-1-2 1-31,0-5 3 0,2-2 2 16,2-6 8-16,7-5 2 0,7-6 5 16,1-4-1-16,9-4-6 15,3 0-1-15,0 0-12 16,0-3-19-16</inkml:trace>
  <inkml:trace contextRef="#ctx0" brushRef="#br1" timeOffset="-209138.57">20469 8381 200 0,'-1'-2'96'16,"-4"-3"-21"-16,5 4-65 16,-1 0-7-16,0 0 42 15,0 0 26-15,0 0 42 16,0 0 16-16,-1-1-11 15,1 1-16-15,1 0-27 16,0 0-12-16,8-1-28 16,19-1-10-16,39 7-13 0,-26 0-3 15,6 8-3 1,1-2-2-16,-5 1-3 0,-2 1 1 16,-12-6 0-16,-6 0 11 15,-10-4 17-15,0 0 2 16,-6 0 7-16,-4 0-7 15,-4 3-7-15,1-5 1 16,-5 0-4-16,-19 4-3 16,-42 8-7-16,23-9-1 0,-5 2 6 15,-5-3 4-15,2-1 5 16,6 3 0-16,6 3-8 16,8 2-5-16,7-2-9 15,6-3-2-15,18 2-3 16,-1-4-1-16,23 2 8 15,14-3 8-15,24-4 4 16,20-2 2-16,18-2-22 16,0 2-34-16,0 7-220 15</inkml:trace>
  <inkml:trace contextRef="#ctx0" brushRef="#br1" timeOffset="-203283.82">8811 14155 137 0,'2'0'42'0</inkml:trace>
  <inkml:trace contextRef="#ctx0" brushRef="#br1" timeOffset="-202652.85">8808 14140 277 0,'1'0'141'0,"-1"-1"-36"16,-1-2-22-16,0 2-18 15,0 0-3-15,-1 0-8 16,1 0-7-16,0 0-17 15,0 0-4-15,0-1-6 0,0 1-1 16,0 0 2-16,1 0 1 16,0 0 3-16,0 0 2 15,0-1 2-15,0 0-2 16,3-11-6-16,20-27-5 16,-13 31-7-16,2-7 1 0,2 3 6 15,1 0 2-15,-3 1 2 16,1 3-1-16,-1 0-3 15,-3 3 2-15,-1 0 2 16,-2 3 1-16,-2 3 3 16,1 2 0-16,0 5 2 15,0 2-1-15,-5 1-2 16,3 3-1-16,-2-4-4 16,-1-2 0-16,4 7-3 15,-1-4-3-15,1 6-4 16,2 4-3-16,-1-3-2 15,0 3 0-15,-1 2-1 16,1 1 0-16,-3 2 0 0,-2 3 0 16,0-2 1-1,-1 1 0-15,-2 0 0 0,2 1 0 16,0-1-1-16,-2-3 1 16,-1-2 0-16,0-1 0 15,-2-3 3-15,0 2 0 16,-2-4 3-16,-1-5 1 15,1 1 10-15,0-2 5 0,0 1 9 16,-1 0 3-16,-1-3-4 16,2 0-3-1,-5-4 5-15,-2-7 3 16,0-1 2-16,-3-5 1 0,2-4-9 16,1 1-5-16,2-3-10 15,4 1-7-15,0-2-8 16,2-2-4-16,1-6-19 15,2-4-14-15,10-4-48 16,3 2-36-16,13-4-255 16</inkml:trace>
  <inkml:trace contextRef="#ctx0" brushRef="#br1" timeOffset="-202051.31">8974 13480 783 0,'-5'-1'362'0,"-2"-1"-153"15,0-3-100-15,6 4-79 16,-1 0-16-16,2 1-17 15,0 0-1-15,0 0-1 16,-1 0 0-16,0 2 5 16,-4 17 0-16,-5 30 0 0,6-27 0 15,4-1 0 1,3-2-1-16,5-6 0 0,3-1 0 16,3-6 1-16,1-4 0 15,1-4 5-15,-2-6 3 16,3-9 6-16,2-4 4 15,-2-4 6-15,1-1 2 16,-6 0 2 0,-6 1 1-16,-5 3 4 0,-6-2 1 0,-4 4 2 15,-2 5-2-15,-2 5-12 16,0 4-7-16,-4 7-9 16,1 5-4-16,-6 6-2 15,2 2-1-15,2 1-3 16,-1 2-23-16,7 2-119 15</inkml:trace>
  <inkml:trace contextRef="#ctx0" brushRef="#br1" timeOffset="-200783.79">10986 13801 656 0,'1'-5'257'0,"-1"-6"-179"0,3-3-32 16,-3 4-24-16,1 0-4 0,1 1 19 16,-2 2 15-16,-2 3 34 31,0-3 9-31,-1 1-17 0,0-2-18 0,3 1-37 16,3 1-12-16,4-2-9 15,0 1-1-15,3-2 0 16,1-1 0-16,6-1 1 15,-6 2 0-15,1-1 3 16,-1 2 4-16,-2 1 11 16,6 2 1-16,2 4-2 31,-1 1-5-31,2 0-11 16,-2 2-2-16,2 6 0 15,1 0-1-15,0 3 1 0,-1 4-1 0,-2 0 0 16,-4 0 0-16,-2 4 1 15,-2 0 1 1,-4 1 0-16,-1 5 1 0,-4 2 1 0,-5 5 0 16,-1 4-1-16,-2 1 0 31,-3 5 1-31,-1-1-1 0,0 4 1 0,1 1-1 16,1-2 0-16,-1-2-1 0,-1-2 0 31,0-1 0-31,2 2 0 15,-4-2 0-15,4-1 1 16,-6-2 0-16,-3-5 13 16,3-4 3-16,-6-6 3 15,2-1 1-15,1-6-8 16,2-3-2-16,-2-5 2 16,4-2-1-16,0-5-3 15,0-2-3-15,4-6-8 16,-4-8-10-16,4-1-32 15,1-6-26-15,3-12-105 16,8-2-95-16</inkml:trace>
  <inkml:trace contextRef="#ctx0" brushRef="#br1" timeOffset="-200201.34">11209 13222 418 0,'-4'-1'223'16,"0"1"-36"-16,-5-2-115 16,-1 1-9-16,10 2 2 15,-5-1 5-15,5 0 3 16,0 0-7-16,0 0-8 16,0 0-8-16,0 0-14 15,0 0-7-15,0 0-14 0,0 0-6 16,0 0 4-16,0 0 10 15,0 0 13-15,0 0 1 16,0 0-6-16,0 0-9 16,0-1-9-16,0-1 2 15,0 1 8-15,5-6 3 16,-2-2 5-16,11-28-1 0,-21 35-10 16,0 1-6-1,-2 4-11-15,-6 3-3 0,7 6-3 16,0 1 1-16,0 1 1 15,3 4 0-15,0-7 0 16,1-2 1-16,6-2-1 16,5-3 1-16,2-5 3 15,3-4 1-15,5-7 2 16,-2-4-1-16,1-2-1 16,-2-3-4-16,-7 4-49 15,0 4-61-15</inkml:trace>
  <inkml:trace contextRef="#ctx0" brushRef="#br1" timeOffset="-198451.38">26405 13676 531 0,'-1'-3'320'0,"3"0"-16"0,3 0-184 16,-5 2-110-16,0 0-9 15,4 0-1-15,7 0-1 16,28-2 4-16,-32-1 15 16,1-1 32-16,-1 3 14 0,1-6 16 15,1 1-7-15,3-1-24 16,1-5-13-16,-1 0-18 16,-1 0-7-16,0-5 1 15,0 1 4-15,0-1 7 16,6 0 3-16,-4 3-1 15,0 1-5-15,-1 6-9 16,-1 3-5-16,-1 3-6 16,-1 1-1-16,3 5-2 15,-4 1 0-15,4 6 0 16,-1 4 1-16,-3-1 0 16,1 3 1-16,-4 1 0 15,0-1 1-15,-1 6-1 16,0-3 1-16,-2 5 0 15,1 1 0-15,0 2 1 0,-1 1 0 16,-2 3 1-16,-1-1 0 16,-1 4 2-16,-2 3 1 15,1 0-1-15,-4 1 0 0,-2-6 2 16,-2-3 2 0,-1-4 0-16,5-2 1 0,-7-2-1 15,2-1-2-15,0 0 1 16,-3-1 0-16,2-4 3 15,-6 1 2-15,-1-3 3 16,-5-2 0-16,-3 0-1 16,1-6-3-16,-3-1-5 15,2-4-1-15,3-2-9 16,4-1-6-16,3-8-26 16,4 0-19-16,7-8-77 15,5-8-67-15</inkml:trace>
  <inkml:trace contextRef="#ctx0" brushRef="#br1" timeOffset="-197869.44">26692 13107 1227 0,'0'-2'433'0,"-2"-3"-394"0,2 4-64 16,0 0-41-16,0 1-9 16,0 0 26-16,0 0 12 15,0 0 52-15,0 0 24 16,0 0 18-16,1 10 1 15,-1-1-24-15,4 33-14 16,-7-34-15-16,1-1-1 0,-3-5 1 16,2-2 2-16,6 0 12 15,-3-1 4-15,0 0 0 16,0 0-2-16,6-4-13 16,5-2-4-16,29-17-2 15,-32 20 0-15,-6 3 0 16,1 1 2-1,-2-2 12-15,-1 2 3 0,-1-1 5 16,-1 0-3-16,1 1-21 16,0 0-22-16,0 0-71 15,-2 5-62-15</inkml:trace>
  <inkml:trace contextRef="#ctx0" brushRef="#br1" timeOffset="-177746.76">10420 14335 148 0,'0'-1'86'0,"0"-4"-18"32,-2 2-23-32,2 1-26 0,0 1-6 0,0 0 0 15,-1 0 7-15,0 0 28 16,1 0 14-16,0-1 26 16,0 1 6-1,-1 0-5-15,1 0-5 0,-1 0-15 16,1 0-8-16,0 0-13 31,-1-1-5-31,0 1-10 16,-1 0-6-16,2 0-9 0,-1 0-7 15,0 0-7-15,1-1-3 16,0 2-1-16,0 0 0 16,0 0 1-16,0 10 2 15,1 8 3-15,7 36 3 16,-5-26 7-16,1 2 0 15,-3 1 3-15,-2-3 0 0,0 2 1 16,-4-5 4-16,4 7 3 16,-2-2-2-16,-4-1-5 15,0 1-4-15,-2-6-5 16,1 1 0-16,1-1 1 16,1 0 0-16,-1-1 2 15,1 2-2-15,-1-2-1 16,2 2 0-16,0-6-4 15,0-4 0-15,2 0-2 16,-2-2-1-16,3-3-1 16,0 0 0-16,-1-4-1 15,2-1-1-15,1 0 0 16,0-1 0-16,3 1-1 16,-2-2 0-16,-1-3 1 0,0 0-1 15,0 0 2-15,4 3-1 16,16 5 0-16,28 10-1 15,-22-12 1-15,0-1-1 16,5-1 1-16,7 3 0 0,3-5 0 16,3 2 1-16,1-4 1 15,-3-1 2-15,8 0 1 16,3 1 1-16,9 1-3 16,6 2-1-16,4 2-1 15,-3-4 0-15,-5 1 0 16,-4-1 0-16,-11-2 16 15,-5-7 10-15,-1-3 10 16,0-4 4-16,0 2-16 16,0 0-9-16,1 4-11 15,-3 0-3-15,-6 1-2 16,-5 2-1-16,-10 4 2 16,-5 2-1-16,-5 0 1 15,-6 1 3-15,-4-2 12 16,-1-2 15-16,-1 2 12 15,1 0 1-15,0 0-11 0,-3-16-16 16,-13-42-11-16,10 29-4 16,-1-9-2-1,0-2 0-15,0 2-1 0,4-2 0 16,-4 3 1-16,4 2-1 0,-5-1 0 16,2 2 0-16,2 4 2 15,-3 0-1-15,1 7 1 16,-2 3 1-16,1 6-2 15,3 6-1-15,0 7-8 16,2 0-23-16,2 5-84 16,1-3-65-16</inkml:trace>
  <inkml:trace contextRef="#ctx0" brushRef="#br1" timeOffset="-137120.45">8172 4585 171 0,'-24'-2'114'0,"-29"-2"-27"16,-1 4-10-16,-5 5-47 16,-3 1-15-16,-1 5 2 15,-3 2 2-15,-10 5-1 16,-5 3 1-16,-4 5 11 0,-1 7 0 16,1 8-2-1,6 9-5-15,-8 11-17 0,4 8-3 16,-3 13-3-16,-1 2 0 15,8 11 0-15,-2 5 0 16,4 9 0-16,1 3-1 16,3 4 1-16,6 0 0 0,15 3 9 15,6 0 7-15,15-1 14 16,9 1 4-16,20-3 2 16,5-3-3-16,23-2-7 15,4-7-2-15,18-7-4 16,14 1 0-16,19-7-2 15,9-5-1-15,20-14-4 16,6-9-3-16,19-19-2 16,10-6 0-16,18-18 0 15,9-13 2-15,6-26 2 16,11-11-1-16,-1-25 0 16,-2-12-2-16,-6-14-1 15,-13-10 1-15,-17-7 4 0,-11 0 4 16,-20-1 19-16,-18-5 12 15,-16-10 19 1,-8-7 4-16,-18-10-9 0,-1-9-10 16,-16-7-19-16,-9 1-8 15,-14-11-7-15,-15 6-1 16,-14 11 0-16,-12 5 1 16,-25 10 1-16,-7 7-2 0,-12 12-3 15,-8 10-2-15,-22 20-5 16,-11 12-3-16,-22 18-4 15,-13 6-3-15,-11 30-4 16,0 12 1-16,-19 24-13 16,-3 15-17-16,3 26-67 15,-9 14-52-15</inkml:trace>
  <inkml:trace contextRef="#ctx0" brushRef="#br1" timeOffset="-132302.39">13125 3256 562 0,'0'3'198'0,"4"6"-163"15,2 2-35-15,1 0-1 16,-1 3 1-1,-1-1 1-15,-4 2 1 0,-1 4 4 16,-2 2 8-16,-2 7 15 16,-1 2 3-16,-3 6-2 15,1 7-8-15,0 10-16 16,0 6-3-16,7 5-2 16,-4 0 0-16,7-5-2 15,1-6-13-15,1-16-77 0,0-8-80 16</inkml:trace>
  <inkml:trace contextRef="#ctx0" brushRef="#br1" timeOffset="-131374.8">13177 3195 768 0,'10'-8'270'0,"10"-11"-228"15,13-2-40-15,6-3-2 16,8 1 0-16,8 7 0 16,5 3 0-16,5 5-1 15,-1 4 0-15,2-7 0 16,0 4 0-16,10 2 0 15,7-1 1-15,9 5 0 16,6-5 0-16,4-3 0 0,0-2 1 16,11-5-1-16,5 2-2 15,5 5-3-15,3-1-2 16,3 4-9-16,-3-4-2 16,8 7 0-16,5 0 2 0,4 3 10 15,2 4 2-15,10-4 2 16,-2 0 1-16,2-7 1 15,9-2-1-15,-5-5 1 16,2-2-1-16,11 0 1 16,-4 1 0-16,8 0 0 15,5 5 0-15,-7 2 1 16,3 2 0-16,-2 6-1 16,-2 0 1-16,5 2-1 15,2 5 0-15,-8-1 0 16,7 2 1-16,-11-1-1 15,-2-1 1-15,3-1-1 16,-6 0 1-16,-6 0-1 16,2-1 0-16,-8 4 0 15,-6 2 1-15,0 2-1 16,-5 3 0-16,-6 0 0 16,-5-1 1-16,-2-1-1 0,-4-3 1 15,-11-4-1-15,-1 2 1 16,-12-6-1-16,-4-1 1 15,1 1 0-15,-6-4 0 0,-6 2 1 16,-4 0-1-16,-8-3 0 16,2 2-1-16,-6-2 1 15,-2 0 0-15,-11-5 0 16,-5-1 1-16,-6-3-1 16,0 2 0-1,-3-3-1-15,1 2 0 16,2-1-16-16,-3-1-21 0,-1 8-50 15,-2-1-21-15,-7 2-3 16,1 1 18-16,-7 1 51 16,-7-4 21-16,1 0 21 15,-3 0 1-15,0 2 3 16,-2 4 4-16,-5 1 21 16,0 4 21-16,0 3 42 15,3 2 15-15,2 7 4 16,0 5-13-16,5 9-34 15,3 6-17-15,0 6-22 16,-1 1-7-16,-3 10-9 0,-3 3-1 16,-4 17-2-16,-3 10 0 15,-12 10-112 1</inkml:trace>
  <inkml:trace contextRef="#ctx0" brushRef="#br1" timeOffset="-95029.54">24571 6730 1 0,'0'5'1'0,"-1"2"0"16,1-2 13-16,1-1 16 15,0-3 46-15,-1-1 24 16,0 0 9-16,-1 0-14 15,0 0-47-15,0 0-24 16,1 0-22-16,0 0-2 16,0 0 1-16,0 3 1 0,1 9 0 15,-1 29 1-15,-6-27 5 16,-3 3 2-16,-3 4 5 16,2 2 3-16,-3 3 0 15,1 2 0-15,-2-3 6 16,-1 2 3-16,0 3 5 31,1 2 0-31,-1-1-3 0,6 1-4 0,-3-7-4 16,2-5-2-16,3-4-2 15,0 1-3-15,4 1-2 16,3 2-3-16,1 2-4 16,1-2 0-16,3 2-2 15,0 0 0-15,2-1 0 16,1 2-1-16,3 0 1 0,-1-5-1 15,2 2 1-15,-1-3 0 16,5-4 0-16,2 3 0 16,7-7 1-16,0 1 0 15,8-2-2-15,4 0 1 16,5-3-1-16,1-5 0 0,12 5-1 16,2-1 0-16,8 0 0 15,7 4 0-15,4-5 1 16,-3-7 1-16,3-3 2 15,3-1 0-15,0 0 1 16,9 8 0-16,6 0-3 31,-1 2-1-31,-3 4 0 0,-6-1-1 0,-3 3 0 32,0 0 1-32,1 5-2 0,-5-5 1 0,0 3 0 15,-2-3 0-15,0-4 0 16,2 4 0-16,0-3 0 15,-4 1 0-15,0 0 0 16,-5-5 0-16,-5-3 1 0,-1-2-1 16,-5-5 1-16,-3 1 1 15,-1-2-1-15,-5-3 0 16,-6 2 1-16,-4-2 0 16,-7-4 5-16,3-2 9 15,-1 0 3-15,2-1 3 0,-5-4 24 31,-4 1 7-31,-5-10 15 16,-4 1 1-16,-1-3-27 16,-2-1-14-16,-4-2-18 15,-1-5-3-15,-5-2 0 16,-3-2 8-16,2 2 16 16,0 3 11-16,4 8 11 15,2 5-6-15,6 6-18 16,1 8-13-16,5 10-19 15,2 3-4-15,3 10-60 16,-3 5-65-16</inkml:trace>
  <inkml:trace contextRef="#ctx0" brushRef="#br1" timeOffset="-87463.29">24537 2190 350 0,'1'-1'123'15,"2"-3"-107"-15,1-4-11 16,-1-2-2-16,-1-2 0 0,-3-4 23 16,-6-1 20-16,-2 2 40 15,-1 0 11-15,-2 3-5 16,1-4-15-16,-1 2-37 15,1 6-10-15,0 2-18 16,1 4-5-16,1 2-3 16,2 2-2-16,-5 0 0 15,2 4 0-15,-4 1 2 16,-2-1 2-16,2 6 2 16,0 2 0-16,-1 4-1 15,2-1-1-15,0 1-2 16,-2-2 0-16,4 5 0 15,3 2 0-15,1-3 0 16,-2 3 0-16,1-2 2 0,0-1 1 16,7 2 0-16,4 2 0 15,5 1-1-15,-1-3-1 16,2 3-1-16,3-2-1 16,-2-1 0-16,6 3 0 15,-2-9 0-15,1-2 2 16,4-5 4-16,1-5 4 0,7-3 7 15,1 1 3-15,-1-4-2 16,3 2 0-16,-5-3 0 16,-1-9 0-16,1 3 1 15,2-8-1-15,3-4-5 16,2 1-2-16,-7-7 10 16,-1-3 9-16,-9-3 11 15,-5 0 4-15,0 2-11 16,-3 2-8-16,0 0-12 15,0 1-4-15,-5-4-3 16,-3 2-1-16,-4 1 1 16,-4-3 1-16,0 8-1 15,-5-1-1-15,0 0-2 16,6 3-2-16,-7-4-1 16,2 1-1-16,-2-1 0 0,-5 5 0 15,0 2 0 1,-2 2 0-16,3 3-1 15,0 0-2-15,5 6 1 0,-1-3-1 16,0 4 0-16,0 2 0 16,0-1 0-16,3 5-1 0,0 1-2 15,1 1-1 1,-1 5 0-16,1 1 1 0,0 2 1 16,1 1 0-16,-1-1 1 15,1 1 0-15,2 1-1 16,0 1 0-16,3 0 0 15,1 5-1-15,0-5 1 16,3 3 0-16,1 6 0 16,-1-5 1-16,1 6 0 15,0-2 1-15,0-4 0 16,0 1 0-16,0-2-1 16,2 1 0-16,1 0 1 15,2 0-1-15,1-2 1 16,2 1 0-16,3-1-1 15,-3 0 1-15,5-1 0 0,1 2 0 16,0-2 0-16,3-1 0 16,1 1 0-1,-2-3 1-15,3-1-1 0,0-1 1 16,4-3 1-16,2-2 1 0,0-3 1 16,1 0 2-16,-4-4 4 15,-1 3 1 1,-4-5-2-16,-4-1-1 0,-1 5-4 15,3-3-1-15,3 4-2 16,-5 1 1-16,1-1-1 16,-4 1-1-16,-1 0-8 15,3 4-28-15,-4 7-99 16,3 8-96-16</inkml:trace>
  <inkml:trace contextRef="#ctx0" brushRef="#br1" timeOffset="-86483.98">25045 2396 964 0,'-6'-7'357'0,"-2"-6"-274"16,5 4-57-16,1 1-24 15,2 1-24-15,-1 2-30 16,-1-1-3-16,0 2 0 31,-1-1 23-31,-1 1 33 16,-1-1 10-16,-1 2 14 15,2-2 3-15,0 4-2 16,1 1-9-16,2 0-14 16,0 0-4-16,-1 0-2 15,1 3 0-15,-4 17 1 16,-7 32 1-16,9-29 0 16,1 1 0-16,0 3 1 15,0 0 0-15,2 0 0 16,0 0 0-16,1 0 0 0,4 2 0 15,-3-4 0-15,-2-3 0 16,0-1 1-16,-2-7 0 16,-1-1 2-16,2-1 0 15,-2-9 4-15,-1 1 4 16,3-9 5-16,-2-5 3 0,3-9 2 16,1-4-1-16,3-11-3 15,6-2-3-15,-1-4-5 16,0-3-3-16,0-1-3 15,-2-3 0-15,0 3-1 16,-2 6 0-16,-2 13 4 16,2 6 4-16,-5 11 3 15,0 4-1-15,0 2-6 16,-1 5-6-16,-1-3-4 16,2 0 0-16,0 17 2 15,0 41 1-15,2-18 0 16,1 3 1-16,-1-1 0 0,-2-2 1 15,-1-5 1-15,-3-5 0 16,-1-3 0-16,-1-4 0 16,2-8-1-16,0 0 0 15,4-8-24-15,1-1-57 16</inkml:trace>
  <inkml:trace contextRef="#ctx0" brushRef="#br1" timeOffset="-84733.36">26107 6792 650 0,'-3'0'198'0,"-4"0"-224"0,7 5-99 15,3 2-17-15,0-1 2 16,1 0 34-16,-2-5 145 16,3-1 58-16,-5-2 108 15,-2 0 35-15,1 1-50 16,0 0-35-16,0 0-67 15,0 0-33-15,-1-5-36 16,-2-2-8-16,2 2-8 16,-1-2 0-16,-5-25-2 15,5 27 0-15,-1 1 0 16,-1 2-1-16,-2-1 0 16,-1 2-1-16,-7 1 1 15,-1-1 0-15,-4 2 0 16,2 1 2-16,-1 1 1 0,0 4-1 15,0 0 1-15,2-2 1 16,1 6-1-16,1-1 0 16,0 0 0-16,-3 4-2 0,5-3 1 15,-1-1 0 1,2 3 1-16,2-2 0 0,-2 2 2 16,1 0 1-16,-2 2 2 15,2 1 1-15,-1 0 0 16,0 0-1-16,2-1-3 15,-4-2-2-15,2 2 0 16,6 1-2-16,-2-4-1 16,3 2 0-16,1 0 0 15,0 5 0-15,5 1 0 16,0 0 0-16,4-1 1 16,-4-1 0-16,-1 4 1 15,-1 1 0-15,8 1 1 16,-5-1-2-16,7 0 2 15,3-1-1-15,-7-1 0 16,5 0 0-16,-4-3 1 16,3 0 0-16,6 1-1 0,1 0 0 15,5 4 0-15,-2 1 0 16,0-4-1-16,2 0 2 16,-1-6 3-16,3-1 2 15,4-8 5-15,1-3 1 16,3-1-1-16,0-5-3 15,2-5-4-15,-3-6 1 0,-1-8 0 16,0-1 2-16,-8-8 20 16,-2 3 9-16,-6-3 14 15,2 1 4-15,-8-4-13 16,-5-2-8-16,-2 0-14 16,-9-5-7-16,1 5-4 15,-1-1 4-15,-5 0 17 16,6 3 5-16,-4 3 7 15,-4 1-6-15,5 8-16 16,-6 2-8-16,-3 5-9 16,5 2-3-16,-11 1-21 15,-3 3-34-15,-6 7-113 16,-8 4-81-16</inkml:trace>
  <inkml:trace contextRef="#ctx0" brushRef="#br1" timeOffset="-82983.61">24931 1281 257 0,'-1'0'200'16,"1"-1"32"-16,0-2-69 15,0 2-86-15,0 0-19 16,0 0-19-16,0 0-7 16,0 0-6-16,3-3-4 15,9-3-11-15,30-16-4 0,-27 20-5 16,1 3-1-16,3 0-1 15,-1 3-1-15,1 8 0 16,-1-5 0-16,-4 7 1 16,-1 1 0-16,-4 2 0 15,-3 4 0-15,-6-1 2 16,1 4 2-16,-5 0 5 16,-7-1 2-16,-1 5 3 15,-6-2 1-15,-3 2-2 16,2 0-2-16,-2 0-4 15,-2-2-1-15,2-2-2 16,-1-1 0-16,5-2 1 16,1-5 1-16,9-2 4 15,2-5 1-15,5-4 1 16,0 1 1-16,1-3 14 16,-1-2 7-16,0 0 7 0,4-1-1 15,19-4-17 1,37-10-9-16,-22 5-7 15,-2-3-2-15,4 8-2 0,4-4 0 16,-11 1-1-16,5 6-1 16,-10-5 0-16,-9 4 0 15,-1 3-16 1,-8 1-40-16,-4 13-183 0</inkml:trace>
  <inkml:trace contextRef="#ctx0" brushRef="#br1" timeOffset="-82527.11">25642 2088 1257 0,'-1'-2'439'0,"0"-4"-391"16,7 3-48-16,-6 2-9 16,0 0-8-16,0 0 5 15,11 1 1-15,38-2 1 16,-29-1 7-16,1-1 3 16,0-1 0-16,6 2-1 15,5 5 0-15,0-2 0 16,2 0 5-16,0 3-40 15,-1-3-32-15,-3 4-86 16,-1-3-64-16</inkml:trace>
  <inkml:trace contextRef="#ctx0" brushRef="#br1" timeOffset="-82249.64">25845 1893 1009 0,'0'5'360'0,"0"-3"-280"0,2 7-82 16,2 3-3-16,0 3 4 16,4 7 0-16,4-1 0 31,2 7 1-31,1 3 0 15,-5 2 0-15,-1 3 0 16,-3 1 1-16,-6 3 0 0,0 2 0 16,-7 8-1-16,-4 4-16 15,-7 7-158-15</inkml:trace>
  <inkml:trace contextRef="#ctx0" brushRef="#br1" timeOffset="-81614.78">26540 2067 976 0,'0'-3'336'15,"-7"-8"-308"-15,7 3-118 0,5 7-33 0,-10-2-27 16,0 3 36-16,-5 8 63 16,-6-3 45-16,2 8 72 15,4 4 23-15,-4 1 6 16,3 2-7-16,0 8-27 16,2 1-21-16,7 3-29 15,1 0-5-15,4 0-3 16,3-5-1-1,5-6 1-15,4-6 1 0,12-10 8 16,4-5 4 0,3-15 1-16,1-10 2 0,0-8-4 15,-1-6-3-15,3-3-2 16,-3 1-2 0,-7-1 22-16,-4 2 7 0,-11-5 9 15,-4-1 4-15,-8 1-17 0,-1-2-5 16,-7 4-1-16,-2 6-1 15,-1 8-7-15,-1 6-1 16,-4 13-8-16,0 1-5 0,-2 6-3 31,-4 4-2-31,1 6-3 0,-1 6 0 0,1 9-1 16,-1 0-1-16,4 8 2 16,4 0-1-16,8 2-1 15,6-1 1-15,11-1 0 16,1-2 0-16,9-5 3 15,0-1 0-15,4-5 0 16,9 0 1 0,3-3-2-16,4 0-19 0,1-1-70 15,-7 3-55-15</inkml:trace>
  <inkml:trace contextRef="#ctx0" brushRef="#br1" timeOffset="-81061.76">26919 2233 1143 0,'4'-1'377'16,"2"-1"-355"-16,11 6-190 15,1 1-19-15,6 1 13 16,-1-3 51-16,1-3 137 16,-3-3 55-16,-3-3 81 15,-4-1 22-15,-3 2-48 16,3 1-36-16,3 3-51 15,3 1-21-15,-3 4-15 0,1 4-1 16,-8 3-1-16,0 2-1 16,-2 4-1-16,-5 0-1 15,-3 4-3-15,-6-1 0 16,-7 5-2-16,-1 1-1 16,0 3-2-16,0-1 0 15,-2-3 3-15,5 0 1 16,-3-5 6-16,2 1 1 0,2-4 1 15,-1-4 0 1,9-3 1-16,0-2 0 0,12-3 1 16,1-2 1-16,10 3 2 15,2-5 1-15,6-2 0 16,4-1-2-16,5-8-1 16,0-1-1-16,0-3-70 15,-1-8-53-15,-2-3-193 16</inkml:trace>
  <inkml:trace contextRef="#ctx0" brushRef="#br1" timeOffset="-80510.81">27160 1121 1052 0,'-1'-3'389'0,"-7"-1"-408"16,9 4-156 0,7 3-49-16,-3 2-17 0,8-2 120 15,-2-2 91-15,2-1 128 16,1-3 45-16,3-1 38 15,4 2-21-15,4 1-80 16,4 2-31-16,6 5-33 16,-1 2-9-16,1 3-5 15,-2 1-1-15,-4 3 0 16,-5 0 0-16,-4-1 0 16,-3 2-1-16,-13 0-2 15,1 4-1-15,-9 0 0 16,-7 2 2-16,-4 0 1 0,-9 2 0 15,-4 8 0-15,-1 0 0 16,-3 2 0-16,2 5-1 16,5-6 1-16,4-3 0 15,7-6 0-15,4-7 1 0,5-4 0 16,3-3 0-16,7-1 14 16,3-4 2-1,10-5 12-15,7 0 2 0,11-10-13 16,8-4-1-1,9 0-14-15,1 0-2 0,-3-1-23 16,0 9-26-16,-6-1-68 16,-3 8-78-16</inkml:trace>
  <inkml:trace contextRef="#ctx0" brushRef="#br1" timeOffset="-80132.44">28041 2050 1137 0,'0'-5'291'0,"8"7"-592"15,-2 0-6-15,3 6 33 16,1 4 67-16,-4-6 308 16,6 1 55-16,3-7 83 15,6 0 33-15,4-3-63 16,4-4-45-16,7 0-71 16,4-1-38-16,3 3-41 15,5-2-7-15,5 1-5 16,0-2-10-16,2-4-71 15,-5-6-59-15,-6-1-70 16,-4-2-22 0,-16-1 30-16,-3 1 11 0</inkml:trace>
  <inkml:trace contextRef="#ctx0" brushRef="#br1" timeOffset="-79881.56">28444 1801 1225 0,'0'0'444'0,"-3"2"-368"15,6 8-51-15,-1 12-29 16,0 3 0-16,4 10 4 16,-1 2 0-16,-3 0 0 15,1 2 0-15,2-5 0 16,-2-1 1-16,1 2-1 15,-2 2-8-15,-1 10-71 16,-5 1-75-16</inkml:trace>
  <inkml:trace contextRef="#ctx0" brushRef="#br1" timeOffset="-79235.13">29283 1827 1375 0,'-1'-3'427'0,"-2"-8"-523"0,3 16-105 15,0 5-21-15,-5 11-31 16,-2 3 79-16,-6 6 93 15,2-4 43-15,0 1 128 32,0 1 28-32,3 0 12 15,1 4-17-15,0-1-60 16,1-1-23-16,4 1-23 16,2-2-4-16,5-4-3 15,5-1-3-15,6-11-5 16,2-2 0-16,4-11 4 15,5-7 4-15,1-8 8 16,1-6 3-16,1-4-2 16,3-3 0-16,-1-5-4 0,-3-4-2 15,-2-5-2-15,-6-3 1 16,-7-9 14-16,-3-1 9 16,-9-4 7-16,-5-2 4 15,-6 7-6-15,-1 5-6 16,-2 12-3-16,-1 8-1 15,3 13-8-15,0 1-3 0,-10 10-9 16,-2 1-2-16,-5 8-4 16,-7 4 0-16,5 4 3 15,3 8 1-15,6 1 1 16,1 3-1-16,6 5 0 16,3 1 0-16,4 4 0 15,3 1 0-15,6 1 1 16,3-2 0-16,5-6 0 15,6-4 0-15,6-9 2 16,3-5 1-16,3-10 1 16,1 0-1-16,3-3 0 15,-2-7-16-15,3 3-61 16,-4-3-45-16</inkml:trace>
  <inkml:trace contextRef="#ctx0" brushRef="#br1" timeOffset="-78635.86">29623 2029 1035 0,'1'-1'360'16,"1"0"-311"-16,8 7-172 15,-8 2-1-15,6 3 29 16,4-1 57-16,0-5 64 16,4-7 28-16,4-2 61 15,-2-1 22-15,3 1-13 0,1 4-27 16,-1 0-59-16,0 5-22 15,-5 5-16-15,-2 0-3 16,-6 3 0-16,-5-2-2 16,-3-1 2-16,-6-1 1 15,-2 2 2-15,0-3-1 16,-2 1-8-16,1 0-6 16,2-2-7-16,-1 0-2 0,5-4 7 15,2 1 4-15,3-1 8 16,-2-3 3-16,0 0 2 15,6 4 1-15,14 0 0 16,31 37 0-16,-32-28 0 16,3 2 0-16,-9-1 6 15,-2 1 4-15,-7 7 8 16,-7 5 1-16,-7 10-2 16,-8 1-3-16,-11 2-7 15,-6 0-2-15,-11-3-4 16,0 1-1-16,-2-3-19 15,3-3-9-15,3-9-59 16,2-7-8-16,10-9-64 16,6-8-89-16</inkml:trace>
  <inkml:trace contextRef="#ctx0" brushRef="#br1" timeOffset="-77975.33">29855 1184 577 0,'0'0'185'0,"0"1"-179"16,-1-1 29-16,-1 0 30 15,1 0 28-15,1 0 42 16,0 0-13-16,0 0-2 16,0-1-14-16,0 0-52 0,11 0-18 15,6 0-27-15,31 3-7 16,-29 5-2-16,-1 2-1 15,1 4 0-15,-6-1 0 16,-1-1 1-16,-5-3 0 16,-6-1 0-16,-1-2 0 15,0 1-1-15,-1 1 0 0,-1-1 0 16,2 0 0-16,-5-3-3 16,3-1-5-16,2-2-2 15,-1 0-1-15,1 0 4 16,0 0 4-16,0 0 3 15,0 0 0-15,16 7 1 32,36 15 0-32,-29-15 0 0,4-1-1 15,1 3 1-15,-3 0 0 0,2 3 0 16,-3 3-1-16,-7 1 0 16,-4 0-1-16,-5 1 1 15,-8-4 1-15,-2 7 0 16,-5-1 2-16,-13 4-1 15,-2 4 1-15,-12-4 0 0,3 1 0 16,-4-2-1-16,-1-2 9 16,5 2-50-16,-3-5-7 15,6 5-37-15,5-1-14 16,3 0 6-16,6 9-84 16</inkml:trace>
  <inkml:trace contextRef="#ctx0" brushRef="#br1" timeOffset="-77627.29">30356 2076 1221 0,'9'0'392'0,"12"1"-545"15,3 5-17-15,1 1-2 0,-1 1 12 16,-2-2 191-16,-2-5 60 16,5-3 59-16,-2-4 18 15,3-1-42-15,5 1-47 16,0 2-54-16,1-2-18 0,-2 3-24 15,-6-4-21-15,1 0-42 16,-1 3-39-16,-3 0-64 16,2-2-62-1</inkml:trace>
  <inkml:trace contextRef="#ctx0" brushRef="#br1" timeOffset="-77339.86">30726 1845 1333 0,'-2'-2'454'0,"-3"8"-556"0,1 9-106 16,-1 12-48-1,-2 4-11-15,0 2 127 0,0-5 101 16,4-4 114-16,2-2 40 0,1 0 48 16,0 1-14-16,2 5-64 15,5 4-30-15,3-1-55 16,3 5-46-16,0-4-146 16</inkml:trace>
  <inkml:trace contextRef="#ctx0" brushRef="#br1" timeOffset="-76746.13">31472 2107 1076 0,'8'4'365'16,"10"6"-533"-16,-1 4-60 0,1 1-17 16,0 2-6-16,-7-5 268 15,-3-5 117-15,-2-3 84 16,-4-4 15-16,4-1-86 15,2 0-62-15,2-5-124 16,0-1-44-16,1-2-17 16,-4-3 2-16,8 1 73 15,-2-1 31-15,5 1 15 16,5 2-1-16,3 4-17 16,2 5-3-16,1 4-10 15,0 3-44-15,1 2-107 16,2-2-4-16,-5-6 24 15,-1-1 55-15,-8-5 119 16,-8-6 12-16,4-1-10 16,-6-3-12-16,0 3 34 15,5 5 24-15,-3 2 53 0,2 4 29 16,3 2-18-16,-3 0-27 16,6 12-52-16,1-2-29 15,-5 7-101-15,2-1-86 16,-4-3-90-16,-3-4-1 15,4-10 99-15,-5-4 87 16,1-11 94-16,1-3 4 0,-4 2-23 16,1 4-38-1</inkml:trace>
  <inkml:trace contextRef="#ctx0" brushRef="#br1" timeOffset="-76116.9">32404 2046 1281 0,'1'0'403'0,"3"-2"-499"0,9 8-55 0,-4-2-27 16,10 2 28-16,-3 2 92 15,-1-8 103 1,1-2 50-16,5-4 61 0,6-1 9 16,2 0-68-16,1-3-34 15,3 4-49-15,0-2-8 16,3 1-5-16,2-1-1 15,-4-3 0 1,1 3-7-16,-3-5-19 0,-5 1-21 16,-3 0-78-1,-2-4-68-15</inkml:trace>
  <inkml:trace contextRef="#ctx0" brushRef="#br1" timeOffset="-75787.58">32721 1736 1294 0,'2'-1'436'0,"7"6"-580"0,5 5-141 15,-1 9-79-15,-1 0-6 16,-5 3 233-16,-1-1 188 16,-1 0 184-1,-2 2 39-15,-2 7-26 16,0 2-62-16,-1 8-100 16,5 3-34-16,-1-1-39 15,-2-1-9-15,4-1-16 0,-6-5-11 0,1-5-30 16,1-3 11-16,-3-2-147 15,-3-7-68 1</inkml:trace>
  <inkml:trace contextRef="#ctx0" brushRef="#br1" timeOffset="-75567.16">33073 1760 1092 0,'2'0'289'0,"2"5"-586"16</inkml:trace>
  <inkml:trace contextRef="#ctx0" brushRef="#br1" timeOffset="-75096.56">33090 1924 681 0,'-2'9'331'0,"2"14"-144"15,3 0-63-15,1 4-97 16,4-2-19-16,2-6-9 16,1-3-9-16,1-8-10 15,2-5 2-15,4-3 5 16,2-5 9-16,10-8 8 15,-2-3 0-15,7-8-4 16,0-5 0-16,-1-2-2 16,1-3 0-16,-9-5 0 15,-2 1-1-15,-5-6-2 16,-2-1 0-16,-5 1 1 16,-5 2 2-16,-5 4 5 0,-3 2 2 15,-5 8 1-15,3 6-1 16,-5 4-6-16,-4 9-4 15,-4 5-7-15,-5 3-1 16,-7 7 3-16,-4-3 4 16,-4 5 5-16,0 2 1 15,2 4 0-15,0 3 0 16,2 6 0-16,2 1 0 16,3 4 0-16,4 1-1 0,1 1 1 15,4 2 0-15,6-2 6 16,5 0 4-16,9 1 6 15,4-2 4-15,11-7 4 16,4-3 0-16,4-7 0 16,4-4-4-16,3-5-14 15,3 2-6-15,2-5-48 16,-1-2-39-16</inkml:trace>
  <inkml:trace contextRef="#ctx0" brushRef="#br1" timeOffset="-74740.31">33335 2255 603 0,'0'-3'309'0,"4"-1"-227"16</inkml:trace>
  <inkml:trace contextRef="#ctx0" brushRef="#br1" timeOffset="-74294.14">33391 2232 523 0,'2'-4'323'0,"6"0"-53"15,1 0-113-15,-5 3-48 16,5 1-71-16,-6 0-16 16,-2 3-17-16,4 1-2 15,-5-4 0-15,0 0 1 16,0 0 0-16,1 2 1 0,4 11 0 16,9 29 0-16,-7-30-2 15,-7 1-1-15,4-1-1 16,-4-3 0-16,0 0 0 15,-2-1 4-15,2-1-14 16,-6 2 1-16,3-5 0 16,6 0-4-16,-3-5 10 15,0 0-1-15,0 0-4 16,0 0-3-16,5-13 0 16,15-36 1-16,-7 24 2 15,-1-3 2-15,5-2 5 16,1-3 0-16,-5 10 4 15,3 6 3-15,-7 5 1 16,-2 10-1-16,1 3-6 0,-3 2-2 16,-1 11-2-16,-2-2 2 15,1 6 1-15,-2 6 2 16,3-1 0-16,-2 0 0 16,4 0 0-1,0-1-1-15,-2 0 0 0,2 1-1 16,-4-7-4-16,1-4-11 0,-2-5-51 15,0-5-39-15</inkml:trace>
  <inkml:trace contextRef="#ctx0" brushRef="#br1" timeOffset="-73412.79">33462 1176 836 0,'-5'-4'358'16,"2"0"-215"-16,4 0-136 15,-1 3-43-15,0 0-52 0,0 0 22 16,0 0 28-16,0 0 17 16,0-1 44-16,0 1 7 15,0 0 8-15,1 0 0 16,4-2-17-16,4-3-6 16,36-14-10-16,-35 20-3 15,9-2-1-15,-4 2-1 0,0 1 0 16,4 1 0-16,-6 6-1 15,0 2 0-15,-2 3 0 16,-1 1 1-16,-1 2 0 16,-1 2 1-1,-2-1-1-15,-4 4 1 0,-2 0 0 16,-2-2 1-16,-3 3 0 16,-2-4 1-16,-1 0 0 15,0-2-1-15,0-2 0 16,-3 1-1-16,5-4 1 15,-1 2 0-15,0-4-1 16,2-1 0-16,3-2 1 16,-2-3 0-16,3 4 3 0,1-1 3 15,6 0 9-15,3 0 7 16,5-6 8-16,2 1 0 16,5-3 6-16,2-3-3 15,6-1-3-15,7-2 2 16,6-3-10-16,-1 0-4 0,-6 2-10 15</inkml:trace>
  <inkml:trace contextRef="#ctx0" brushRef="#br1" timeOffset="-48513.57">24391 2980 706 0,'0'1'243'0,"3"3"-219"16,-1-3-21-16,-2-1-2 15,0-1 3-15,0 0 15 16,0-1 22-16,0 1 39 16,0 0 16-16,0 0 3 15,0 0-22-15,0 0-40 16,0 1-16-16,0 0-19 15,0 0-2-15,0 0 1 16,3 0 1-16,12 1 1 16,35-1 1-16,-17-11 0 15,9 1-1-15,4-1 0 16,1 3-1-16,-2 4 2 16,-4 3 4-16,-7 0 5 0,-5 1 1 15,-5 1 0-15,-2 2-5 16,-5 4-5-16,-3 2-2 15,-5 0 4-15,1-1-20 16,-3-1-108-16,-1-3-157 16</inkml:trace>
  <inkml:trace contextRef="#ctx0" brushRef="#br1" timeOffset="-26118.57">10568 7018 216 0,'-3'1'93'16,"-4"-1"-34"-16,7-3-42 16,-1 2 0-16,0 0-2 15,1 0 0-15,0 0-7 16,0 0 2-16,0-1 22 16,0 1 9-16,7-4 10 15,10-4-1 1,34 0-15-16,-27 17-7 0,8 3-11 15,6-2-4-15,7 0-8 16,12 1 4-16,11-3 17 16,11-1 6-16,10-2 1 15,8-1-3-15,7-4-20 0,5 1-4 16,1 3-3 0,-7 0 0-16,-10 1 16 0,-13 0 17 15,-9-7 29-15,-3 1 13 16,-11-5 5-16,-3 3-10 15,-11 2-24-15,-11-3-11 16,-9 4-22-16,-3 1-6 0,-7-5-4 16,1 3-27-1,-5-2-205-15</inkml:trace>
  <inkml:trace contextRef="#ctx0" brushRef="#br1" timeOffset="-24969.76">22969 1596 602 0,'-2'-5'264'0,"-1"-5"-103"15,4 6-142-15,5 3-19 0,2 1-4 16,1 7-1-16,-3-3 2 16,0 3 0-16,-4-1 1 15,1 0 3-15,4 4 12 16,-4 1 8-16,2 5 10 16,0 0 0-16,2 8-5 15,3 5-2-15,-2 9-3 16,2 8-1-16,-2 5-1 15,2 4-3-15,2 6-7 16,1 0-2-16,4 5-10 16,-5 2-23-16,-2 8-57 15,-5 3-37-15,-6-2-58 16,1-3 13-16,-1-24 13 16,-5-6-31-16</inkml:trace>
  <inkml:trace contextRef="#ctx0" brushRef="#br1" timeOffset="-24481.19">22684 2731 646 0,'3'-2'244'0,"7"-3"-176"15,1 4-47-15,11 1-18 16,-1 1 0-16,12 4-1 0,7-1 0 16,10 1 6-16,5-4 14 15,11-1 20 1,4 0 1-16,5-4-1 0,3 1-9 16,0 2-10-16,-3-2 1 0,2 3-2 15,-4 2-5-15,-9 4-8 16,-8 4-2-16,-8 3-4 15,-6-1 0-15,-8 1 0 16,2-1-1-16,-10-1-1 16,-5 0-12-16,-6-2-65 15,-6 0-60-15</inkml:trace>
  <inkml:trace contextRef="#ctx0" brushRef="#br1" timeOffset="-23803.29">22615 3223 905 0,'0'-5'334'16,"5"-6"-240"-16,7 2-90 15,3 1-4-15,2 0 0 16,-1 1 0-16,2 1 0 16,0-1 0-16,7 3 0 15,0 0 1 1,2 0-1-16,1 0 0 0,2 3 1 16,0-1-1-16,0 4 1 0,0 4 0 15,-4 1-1 1,1 2 0-16,-3 2-2 0,-4 0 1 15,-6 4-2-15,-3 2 1 16,-11 5-1 0,0 2 0-16,-11 6 1 0,-8-2 1 15,-3 4 0-15,-3 3 0 0,0-2 1 16,-2 1 0-16,3-3 0 16,2-1 0-16,-2-3 1 15,3-1-1-15,4-6 0 31,-1 0 1-31,10-7-1 16,0 1 2-16,7-4 2 16,0-3 0-16,11-1 5 0,9-3 2 0,11-2 1 15,9-3 0-15,7-6-3 16,4-4-3-16,-1-4-11 16,2-1-18-16,-7-5-88 15,0 2-93-15</inkml:trace>
  <inkml:trace contextRef="#ctx0" brushRef="#br1" timeOffset="-23032.06">23233 3325 1237 0,'1'0'405'0,"-1"0"-452"31,4 3-95-31,-4-3-88 0,0 0-10 0,5 8 75 16,2 4 52-16,24 21 133 15,-19-33 68-15,3 3 51 16,5-3 0-16,0 2-44 15,-4 3-23-15,0 2-43 16,0 7-13-16,0 8-11 31,-1 4-2-31,-2 1-2 16,-4 2 0-16,-4-3-2 0,1-2-3 16,-5-3 0-16,0-9 1 15,-1-6 3-15,0-4-1 16,0-2 5-16,0 0 1 15,0-1-1-15,0 0 1 16,0-6-5-16,1-18 0 16,8-36 4-16,-4 25 4 0,1-2 10 15,0-2 4-15,0 5 4 16,1 4-2-16,4 10-9 16,-3 6-3-16,2 6-6 15,1 3 0-15,0 5-1 16,2 1 0-16,1 3-3 15,1 4-1-15,3 5-1 16,-2 2 0-16,0 6 0 16,2 5 0-16,-5 1 0 15,-3 1 0-15,1-3 1 16,-4-5-1-16,2-4 2 16,3 2-1-16,-6-12 1 15,-3 5 2-15,-1-10 4 16,4-2 2-16,0-9 2 0,0-9-1 15,3-10-4-15,5-10-3 16,5-10 0-16,9-4 2 16,1 1 8-16,-4 2 9 15,1 20 15-15,-5 7 1 16,3 17-9-16,1 9-8 0,-1 12-17 16,0 7-2-16,-1 7-2 15,0 4 0-15,-4 4 0 16,-1 1 0-16,1 2 1 15,-5-2-3-15,3 0-97 16</inkml:trace>
  <inkml:trace contextRef="#ctx0" brushRef="#br1" timeOffset="-16616">23943 1877 222 0,'0'-4'117'0,"0"2"-28"16,-1 0-51-16,1 2-15 15,0 0-17-15,0 0 9 0,-2 0 39 16,1 0 13-16,1 0 20 16,-1 0-2-16,0 0-34 15,1 0-12-15,0 0-21 16,0 0-9-16,0 0-5 15,0 0 1-15,0 0-1 16,3 9 1-16,7 7-1 16,22 33 1-16,-15-23 0 15,2-3 0-15,4 11-2 16,0-3 0-16,6 7-2 16,-1 7 1-16,0 1 0 15,-1 7 0-15,-1 7 6 16,-2 3 9-16,2 2 13 15,-6-4 5-15,-1-7 4 0,-1-6-6 16,0-1-6-16,1-5-3 16,-1-4-6-16,0-3-1 15,-3-6 0-15,-1-4 1 16,-3-5-3-16,-1-2-1 16,-7-3-5-16,-2-3 0 15,-2-5 1-15,0-2 1 0,-3-5 2 16,0-1-1-16,3 0-6 15,0 0-26-15,-1 0-83 16,-6-4-54-16,-7 2-89 16,-24-39-1-16,29 27 28 15</inkml:trace>
  <inkml:trace contextRef="#ctx0" brushRef="#br1" timeOffset="-15969.01">24229 2331 600 0,'2'-2'217'0,"3"-5"-179"16,0 3-27-16,-5 2-14 15,3 0-1-15,-3 1 1 16,0 0 2-16,0-1 2 16,0 1 2-16,0 0 10 15,0 0 15-15,0 0 21 16,0 0 2-16,0-1-10 0,0 1-15 16,0 0-22-1,0 0-4-15,0 0 5 0,0 0 5 16,0 0 15-16,0-1 5 15,0 2 1-15,0 0-3 16,-4 14-13-16,-17 43-3 16,4-24 0-16,-4 5 5 15,-3-2 6-15,1 4 1 16,-6-4-3-16,2-3-4 0,1 1-7 16,1-6-1-16,4-4 8 15,5-1 9-15,2-7 10 16,2-1 1-16,3-5-9 15,-1-2-9-15,2-2-11 16,1-2-2-16,4-2 0 16,0-1-1-16,2 0-1 15,1-1-2-15,0 0-16 16,0 0-29-16,0-1-115 16,4 0-134-16</inkml:trace>
  <inkml:trace contextRef="#ctx0" brushRef="#br1" timeOffset="-15068.29">24631 1547 819 0,'-1'-9'345'0,"1"-5"-178"15,6 4-179-15,4 7-95 0,0 3-39 16,-4-3-6 0,-6-2 34-16,0-2 80 0,0-3 55 15,0 1 60-15,0 1 18 0,-3-1 4 16,-2-2-6-1,-1 1-20-15,6-1-12 0,-3 2-22 16,3 6-10-16,-2 2-18 16,-5-3-6-16,3 4-5 15,0-1 0-15,-4 3 0 16,1 3 0-16,-3 3 2 16,-2 1 3-16,-2-2 0 15,-1 5 0-15,-1-3 0 16,-2 0 1-1,1 7 0-15,-2-8 1 0,2 3 3 16,1-1 0 0,5 0 0-16,-1 3 0 0,2 4-6 15,-2-4 0-15,3 1-3 16,-2 0 1-16,1-3 0 0,0 5 0 16,2-2 3-1,3 5 3-15,-2-2 6 0,4-2 1 16,-3 0 0-1,0 0-2-15,2 3-5 0,-2 3 0 16,4 2 0-16,-3 0 1 0,2 3 3 16,-1-1-1-16,0 1 1 15,-2 0-2 1,0 4-1-16,3 0 0 0,1 3-1 16,2 2-1-16,4-1-3 15,-1 4 0-15,4 2-3 16,-2 5 1-16,3 10-1 15,-1 5 0-15,0 9 1 32,1 0 0-32,2 0 1 0,2 1-1 15,3-5 0-15,4 6 0 0,14 5 1 16,8 3 2-16,21 9 1 16,11 1 0-16,13 4-11 0,7 2-73 15</inkml:trace>
  <inkml:trace contextRef="#ctx0" brushRef="#br1" timeOffset="-14232.43">33433 643 649 0,'1'-2'195'0</inkml:trace>
  <inkml:trace contextRef="#ctx0" brushRef="#br1" timeOffset="-14053.08">33499 669 336 0,'3'2'205'0,"4"0"-5"16,0 2-56-16,6 0-60 16,-2 3-15-16,7 6-23 15,4 2-7-15,2 3-9 16,3 4-6-16,1 6-15 16,-1 2-5-16,3 5-2 0,5-1-1 15,2-3 0-15,7-1 0 16,-9-1 0-16</inkml:trace>
  <inkml:trace contextRef="#ctx0" brushRef="#br1" timeOffset="-13814.29">33794 2066 1236 0,'-59'71'11'15,"-1"2"0"-15,16 7-1 16,3-1-1-16,-1 4-2 16,1 1-11-16,-3 3-80 0,-7 6-90 15</inkml:trace>
  <inkml:trace contextRef="#ctx0" brushRef="#br1" timeOffset="-6526.17">25527 1104 519 0,'-6'0'189'15,"-5"3"-150"-15,2 1-27 0,-3 4-9 16,0-1-1-16,-3-1 0 16,-3-2 15-16,-2-2 35 15,-1-2 18-15,1 0 26 16,0 0-6-16,-2 1-22 16,1 1-12-16,-9 8-22 15,1 1-8-15,-10 13-12 0,-7 6-5 16,-8 20-6-1,-10 12-1-15,-12 22 0 0,-7 8-12 16,-6 9-78-16,-5 7-81 16</inkml:trace>
  <inkml:trace contextRef="#ctx0" brushRef="#br1" timeOffset="-6134.3">23069 3086 573 0,'-1'-6'195'16,"2"-2"-249"-16,7 5-51 0</inkml:trace>
  <inkml:trace contextRef="#ctx0" brushRef="#br1" timeOffset="-5836.47">23174 3000 422 0,'2'-5'226'0,"-5"-6"-56"16,0 1-45-16,2 10-74 15,-6-2-24-15,7 11-27 16,-4 11-4-16,-4 10 4 16,-2 9 0-16,-9 14 1 15,-5 8-1-15,-13 22 1 16,-7 8 0-16,-10 6 0 16,-2 1 0-16,-4-10 0 0,2-6 2 15,0-6 4-15,1-7 4 16,8-8 5-1,3-6 0-15,11-14-4 0,9-2-4 16,5-13-4-16,6-4 0 16,6-11 2-1,-1-4 1-15,6-7 0 0,2-2-1 16,2 5-30-16,0-4-39 0,0-1-145 16</inkml:trace>
  <inkml:trace contextRef="#ctx0" brushRef="#br1" timeOffset="-158">27641 13136 745 0,'-2'1'282'0,"-2"-1"-209"16,2 0-25-16,1 0-4 0,0 0-1 16,0-1 20-16,1 1 0 15,0-1 10-15,0-1 9 16,0 1-5-16,0 1-11 15,-2 0-24-15,2 0-15 16,0 0-5-16,0 0 7 0,0 0 20 16,12 4 9-16,47 13-1 15,-25-15-7-15,10 1-21 16,1-3-10-16,6 0-12 16,2 3-2-16,-3-1-3 15,-1-2 0-15,-7 4-2 16,0-3-1-16,-4 1-34 15,0 3-31-15,-1-2-125 16,-6 0-122-16</inkml:trace>
  <inkml:trace contextRef="#ctx0" brushRef="#br1" timeOffset="284.15">27911 12920 498 0,'0'0'242'0,"1"-1"-62"16,-1 1-93-16,0 0 0 16,0 0 9-16,0 0 26 15,0 0 14-15,0-1-11 16,0 1-13-16,0 0-37 16,0 0-19-16,0 0-31 15,5 6-8-15,6 24-9 16,7 39-3-16,-18-23-3 15,-2 3 0-15,-1 6-1 16,-4 0 1-16,-3 7 0 0,-1-1 0 16,-1 2-1-16,0-3-1 15,-1-13-24-15,3-7-29 16,2-11-85-16,2-7-122 16</inkml:trace>
  <inkml:trace contextRef="#ctx0" brushRef="#br1" timeOffset="852.78">28854 12300 837 0,'-1'-5'364'0,"0"-4"-186"15,1 1-99 1,5 2-67-16,4 2-9 0,1 4-3 16,0 1 0-16,2 2-1 15,2 3 8 1,-1 2 26-16,1 2 11 15,9 9 15-15,-1 3-2 16,11 12-9-16,-6 4-7 0,3 6-8 16,5 2-6-16,-1 2-12 0,10 0-3 15,-1-5-3 1,-2-2 0-16,-4-4-3 0,-2-2 0 16,-5 0-2-16,0 1-2 15,-7-2-2-15,0 0-1 16,-12 0-32-16,-3-4-25 15,-8-7-123 1,-2-7-129-16</inkml:trace>
  <inkml:trace contextRef="#ctx0" brushRef="#br1" timeOffset="1436.2">29139 12669 349 0,'0'0'177'0,"2"0"-64"0,2-2-42 16,-4 0-18-1,0 1 14 1,0 0 67-16,0 0 24 16,0-1 8-16,3-9-8 0,14-26-52 15,-16 26-25-15,1 2-42 16,-1-1-15-16,0 6-17 15,-1 1-4-15,1 0-5 16,-1 3-2-16,-1 0 0 16,0 0 0-16,0 0 4 15,-1 0 0-15,-4 12 0 16,-19 31 2-16,17-25 0 16,0 0 1-16,-6 4 9 15,-2 3 5-15,-3 7 11 16,-6 1 5-16,-1 4 2 0,-5 0-1 15,-3-2-4 1,1 2-3-16,1-7 0 0,3 1-1 16,2-10-4-16,3-5-2 15,4-3-9-15,1-10-3 16,6 2-3-16,5-1-1 16,5-2-2-16,1 0-9 15,4-2-64-15,-2-1-68 16</inkml:trace>
  <inkml:trace contextRef="#ctx0" brushRef="#br1" timeOffset="2228.12">28694 13320 922 0,'0'0'324'15,"0"1"-336"-15,0 1-62 0,0-2-99 16,0 0-31-16,-1 0 53 15,-1 5 36-15,1 3 141 16,-1-2 64-16,1-1 59 16,-1-2 5-16,0 0-32 15,1-2-19-15,0-1-30 16,0 0-8-16,0 0-9 16,0 0-10-16,-1 0-23 15,2 0-8-15,0 0-10 16,0 0-3-16,0 0-2 0,0 0 0 15,0-1 0-15,0 1-1 16,2 0 1-16,2 0 0 16,4 0 4-16,-1 0 9 15,34 4 21-15,-28-4 12 16,7 0 18-16,4-1 4 16,12 1 4-1,10 0-3-15,16 0-14 0,4-2-9 0,14-4-23 16,0-2-7-1,9-3-5-15,1 0-1 0,-4 2-3 16,-1-3-1-16,-7 2-2 16,0-1-1-16,-7 1-1 15,-4 2 1-15,-11 1 4 16,-8 1 6-16,-9 3 7 16,-5 1-1-16,-12-1-2 15,-2 4-7-15,-7-1-10 16,-8 0-5-16,0 0-58 15,-6-2-37-15,-1 2-148 16,1 0-235-16</inkml:trace>
  <inkml:trace contextRef="#ctx0" brushRef="#br1" timeOffset="3294.81">28892 13771 1030 0,'6'-8'412'15,"5"-5"-267"-15,5-4-85 16,4 5-9-16,2 0-19 0,-2 3 4 16,-1 2 1-1,-3 2-1-15,3 5-5 0,-9 0-7 16,5 6-13-16,-1 2-4 15,-1 6-4-15,4 6-2 16,-3 10-1-16,-3 5 0 16,-3 8 0-16,-2 0 0 15,-1 4 1-15,-5-6 0 16,-3-3 1-16,-1-1-1 0,-3-10 1 16,1-4 0-16,3-11 2 15,2-5 0-15,-2-7 5 16,2 0 0-16,1-1 0 15,0 0-1 1,0-7-4-16,4-19 1 0,12-38 3 16,-5 23 1-16,11-9-2 15,3-1-1-15,2 1-6 16,3 4-1-16,0 13-2 16,-2 6 1-1,-4 13 1-15,-3 3 0 0,-5 8 1 16,-1 3 0-16,-3 2 1 0,3 7 2 15,-1 4 0 1,-1 4 1-16,-4 6-1 0,0 1-1 31,3 6-1-31,-3-1 0 0,3 4-1 0,-3 0 0 16,-2-3 1-16,4 3-1 0,-5-8 0 16,2-1 0-16,-6-5 0 15,1-5 0 1,-1-1 0-16,-2-5 0 0,0-4-4 15,-5-5-1 1,3 0 0-16,1 0 1 0,0 1 5 31,0 0 4-31,-1-1 4 16,1-19 1-16,4-39 1 16,1 28 1-16,3-4-2 15,-1-1-1-15,9 3-5 16,1 1-4-16,8 3-1 15,5 4-2-15,-2 7 2 16,1 3 0-16,-6 4 1 16,-2 1 0-16,-2 3 2 0,2 2-1 15,-2 5-1-15,2 4-1 16,-2 1-1-16,-1 5 0 16,-2 6 0-16,0 4 2 15,1 9 0-15,-2 5 0 16,-5 7 0-16,0 3 2 15,-4 1 2-15,0-4 3 0,0-8 7 16,-3-3 2-16,2-13 3 16,-7-5-2-16,5-1-6 15,-2-6-3-15,-2-6-5 16,4 4-1-16,-2-4-30 16,-2 1-30-16,1 0-106 15,0-8-249-15</inkml:trace>
  <inkml:trace contextRef="#ctx0" brushRef="#br1" timeOffset="4833.96">30635 12759 752 0,'-1'-3'283'15,"1"1"-218"-15,0 0-41 16,0 1-26-16,0 0-5 16,0 1 4-16,-1 0 13 15,0 0 47-15,0 0 25 0,-1 0 47 16,1-2-4 0,0 1-36-1,-9 1-21-15,3 0-45 0,-35 6-8 0,28-1-8 31,3 0-2-31,-4 6-3 0,5 4-2 0,-2 6 0 16,-3 4 0-16,0 6-1 16,2 4 1-16,2-1-1 15,0-2 1-15,2 0 0 16,5-2-1-16,-1-5 1 31,2-2-1-31,7-1 1 0,-3-1 0 0,10-1 0 16,4 2 0-16,0-3 3 15,8-5 0-15,3-6 4 0,3-4 1 16,9-4 1-16,1-4-1 16,5-7-1-1,2-1 4-15,2-9 5 0,-1-1 0 16,0-2-1-16,-2-4-4 16,-8-3-5-16,-2 6-1 0,-10-10 18 15,-1 2 10-15,-9-5 16 16,-1-7 5-16,-5 1-12 15,-1-1-10 1,-2 4-16-16,-3 3-6 0,-6-1-2 16,-6 1 0-16,1 4 0 15,-2 1 0-15,-3 4-1 16,3 5-1-16,-7-2-2 31,-1-1-1-31,0 3-2 16,-1-1-1-16,0 3 0 0,-3 1 0 0,-1 6-2 31,-3 2 0-31,-1 6-2 16,1 2 2-16,-2 0 0 15,2 2 0-15,3 1 1 16,-2 2-1-16,-1 2-2 16,2 3 0-16,-3 5-1 0,5 1 2 15,4 2 0-15,-2 2 2 16,7 2 0-16,-6-3-1 15,7 2 2-15,2-3-1 16,5 3 1-16,7 1 0 16,-1 2 0-16,-1 2-1 15,0-2 0-15,0 3 0 16,3 1 1-16,5-1 0 0,1 2 0 16,4-1 0-16,-1 0 0 15,-3-1 0-15,0 1 0 16,-2-2 0-16,6-5 2 15,5 0 0-15,3-6 2 16,1-3-1-16,1-3 0 16,0-2 0-16,2-2-1 15,1-1 1-15,0-1-2 16,3-2 0-16,-4-3 0 16,6 0-1-16,-3-2-16 0,0 1-20 0,-4 1-74 31,-4-1-42-31</inkml:trace>
  <inkml:trace contextRef="#ctx0" brushRef="#br1" timeOffset="5957.54">31163 13312 874 0,'0'0'348'0,"1"0"-211"16,-1 0-135-16,-1 0-8 15,1 0-11 1,0-1 11-16,0 0 50 0,0 0 24 0,-1 0 40 16,1-1 14-16,0 1-25 15,0-3-15-15,1-12-30 16,7-32-14-16,-1 30-16 15,0-1-5-15,2 1-10 16,1 2-3-16,1 1-4 16,1 0-1-1,4 7-3-15,2 2-1 0,1 2 1 16,0 2 0-16,-1 2 2 16,-2-1 1-16,-3 2 0 15,5 5 0-15,0 2-1 16,1 6 0-16,-4 2 0 15,-3 1 0-15,-6 6 0 16,6 5 1-16,-5 5 1 16,-2 3 0-16,3 8 1 15,-5-1 0-15,8 4 0 0,-6 0 0 16,-5-3 0-16,1-1-1 16,-7 0 2-1,7-1-1-15,-2-5 3 16,-2 4 2-16,-8-3 1 0,2-1 2 15,-4-2 8-15,-7-7 1 0,5-5 2 16,-4 0-1-16,-4-11-7 31,2 0-2-31,-6-6-2 0,-4-5 1 0,-2-1-3 16,2-1 0-16,1-9-20 16,-3-5-17-16,-5-9-51 15,3-2-49-15,3-9-102 16,1-1-113-16</inkml:trace>
  <inkml:trace contextRef="#ctx0" brushRef="#br1" timeOffset="6493.2">31472 12740 992 0,'-1'-1'383'16,"-1"-2"-265"-16,2 3-91 15,-1-1-20-15,-1 1-10 16,1 0 0-16,0 0 3 15,0 0 0-15,0 0 11 16,0 0 6-16,-7 12 3 16,-12 36 1-16,20-27-9 15,-3-1-4-15,3-5-5 0,0-3-1 16,3-7 13-16,2-2 6 16,3-7 4-16,2-5 4 15,2-11-9-15,4-3-3 16,-2-6 3-1,-5-1 6-15,-1 2 6 0,-6 1-4 16,-2 2-13-16,-3 2-26 0,-13 12-177 16,-9 11-192-16</inkml:trace>
  <inkml:trace contextRef="#ctx0" brushRef="#br1" timeOffset="12403.28">23539 4787 488 0,'-1'-1'195'15,"1"-2"-98"-15,7 6-92 16,-7-3-9-16,3 0 4 16,22 2 0-16,30 0 1 15,-28-6 1 1,1-5 2-16,-8-1 13 0,0-3 24 15,1 3 6-15,-4 0 6 16,3 0-12-16,10 4-23 16,0-5-6-16,15 2-8 31,9-1-2-31,10-3 0 0,6 0 0 0,-1-1-1 16,3 2 0-16,-4-2 0 15,0-1-1-15,7-4 1 0,4 0-1 16,3-4 1-1,2 0-1-15,3-3 1 16,-2-5 0-16,11 1 0 16,1-2 1-16,4-1-1 15,2 0 1-15,4 0 0 16,7-2-1-16,5 1 1 16,-2-1 0-16,-1 0-1 15,-3 0 0-15,-3 1 0 16,0 1 0-16,-2 3 0 15,2 1-1-15,-2 1 0 16,-3 2 0-16,1-1 0 16,-2 3 0-16,1 5 0 15,-3 1 0-15,-4 6 0 16,-5 1 0-16,-8 3 0 16,1 4 0-16,-4 1 0 15,-4 3 1-15,-8 1 8 16,-7 2 4-16,-6 2 3 0,0 1 0 15,1 0-8-15,1 2-3 16,-2 0-2-16,-4 2 0 16,-5 3-1-16,-3 0-1 15,-5 1 1-15,-2-3-1 0,-3 7-1 16,-3-1 1-16,-8 2-1 16,4 6 0-16,-5-2 0 15,-1 0 0-15,0 4 0 16,-3 3 0-16,2 3-1 15,-1 2 1-15,-3 3 0 16,1-1 0-16,1 8 0 16,-2 1 1-16,-4 7 4 15,1 2 2-15,-4-5 9 16,2 5 1-16,-3-5 2 16,3 3-2-16,-1 4-6 15,-5 0-2-15,4 9-2 16,-5 4-1-16,2 8-2 15,2 1 1-15,-6 2-2 16,3 1 1-16,-5 5-1 16,4 4 0-16,-3 1 0 0,-2-1-1 15,5 1 0-15,-4-1-1 16,3 10 0-16,0 1 1 16,-4-4 0-16,0 1 1 15,-2 1 0-15,0 5 1 16,1 2-1-16,-3-1 0 0,3-1 0 15,-6 1 0-15,-1 1-1 16,3-3 0-16,-3-2-1 16,3-4 0-16,1 4 0 15,-8-1 0-15,1-4 1 16,-4-6 0-16,-4-8 0 16,3-1 2-16,-7 2 2 15,2-5 3-15,-2-5 5 16,-2-5 1-16,-2-8 1 15,-2-3-3-15,1-3-4 16,0-4-1-16,0-1-1 16,-1-5 0-16,1-7 4 15,-2 0 5-15,0-15 7 16,8 2 3-16,-7-10-1 0,6-3-5 16,2-1-6-16,-5-5-3 15,3-1-4-15,-4-4 0 16,3-2-2-1,-2-3 0-15,3-1 0 0,3 2 0 16,-2-3 1-16,1-2-1 0,-1 2 2 16,1-2 1-16,-2-2 3 15,-1 3 2-15,-1-2 3 16,1-2 0-16,0 3-3 16,4 0-2-16,-5 0-4 15,-1-2-1-15,-2 1 4 16,-4-4 4-16,-1 4 6 15,-7-2 0-15,-1 4-4 16,-2 2-5-16,-2-3-6 16,1 1 0-16,-1-1-3 15,4-4 1-15,1 1-1 16,2-2-1-16,-4-1 0 16,-3 0 0-16,-6 0 0 15,-2-1 0-15,1 2 0 0,1-1-1 16,3 1 0-16,2 1 0 15,2 2-1-15,2-3 0 16,-8 3 0-16,-2-1 1 16,-4 0 0-1,-4 0 0-15,5 1 0 0,-2-1 0 16,3 0 0-16,2 3 0 0,5-2 0 16,1 1 0-16,-2 0 0 15,-1-1 0-15,-4 1 0 16,1-2 0-16,1 3 1 31,3-3-1-31,6 3 0 0,3 3 1 0,2-6 0 16,1 3-1-16,-3-6 0 15,-3-2 0-15,0 7 1 16,1-3-1-16,1 2 1 16,5 2 0-16,0-6 1 15,2 2 0-15,1 0 1 16,0-3 0-16,3 0 3 15,-1-1 2-15,3-1 4 16,2 1 0-16,0-2 0 0,-1 3-1 16,-3-4-4-16,-2 1-2 15,-4 3 0-15,-1-3-2 16,1 0 2-16,-2 1 0 16,4-2 0-1,2 1 0-15,2 0-2 0,1-3 1 16,-1 0-2-16,3-1-1 15,-1-1 0-15,-4 1 0 16,-2-1 0-16,0 2 0 0,-2-2-1 16,4 1 0-16,-6-3 1 15,2 0-1 1,-5-1 1-16,0 1-1 0,2 0 0 16,0-3 0-16,5 1 1 15,-3-3-1-15,5 3 1 16,-5-1-1-16,-1 0 0 15,1 2 0 1,-3-4 1-16,2 2-1 16,0-2 1-16,4 2 0 15,-1-1-1-15,3-2 1 16,2-7-1-16,1-2 1 0,3-1 0 0,2-3 0 16,0 4 2-16,0-1 0 15,4 1 3-15,-4 3 1 16,4 2 1-16,-4 0-1 15,-2-3-2 1,3 0-2-16,-5-7-1 0,7 2-1 16,-5-1 0-16,1 2 0 0,-1 1 0 15,1 4 0-15,2 0-1 16,1 2 0 0,4 1 0-16,-3-5 0 0,5-1 0 15,1-2 0 1,-1-9 0-16,4 3 0 0,0-5 0 15,6-1 0-15,5 1 0 16,0 2-1-16,4 2 1 16,-3 1 0-16,3 1-1 15,-1-6 1-15,0-1 0 32,2-3-1-32,-1 0 1 15,0-1 0-15,3 5 0 16,-2 0 0-16,4 2-1 0,4 2-1 15,5-6 0-15,3-4 0 16,8-3-1-16,1 4 1 16,2 0 0-16,3 3 0 15,0 10 1-15,-1-3-1 16,2 6 1-16,0 4-1 16,-3-2 1-16,3 5-1 0,-7 5 1 15,-3 1 0-15,-3 6 0 16,-3 2 1-16,-4 7-1 15,-1 3-1-15,-3 5-2 16,-2 3-1-16,-1 4-3 16,-1 4 0-16,3 7 4 15,7 6-24-15,6 7-64 16,8 1-57-16</inkml:trace>
  <inkml:trace contextRef="#ctx0" brushRef="#br1" timeOffset="13693.88">31417 11700 549 0,'0'-2'292'0,"-1"0"-74"15,2 1-119-15,-1 0-37 16,0-1-38-16,0 1-9 15,0 0-13-15,0 0-2 16,6 1-1-16,14 5 1 0,35 16 0 16,-26-3 0-16,12 2 1 15,-3 4 0-15,8-3 1 16,-2-1-1-16,-3-7 1 16,-1-5 0-16,-5-7 0 15,-4-2 0-15,-5-7 1 16,-3-4 1-16,-1-4 0 15,0-6 2-15,3-7 3 16,1-6 16-16,1-10 21 16,4-8 7-16,1-5 9 31,-15 29-14-31,-1 0-22 0,51-88-10 0,10-3-13 16,1 9-2-16,-34 63-16 15,1 5-46 1</inkml:trace>
  <inkml:trace contextRef="#ctx0" brushRef="#br1" timeOffset="65644.87">13912 12631 285 0,'0'-2'173'15,"0"-7"-11"-15,0 5-66 16,1-4-59-16,0 1-12 0,2 1-15 16,-3-3-4-1,0 4 17-15,0 2 15 0,-2 0 28 16,1 2 10-16,0 0-8 16,0 0-14-16,0 0-25 15,-1 0-7-15,1 0 0 16,-7-5 0-16,-5-1-2 15,-27-15-2-15,24 20-9 16,-1 1-1-16,-2-2-2 16,-2-3 1-16,2 9-1 15,-2-3 0-15,0 4 1 16,6 3 0-16,-4-2 1 16,0 2 0-16,2 3-3 15,-1 2-1-15,5-1-2 16,-2 1 0-16,3-2-1 0,2 2 0 15,-2 0 0-15,4 2 0 16,0 0-1-16,-2 2 0 16,1-2 0-16,0 0 0 15,2 4-1-15,0-2 0 16,3 5 1-16,4 5-1 16,1-2 1-16,1 1 0 15,7-2 1-15,-10-4 3 16,1-1 6-16,4-2 2 0,-4-1 1 15,7 5-1-15,-1-1-1 16,0 0 0 0,2 3 0-16,-5-3-1 0,2 6-4 15,-2-1-2-15,-3 1-2 16,3 5 0-16,0-3 0 16,-3-1-2-16,1 2 16 15,0-4 4-15,-3 3 10 16,3 4 6-16,-3 1-9 15,2 3-4-15,-1-1-6 16,-3-2-4-16,7 1 5 16,-7-5 0-16,9 5 2 0,3 0-2 15,-2 2-8-15,7-1-3 16,-6 1-2-16,-1 1 0 16,1 8-3-16,-2 3 1 15,3 8-1-15,0 4 0 16,0 0-1-16,1 2 0 15,-4-6 18-15,3 0 2 0,0 3 3 16,3 3 2 0,11 11-18-16,1 0-3 0,16 4-6 15,8 6-22-15,11 6-114 16</inkml:trace>
  <inkml:trace contextRef="#ctx0" brushRef="#br1" timeOffset="68516.55">31356 11966 77 0,'0'0'35'16,"-3"0"-8"-16,3 0 25 15,0 0 28-15,0-2 40 16,0 1 15-16,0 0-23 16,0 0-15-16,0 0-10 15,0 0-3 1,2-3-9-16,1-4-10 0,-2 2-24 15,0 3-14-15,-1 1-18 16,1-2-5-16,5 2-4 16,-3 0-1-16,1-3-1 0,2 0 0 15,-3 3 2-15,3 0 0 16,-2 1 0 0,-3-1 1-16,5 1 0 0,-3 0 0 15,5 0 1-15,-3 0 0 16,-1 0 0-16,1 0 2 0,-4-1 3 15,5 1 2-15,-3 0 1 16,5-1-2-16,-2-1-4 16,2 1-3-16,28-4-1 31,-29 6 0-31,3 2 0 0,1 0 0 0,1 0 0 16,-1 2 0-16,-2-2 0 15,1 0 1-15,-2-2 2 16,2 0 1-1,1 4 5-15,-3-1 1 0,3 2 1 16,-1-1 1-16,-1 0 0 31,-1-1 1-31,-2 2 3 0,0-3 2 0,-2 2 2 16,1 0-1-16,0 0-3 16,-2 4-4-16,0-2-5 15,-1 0-3-15,1 5-2 0,1-1-1 16,-2 5-1-16,0-1 1 15,-1-2 0-15,2 0 0 16,0 0 0-16,1 2 0 16,1 2 0-16,2 3-1 15,-1 3 0-15,0 5 1 0,-2 0-1 16,0 1 0-16,0 3 1 16,2-1-1-16,0 1 0 31,-1-2 1-31,0 1-1 0,1-1 1 0,1 4-1 15,-1 3 0-15,-2 2 0 16,2 4 0-16,-5-2 0 16,3-1 0-16,-1 2 0 31,-2-3 0-31,2 1 0 0,-1 2 0 0,1 0 0 16,-3-3 1-16,3-1-1 15,1 1 1-15,0-3-1 16,2 3 0-16,-3-3 1 15,0-3-1-15,1 1 0 16,-2-1 1-16,1 6-1 0,1 0 0 16,0 3 0-16,-1 2 1 31,-2 2-1-31,2 1 1 16,0-2 0-16,-1-4 0 15,8-6 1-15,-1-2 0 16,-1-3-1-16,6 4 0 0,-9 0-1 15,0-2 0-15,2 3 2 16,-1 0-1-16,-3 4 1 16,-1-1 0-16,-2 2 0 15,0 1 1-15,0-3 5 16,4-1 6-16,-1-4 7 16,0-2 1-16,-1 0-5 15,-2 0-5-15,0-2-7 16,-2-2 0-16,-2-2-3 15,1 1 0-15,2 1-1 16,-3 2-1-16,-2 0 1 16,-1 1-1-16,-5-2 2 15,3-3-1-15,1-1 0 16,-4-5 0-16,3-1 0 0,0 0 0 16,-2-5 0-16,7 4-1 15,-7-3 0-15,-2-4-1 16,0 3-7-16,-5-4-8 15,0 1-26-15,2 2-18 16,1-5-16-16,1 1 2 0,2-5 21 16,2-2 14-16,-3-1 16 15,3-3 5-15,1 1 5 16,-3-4 5-16,3 4 7 16,2 3 1-16,-2 0 1 15,2 2 2-15,-1 1 5 16,-2-1 3-16,1 1 12 15,-2-1 4-15,1 3 3 16,-1-2 0-16,2 4-3 16,1-1-2-16,-3 1-8 15,3-2-2-15,-9-3-73 16</inkml:trace>
  <inkml:trace contextRef="#ctx0" brushRef="#br1" timeOffset="82640.75">2611 15824 301 0,'0'0'179'0,"-1"-3"-20"0,0-1-32 31,1 3-46-15,0 0-14-16,-1 0-21 0,0 0-3 15,-1 0-1-15,1-1 3 0,0 1 7 16,0 0 2-16,0-1-5 15,-1-4-4-15,0 5-11 16,1 0-6-16,0-2-8 16,0 2-2-16,0 0-6 15,-3-1-2-15,1 1-5 0,-2 0-1 0,-2 1-3 16,-2 1 0-16,-28 13 0 16,28-4-1-16,3 1 0 31,3 6 0-31,2 3-1 15,-4 0 0-15,3 5 1 16,-2 3 0-16,0-5 0 16,4 5 0-16,-3-3 0 15,3-3-1-15,0-4 0 16,0 0 0-16,5 2 1 0,-3 0-1 16,6 2 0-16,3-1 0 15,1-6 0-15,1-3 0 16,3-4 0-16,2-2 1 15,3-5 0-15,5-1 1 16,-1-2 0-16,3-4 1 16,2-6-1-16,-3-1 1 0,7-2 0 15,-4-5 0-15,-2-3 0 16,-4-4 1-16,1-3 1 16,0 2 1-16,-6-3 13 15,1 2 7-15,-12-7 12 16,-8-2 3-16,3 2-4 15,-3-3-4-15,-1 5-8 16,1 0-3-16,-7 2-4 16,-2 1 0-16,-4 3 1 15,-2 2-2-15,1 3-3 16,-1 1-1-16,-2 2-4 16,-1 3-1-16,-4 0-1 15,1 4-1-15,-2-1-1 16,0-1-2-16,0 5 0 15,2 3-2-15,5 4 0 16,0 3 0-16,3 5-2 0,1-2 0 16,-1 6-1-16,1-6 0 15,1 7 0-15,-2 3 1 16,0 2-1-16,4 8 1 16,-1-3 1-16,0 0 1 15,2-1-1-15,3-1 1 16,0 0 0-16,0-3-1 0,3 1-1 15,-4-1 1-15,3 1-1 16,3 1 1-16,1-1-1 16,5 4 1-1,-1-3 1-15,0 1-1 0,1-1 0 16,1 0 0-16,0-3 0 16,3 1 0-16,-1-2 0 15,2-3 1-15,1 2 0 16,-1-6 0-16,1-2 0 15,0 2 0-15,1-6 0 16,3-3 1-16,4-4 0 16,1-5 0-16,7-3-1 15,4 1 1-15,0-2-1 16,4 1-6-16,-4 2-58 0,-2 4-64 16</inkml:trace>
  <inkml:trace contextRef="#ctx0" brushRef="#br0" timeOffset="86437.32">2784 15603 258 0,'-2'1'119'0,"-2"-1"-48"16,1-2-23-16,2 1-17 16,0-1 5-16,-1 1 23 15,1 0 12-15,-1-3 20 16,-4-10 2-16,-11-25-17 16,12 26-11-16,2 4-26 0,-1 2-10 15,2 3-13-15,-1 1-2 16,2-2 2-16,1 4 1 15,-2 0 1-15,1 1 0 16,0 0-2-16,0 0 0 0,0 0 5 16,0 0 4-16,-4 2 5 15,-5 9-1 1,-32 37-8-16,29-33-4 0,2 5 1 16,-2-7 5-16,-1 2 12 15,1 0 3-15,0-1-7 16,0 2-7-16,4 0-13 15,0 4-4-15,0 2-5 16,2 1-1-16,1 4-1 16,2 1 0-16,0 2 1 15,-2 1-1-15,1 2 1 16,1-4 0-16,-1 2-1 16,6-4 0-16,-1-2 0 15,-2-2 0-15,5-6 0 16,0-1 0-16,6-1 1 15,0-2-1-15,0 3 1 0,2 0-1 16,-2-3 0 0,5 4 0-16,1-9 0 0,2 0 1 15,2 0 0-15,-4-4 0 16,2 0 2-16,0-4 0 16,0-2 2-16,4-7 2 15,2-6 1-15,5-4-2 0,1-5-1 16,1 0-2-16,2-4-1 15,-8-2-1 1,-2-2 1-16,-1 2 0 0,-5-1 2 16,-1 2 0-16,-2-2 9 15,-5-3 8-15,-5 5 5 16,-2-3 3-16,-1 6-5 16,-1-1-5-16,-6 0 1 15,2 2 0-15,-6 1 5 16,1 4-1-16,-5-2-4 15,-2 2-3-15,-2 3-7 16,1 1-1-16,-3 6-2 16,-1-2-2-16,-3 5-1 15,-2 1-2-15,3 5-2 0,1 7 0 16,2 1-2 0,3 5-1-16,0 3-2 0,0 5 0 15,4 1 1-15,-1 0 0 16,4 5 1-16,5-7 0 15,3 6 0-15,3-1-1 16,3-2 2-16,0 2-1 16,2-4 1-16,3-2 0 0,0-2-1 15,1-2 1-15,0-4 1 16,1-2 0-16,0 0 1 16,3 2 0-1,4 0 0-15,-2 2-1 16,3 0 1-16,1 2 0 0,-3-5 0 15,0 1 0-15,0-8 0 16,2-2 0-16,1-5 1 16,1-2 0-16,4-1 0 15,-7-2 0-15,2-2-1 16,0 2 0-16,-9 1 7 16,6 1-22-16,-2 4-78 15,1 3-93-15</inkml:trace>
  <inkml:trace contextRef="#ctx0" brushRef="#br0" timeOffset="86993.43">3059 16290 994 0,'-3'-5'357'0,"3"-5"-297"16,4 0-47-16,5-8-38 16,2 0-16-16,-4-4-1 15,-3-1 2-15,-5 0 31 0,-5-2 28 16,0 0 37-16,-1-1 9 15,4-1 9-15,3 2-13 16,3 1-30-16,5 3-12 16,6 1-16-16,1 5-3 15,2 5-3-15,3 0-1 16,-2 8-10-16,1 5-2 16,-1 9 1-16,-1 6 0 0,-1 6 10 15,-3 2 3-15,0 1 1 16,-2 2 1-16,-5 2 0 15,6 2 0-15,-5 7 0 16,0 0 0-16,-4 4 0 16,-3 0 0-1,-7-1 1-15,-2 1 0 0,-2-6 1 16,-3-1-1-16,-5-7 2 16,-1-6-1-16,-3-3 1 15,-4-4-1-15,5-6 0 16,-2 1-2-16,3-5-12 15,0-4-9-15,3-3-31 16,1-7-26-16,3-1-101 0,3-3-123 16</inkml:trace>
  <inkml:trace contextRef="#ctx0" brushRef="#br0" timeOffset="87339.51">3233 15842 965 0,'-7'-2'397'0,"-5"1"-243"16,4 0-83-16,8 0-71 16,0-1-27-16,0-2-29 15,0 3 2-15,0 0 9 16,-1 0 31-16,0 0 57 16,0-1 15-16,0 1 23 0,-3-3-3 15,1-2-23-15,-2-1-16 16,-19-26-27-16,24 30-19 15,2-1-76-15,4 1-72 16</inkml:trace>
  <inkml:trace contextRef="#ctx0" brushRef="#br0" timeOffset="88219.43">3593 15769 641 0,'-4'-1'282'0,"-5"-2"-125"0,4 2-118 15,2-1-23-15,-1 0-16 16,3 1 0-16,0-1 0 16,0 2 1-16,0 0 31 15,-1-1 22-15,1 1 25 16,0-1 5-1,0 1-28-15,0 0-22 0,0 0-25 16,1 0-4-16,1 0 5 16,28-1 2-16,33-5 1 15,-25 2-2-15,2 0-5 16,-1-2-2-16,-6 2-2 16,1 0 1-16,-13 0-1 15,-1 3 0-15,-2 1-1 16,-2 3-1-16,2 4-34 15,2 2-48-15,-5 3-165 0</inkml:trace>
  <inkml:trace contextRef="#ctx0" brushRef="#br0" timeOffset="88598.05">3582 16047 717 0,'-1'1'270'0,"1"-5"-207"15,2 1-39-15,-2 2-24 16,0 0-1-16,0 0 0 15,0-1 12-15,5 0 30 16,3-3 16-16,3 1 34 16,32-5 0-16,-25 7-9 0,7 2-9 15,5-3-26-15,1-5-10 16,7 3-18-16,-5-8-6 16,-2 0-6-16,-3 0 0 15,-7-1-2-15,0 9 0 16,-8-4-2-1,0 5-1-15,-1-2-1 0,-2 4-25 0,-1 5-132 16</inkml:trace>
  <inkml:trace contextRef="#ctx0" brushRef="#br0" timeOffset="94189.84">4545 15294 185 0,'0'-2'118'16,"-3"-3"-1"-16,2 2-67 0,1 1-45 0,0 1-1 16,0 0 17-16,0 0 20 15,0 0 38 1,0 0 16-16,-1 0 3 16,0-1-16-16,0 1-33 0,0 0-14 0,-1 1-21 31,1 0-3-31,0 0 7 0,-9 4 9 0,-34 20 11 15,31-13 4-15,-1 3-1 32,3-1-4-32,0 3-6 15,-1 1-1-15,0 0-6 16,2 4-3-16,-2 1-7 16,5 1-3-16,2 1-6 15,1 1-1-15,4 0-2 16,-1 0-1-16,-4-2 0 15,2-1 0-15,-2 0 1 16,3-2 1-16,6 3 0 16,-3-4 1-16,4 2 0 15,4 0 0-15,-6-4 1 16,9 3-1-16,-3-2 1 16,1 2 0-16,6-4 0 15,2-1 0-15,-1-3 0 0,2-3-1 16,-1-3 2-16,-1-3 2 15,5-3 3-15,0-2 3 0,2-9 3 16,3-3-1 0,0-6-1-16,3-3 1 0,0-2 6 15,-1-3 1-15,-2-2 0 16,-4-4-2-16,-4-1-9 16,2-1-1-16,-6-6 5 15,-1 1 3-15,-6-7 5 16,-5 1 4-16,-4 3 0 15,-2-1 0-15,-4 10-4 16,-5-2-5-16,2 8-5 16,-4 2-3-16,-2 7-1 15,-1 0-2-15,-6 5-2 16,2 2-1-16,-6 2-2 16,3 4-2-16,-4 2-1 15,1 5 0-15,1 2-1 0,0 0 0 16,-1 2-1-16,0-2 1 15,1 6 0-15,2 0-1 16,1 2 0-16,2 2 0 16,0 2 1-16,0-3 0 15,4 2 0-15,0 1 0 16,4-2-1-16,0 3-1 0,5 1 0 16,-3 4 0-16,3 2-1 15,2-1 1-15,4 4-1 16,2 2 0-16,4 1 1 15,2 1 0-15,3 0 1 16,4-4 0-16,-2-4 1 16,5 0 0-16,-2-7 0 15,-3-3 1-15,5-3 0 16,-4-3 0-16,5-4 0 16,5 2 1-16,1-3-1 15,1 0 1-15,-1-2 0 16,-1-5 0-16,3 0 0 15,-2-1 0-15,0-1 1 16,-1 1-1-16,-3 0 1 0,2-4-1 16,-3 3-1-16,1 1 0 15,-5-3 1-15,1 6-1 16,-4-1-8 0,-2-2-12-16,2 6-42 15,-1-4-36-15,2 4-100 0,5 4-111 16</inkml:trace>
  <inkml:trace contextRef="#ctx0" brushRef="#br0" timeOffset="95117.82">4937 15979 445 0,'0'-6'171'0,"0"-1"-115"15,-2-4-17-15,6-1 10 16,-5-1 13-16,-2 0 18 16,5 1 3-16,-5-3-10 15,1 0-8-15,2 1-20 0,0 0-8 16,1 2-16-16,3 1-7 15,0-1-8-15,-1-1 0 16,7 3-3-16,1-2-1 16,3 0-1-16,2 0 0 15,-1-1-1-15,3 0 0 16,-1 1 0-16,-2 3 1 16,-1-1-1-16,-2 2 0 0,-1 5 0 15,0-2 0-15,4 6-1 16,1 4-1-16,-1 6 1 15,0 3 0-15,-1 7 1 16,-1 1-1-16,4 4 1 16,-1 3 0-1,-2 1 0-15,1 4 0 0,-8-2 1 16,-2-1 0-16,2 6 1 16,-4-2 0-16,4-4 1 15,2 4-1-15,-8-5 3 31,4-2 5-31,-6 2 7 0,-9-3 3 16,6 3 5-16,-11-5 5 16,2-3 16-16,2-1 8 15,-5-6 9-15,3 0-5 0,-5-4-11 16,0-1-2-16,-4-4 3 0,-4-2-1 16,-2-4-7-1,-2-3-9-15,0-1-18 0,1-5-6 16,1-2-5-1,-1-4-4-15,5-2-27 0,2 1-20 16,6-8-69-16,7 3-81 16</inkml:trace>
  <inkml:trace contextRef="#ctx0" brushRef="#br0" timeOffset="95700.25">5172 15341 785 0,'-4'-1'317'0,"0"1"-199"16,1-1-72-16,2 1-44 16,1 0-2-16,-1 0 0 15,0 0 0-15,0 0 0 16,0 0 0-16,-1 0 0 16,1 0 0-16,-3 8 0 15,-2 6 0-15,-10 26 1 16,12-26 1-16,4-5-1 15,0 0 0-15,3 3-1 16,0-7 1-16,2-2 1 16,-2-2 3-16,-3-1 13 15,0-1 14-15,0 0 31 0,0 0 7 16,2-5-7-16,12-17-12 16,30-30-31-16,-33 31-8 15,-2 8-4-15,-6 4-1 16,-6 3-33-16,-4 7-112 15</inkml:trace>
  <inkml:trace contextRef="#ctx0" brushRef="#br0" timeOffset="97853.53">5492 15602 269 0,'-3'-3'171'16,"-3"0"10"-16,3 1-61 16,1 1-36-16,1-1-2 0,0 1-1 15,0 0 2-15,0 0-13 0,0 0-11 16,0 0-19-16,-1-1-8 16,1 1-10-16,0 0-2 0,0 0-9 15,0 0-3-15,0 0-6 31,-1 0-2-31,1-1 0 0,0 1-1 0,0 0 2 16,1 0 2-16,0 0 5 16,0 0 4-16,15 1 9 15,33 4 4-15,-23-4 4 16,2 3 1-16,9-3 0 16,3 0-5-1,5 2-6-15,-2-2-4 0,-2 0-7 16,-1 1-2-16,-8-2-2 15,0-1-1-15,-5 2 3 16,-6 0 20-16,-6-2 9 16,-1 5 2-16,-7-3 5 15,-4-4-13-15,-1 4 6 16,-1-1 5-16,0 0 4 0,0 1-6 16,-1 0-14-16,1-1-9 15,-1 0-12-15,0-1-3 16,0 1-27-16,-1 0-33 15,1 0-152-15,1 0-162 0</inkml:trace>
  <inkml:trace contextRef="#ctx0" brushRef="#br0" timeOffset="99868.37">6975 15120 661 0,'-2'-4'277'15,"-4"0"-160"-15,3 0-61 0,2 3-49 16,0 0-3-16,0 0 4 16,0 0 11-16,0 0 21 15,0-1 6-15,-1 1 2 16,1 0-10-16,0 0-22 15,0 0-8 1,0 0-8-16,-2 1 0 16,-1 1 0-16,0 0 0 0,-1 12 0 15,-28 35 0-15,28-25 1 16,1-1 1-16,-6 5 1 16,-1-2 0-16,2 6 3 15,-4 1 1-15,7 4 2 16,-4 4-1-16,-1 0 0 15,-3-6 2-15,0 3 2 0,-3-7 2 16,3-2 2-16,-2-2 3 16,-5-12 15-16,7 3 11 15,-5-10 13-15,4-1 1 16,-1-2-7-16,-4-6-10 16,0-2-10-16,-2-3-1 15,2 1-8-15,-1-3 0 0,4 1-7 16,-1-4-3-1,0 1-7-15,-1-1-1 0,1-2-1 16,1 2 0-16,3-2 1 16,1-2 0-16,3-2 0 15,3 1-1-15,1 0-3 16,2 4 1-16,1 0-2 16,-2 2 0-16,2-3-1 15,3 1 0-15,-2 0 1 16,4-1 0-16,-2 1-1 15,1 0 0-15,4 3-2 16,-3 2 0-16,6 1-1 16,-1 1 1-16,0-2 0 15,2 0 0-15,-2 1 2 16,0 0 1-16,0 3 0 16,-1 1 0-16,1 0-1 0,3 1 0 15,1 0-1-15,-1-1 0 16,1 3 1-16,-1-2 1 15,1-1 0-15,3 2-1 16,0 0 0-16,0 1 0 16,0 2 1-1,-1 0-1-15,4 1 1 0,-2-1 0 0,0 1 0 16,3 5 0-16,-4-1-1 16,-3 2 1-16,-1-1 0 15,-4-1 0 1,3 1 0-16,2 0 0 0,1 1 0 15,-1-1 0-15,3 4-1 16,-3 0 1-16,2 6 0 16,3 0-1-16,-3 1 1 15,2 3 0-15,0-5 0 16,-5-2 0-16,8 1 0 16,-3-1 0-16,0 0 0 15,0-4 1-15,-2 3 0 16,0 0-1-16,4 0 0 15,3 3 0-15,-2-1 0 0,2 3 0 16,-4-4 0-16,3 2 0 16,-2-1 1-16,-1-1-1 15,0 1 1-15,-2 2-1 16,-1-7 1-16,-1 1 0 16,0-2-1-16,2-2 0 15,-5 0 1-15,-1-1 0 0,-3-2 1 16,-2-3 0-16,1 0 0 15,-4-2 0-15,0 0 0 16,0 0 0-16,0 0 12 16,0 0 2-16,0 0 3 15,0 0 1-15,0 0-12 32,0 0-1-32,0 0-2 0,0 0 0 0,0 0 2 15,0 0-1-15,0 0-2 16,0 0-1-16,0 0-1 15,0 0-2-15,0 0-11 16,0-1-15-16,0 0-59 16,0 0-64-16</inkml:trace>
  <inkml:trace contextRef="#ctx0" brushRef="#br0" timeOffset="101767.08">7581 15067 298 0,'0'0'145'0,"0"0"-50"16,0 0-21-16,0-1-26 0,0 0-7 16,0-1-12-16,0 1-11 15,0 0-8-15,0 0 2 16,0 0 16-16,0-4 13 16,0 4 18-16,0-2 5 15,0-1-3-15,0 3-9 16,0 0-18-16,0 0-10 15,0-1-16-15,0 1-4 0,0 0-1 16,0 0 5 0,0 0 20-16,0 0 9 0,0 0 13 15,5-4 0-15,2-1-9 16,34-17-7-16,-28 22-11 16,-3 0-6-16,4 4-7 15,2 4-3-15,3 0-4 16,3 7 0-16,1 0 0 15,0 3 1-15,1 8 0 16,3 0 2-16,4 5-1 16,0 0 1-16,5 0 1 15,-3 1 7-15,0 3 7 16,-1-1 0-16,-1 2 0 16,-3 0-5-16,0-5-5 15,-1 0 2-15,-3-6 2 0,-3-2-1 16,-5 0-2-16,-4-3-4 15,0 1-4-15,-1 0-1 16,-1-4-2-16,-2 1-1 16,-4 0-23-16,4 6-36 15,-5 3-157-15,-1 3-131 16</inkml:trace>
  <inkml:trace contextRef="#ctx0" brushRef="#br0" timeOffset="102457.21">7972 15388 231 0,'1'-4'130'0,"-1"-4"-5"16,1 1-33-16,1-2-9 0,-1-1 5 15,1 0 5-15,-2-1-7 16,0-1-7-16,-1 3-4 15,0-2-12-15,1 2-4 0,0 1-9 16,0-1-3-16,0 3-11 16,-1 2-7-16,1 0-13 15,-2 3-5-15,2 0-4 16,0 0 0-16,-1-1-2 16,1 1 4-16,0 1 12 15,-1 0 11 1,0 0 12-16,1 0 1 0,-1 0-5 15,0 0-3-15,-1 0-1 16,0 3 1-16,-2 9-4 16,-38 32-3-16,27-25-6 15,-1 2-4-15,-3 4-3 16,1 3 0-16,3 2-1 16,-1 0-1-16,0-4-1 0,-2-4-3 15,-1-5-3-15,4 0 1 16,1-3 0-16,0 0 0 15,5-6 1-15,1-1-1 0,6-2 2 16,2-2 0-16,0-1-1 31,-2-2 0-31,2 0-4 0,0 0-2 0,0 0-2 16,0 0-2-16,0 0-1 16,0 0-2-16,0 0-4 15,0 0-6-15,0 0-46 16,0 0-34-16,0 0-176 15</inkml:trace>
  <inkml:trace contextRef="#ctx0" brushRef="#br0" timeOffset="103427.06">7361 16062 786 0,'0'0'334'0,"-5"-5"-153"16,5 3-161-16,0 2-22 15,0 0-8-15,0 0 1 16,0 0 8-16,3-1 5 16,6 0 18-16,-1-2 7 15,36-11 19-15,-27 13 8 16,6-2 9-16,6 4 2 0,8-3-9 15,6-1-10-15,11 2-21 16,0-1-9-16,8 4-13 16,0 4-1-16,9 4-3 15,6 5 0-15,11 7-1 16,-3 2 1-16,-8 5-1 16,-3-2 1-16,-15-5 2 15,-5-5-14-15,-8-10 47 16,-6-4 10-16,-10-3 18 15,-2-3 19-15,-5-1-43 16,-3 2-10-16,-5-1-18 16,0 3-6-16,-6 0-3 15,-3-3-1-15,-1 3-1 16,-5-2-1-16,0 2-10 0,-1 0-20 16,0 0-61-16,0 0-43 15,0 0-125-15,0 0-125 16</inkml:trace>
  <inkml:trace contextRef="#ctx0" brushRef="#br0" timeOffset="104714.74">7593 16620 1080 0,'-5'-4'427'0,"-1"-5"-270"16,4 2-125-16,1 0-14 15,0-3-15-15,-1 1-1 16,0 3 1-16,1-1 1 16,-1 3 6-16,0 0 1 0,2 2 6 15,0 0 1-15,0 1-3 16,0 0-3-16,0 0-6 15,0 0-3-15,0 0-3 16,12-3 0-16,36-4-2 16,-29 7 0-16,3 4 1 15,1 2 0 1,-2 0 0-16,-3 4 0 0,-4-1 0 16,-1 1-1-16,-3 6 1 15,-3-1 0-15,-2 2 0 16,-5 0 0-16,0 2 0 15,2 2 0-15,-2 2-2 16,1-2-1-16,-4-4 0 16,3-3 1-16,-5-9 3 15,0 0 2-15,5-5 1 0,-5-3 1 16,4-3-3-16,2-4-1 16,3-8-4-16,10-2-1 15,1-5 0-15,7 3-1 16,2 1 2-16,-4-1 0 15,4 6 2-15,-5-2 1 0,1 7 1 16,1 0 0-16,-4 6 0 16,1 0-1-16,-6 5 0 15,3 2 0-15,-3-1 0 16,0 7 0-16,-2 3 0 16,-3-2 0-16,1 8 1 15,1 0 0 1,-4 0-1-16,-1 4 1 0,-2-1 0 15,-2 2 0-15,-2 2 0 16,-1 1 0-16,-4 2 0 16,-2-4-2-16,-1-4 0 15,2-1-2-15,1-3 0 16,0-2 1 0,5-5 3-16,-2-4 0 15,4-3 5-15,1 0 2 16,-1-1 4-16,0 0 0 0,0-3-2 0,5-19-4 15,17-30-4-15,-7 24-1 16,7 2-1-16,4 2 0 16,-3 2 1-1,-1 6 1-15,-3 7 2 16,-5-4-1-16,-2 4 0 0,1 4-1 0,-5 0 0 16,0 0 0-16,3 6 4 15,-4-4 2-15,-3 2 1 16,4 5-1-16,-2-3-6 15,0 4-1-15,3 1 0 16,0 3 0 0,0 7-1-16,0 1 1 0,3 7-1 15,-2 0 1-15,0 2 0 16,2 0 0-16,-4-3 1 16,-1-1 0-16,-2-5 0 15,1-2 1-15,-4-5-1 16,0-3 1-16,0-2-1 15,-2 0 1-15,0-4-1 16,0 0 1-16,0 0 0 0,0 0 1 16,0 0 2-16,0 0 1 15,0 0 4-15,0 0 2 16,0 0-1-16,0-2 0 16,0 1-5-1,0 0-3 1,0 0-3-16,0 0-2 0,0 0-35 15,0 0-32 1</inkml:trace>
  <inkml:trace contextRef="#ctx0" brushRef="#br0" timeOffset="106211.05">9040 15602 763 0,'-3'-4'281'16,"-2"-3"-216"-16,3-1-24 15,0 5 0-15,1-2 5 0,-2 2 16 16,1 2-1-16,1-1-6 31,0 2-5-31,0-1-13 0,0 1-4 0,0 0-7 16,-4 0-5-16,-4 1-9 15,-5 6-4-15,-28 31-7 16,30-12-1 0,1 5 0-16,6 1-1 15,2 11-1-15,3 4 0 0,6 5 0 16,2 2 0-16,4-7 1 15,3-2 0-15,2-10 0 16,1-11 1-16,1-6 0 16,-1-6 1-16,2-9 4 15,2 2 5-15,4-10 11 16,0-8 3-16,0-9 0 0,0-5 3 16,-6-6 3-16,-2-6 2 15,-2-5 0-15,-4-7-6 16,-1 2-12-16,4 3-2 15,-7 1 7-15,-5 2 5 16,-4 1 7-16,-7 3 2 16,-2 1 0-1,-2 2-1-15,-2 2-3 0,3-1-5 16,-4 6-10-16,6 3-3 0,-8 5-5 16,1 3-1-16,0 6-2 15,-8 3-1-15,3 6-3 16,-1 3-2-16,-4 2-2 15,2 4-1-15,-3 5 1 16,-3 4-1-16,6 4 1 16,0 4 1-16,1 2 1 15,3-2 1-15,3 0 0 16,2 0 1-16,6 0 0 16,3 0-1-16,2-5 0 15,4-1 0-15,4 0 0 16,2 2-1-16,6 0 1 15,4 2 1-15,2-5 0 16,1-1 1-16,0-2 0 0,0-6 0 16,7 0 0-1,0-2 1-15,4-5 1 16,1 0 0-16,3-4 0 0,-6-3 0 16,2 0-1-1,-3 0 0-15,-10 0-1 0,2 0-1 16,0 3-23-16,-3-1-16 0,5 6-54 15,-1 5-49-15</inkml:trace>
  <inkml:trace contextRef="#ctx0" brushRef="#br0" timeOffset="106878.49">9599 16074 808 0,'-3'-1'290'16,"0"-6"-233"-16,-3-2-23 16,3 1 14-16,-2-2 14 0,-1-1 34 15,3 2 4-15,-4-7 4 16,1-1-5-16,1-8-27 16,-2-6-11-16,7 1-24 15,1-1-11-15,1 2-10 16,6 6-4-16,0 1-6 15,0 4-2 1,7 8-4-16,-1 2-4 0,6 6-1 16,-2 1 0-16,5 6 1 15,0 4 0-15,0 6 2 16,3 4 1-16,-2 2 0 16,-2 1 1-16,0 6 0 15,0 1-1-15,-4 5 0 16,-1 6 1-16,-5-4-1 0,-3 1 0 15,-7 3 0-15,0 0 1 16,-5 3 0-16,-4 2 0 16,-2-4 0-16,0-1 1 15,-3-2 0-15,2 0 0 32,-4-3 0-32,-1-1 0 15,0-9 0-15,2-1 1 0,1-9 1 16,-1-3 0-16,2-4-3 15,-2-3-2-15,-1-3-21 16,-4-4-13-16,4-2-53 16,-1-4-43-16,-2-5-156 15,4 2-91-15</inkml:trace>
  <inkml:trace contextRef="#ctx0" brushRef="#br0" timeOffset="107379.49">9575 15495 1006 0,'-4'-3'397'0,"1"1"-227"0,2-4-175 15,1 5-15 1,0 0 0-16,0 0 4 0,0 0 29 16,0-1 7-16,0 2 1 15,0 0 3-15,0 0-14 16,0 0-5-16,0 0-4 15,0 0-1-15,0 0-3 16,0 0 0-16,0 0 3 16,0 0 0-16,0 0 0 15,1 4 0-15,1-1 1 16,3 3 1-16,-4-5 12 16,3 3 5-16,1-2 17 0,0-2 10 15,-1-1-1 1,2-1-1-16,-1-2-17 0,0-2-8 15,-1 3-12-15,2-1-3 16,22-30-6-16,-31 26-21 16,3 8-112-16,-2 0-195 15</inkml:trace>
  <inkml:trace contextRef="#ctx0" brushRef="#br0" timeOffset="111820.92">10510 15707 476 0,'0'0'289'0,"-2"0"-5"16,2 0-191-16,0-1-37 15,0-1-27 1,0 2 2-16,0 0 20 16,0 0 5-16,0 0 2 15,0-1 0-15,0 1 0 0,0 0 2 16,0-1 5-16,0 0-7 0,0 0-15 16,0 0-6-16,-1-1-14 15,0 1-4-15,1 0-11 16,0 0-4-16,0 0-4 15,0 0-2-15,8-3 2 16,11 0 3-16,39-4 5 16,-23 5 4-16,5-3 5 15,5 1 2-15,6-1-4 16,3-3-3-16,0 3-6 16,4 0-2-1,-4 2-1-15,-2 0 1 16,-8 1-1-16,-7 2-3 15,-10-2 22-15,-7 2 5 16,-6 0 2-16,-5-4 5 0,-8 3-24 16,0-1-3-16,-3 1-4 15,1 2 0-15,1 0-1 0,0 0-1 16,0 0 2 0,0 0-1-16,-1 0 0 0,1 0-2 15,0 0-16-15,-1 0-26 16,1 0-99-16</inkml:trace>
  <inkml:trace contextRef="#ctx0" brushRef="#br0" timeOffset="113700.19">12317 15199 806 0,'-2'-2'371'15,"-2"-5"-152"-15,3 4-131 16,-2-2-22-16,2 1-18 16,0 2 0-16,1 1 0 15,0 0 1-15,0 0-9 16,0 1-7-16,0 0-16 0,0 0-6 15,0 0-11-15,-2 0 0 16,1 0-1-16,0 8 0 16,-4 16 0-16,-5 33 0 15,4-18-1-15,2 7 1 16,-2 7 0-16,-2 1 1 0,-5-5 0 16,3-3 1-16,-5-7 0 15,-2-2 0-15,3 2 1 16,-5-6-1-1,2 1 1-15,-4-2 0 0,-5-6 0 16,0-3 1 0,-2-6-1-16,2-2 2 0,1-5 0 15,-1-2 0-15,-1-7 3 16,1-2 0-16,1-7 3 16,0-3 1-16,3-5 2 15,1-1 0-15,6-2-1 16,2 2-1-16,3-2-2 15,2 2-2-15,1-3-1 16,0 2-2-16,4-1-2 16,1 3 0-16,2 0-1 15,0 0 0-15,0 0 0 0,0-2 0 16,3 2 2-16,1 0 1 16,1 1 0-16,2 1-2 15,-1 2-1-15,-1-1-1 16,2 3-2-16,1 2 0 15,3 1 0-15,-1 1 0 16,4 5-1-16,1-2 1 0,0-1-1 16,6 4 1-16,2 0 1 15,-1 0 0-15,4 4 0 16,-3 0 0 0,3 2 0-16,-4-2 0 0,1 7 1 15,2 0-1-15,-4 0 1 16,9 8-1-16,0 0 0 15,1 0-1-15,6 12 1 16,-2 2-1-16,5 6 1 16,2 6 1-16,1 0 0 15,1 0 0-15,-2 4 0 16,-5 3 0-16,-3 1 1 16,-9-4 0-16,-3-8 0 15,-2-3 1-15,-7-9 0 0,0-1-1 16,-8-6 1-16,-2-4 0 15,-2-8 2-15,2 1 9 16,-3-10 15 0,0-1 8-16,0 0 11 0,0 0-6 15,0 0-10-15,0 0-8 0,0-1-12 16,0 0-3-16,-2 1-4 16,1-2-2-16,0 1-13 15,1 0-23-15,0 0-47 16,0 0 306-16</inkml:trace>
  <inkml:trace contextRef="#ctx0" brushRef="#br0" timeOffset="115196.18">13425 15138 617 0,'-2'-4'307'0,"-2"-3"-51"0,3 2-212 16,-1-1-33-16,1 2-9 16,0-3 3-16,1 1 31 15,-2-1 10-15,0 0 11 16,-1 2-2-16,-1-2-30 16,2-1-10-16,0-1-11 15,-1 1-1-15,1 4-2 16,-4-4 0-16,0 4 1 15,-2-5 1-15,-1 2 3 16,-1 3 3-16,-3-5 1 16,-2 7-1-16,-8-2-2 15,1 2-1-15,-7 5-3 16,-1-1 0-16,4 3-1 16,1-2-1-16,4 3 1 15,1 0 0-15,4 0-1 16,1 1-1-16,2-1 0 0,4 2 0 15,2 4-3-15,3 3 1 16,-1 3 0-16,2 3 1 16,1-3 1-1,-1 3 0-15,5 2 3 0,1 1 1 16,0 4 3-16,4 3 2 0,-2-1-2 16,1 1 1-16,1 3 5 15,3-1 0-15,0 1 4 16,-1-2 0-16,3-2 0 15,-1 1 0-15,1 1 2 16,2 4 0-16,-3 2-4 16,0 2-2-16,-3-2 10 15,1 1 3 1,-2-4 10-16,-3-1 6 0,3-2-12 16,-2-1-5-16,1 0-10 15,-2 3-8-15,1-4-2 16,-3 1 0-16,0-2 0 15,1-5 1-15,-2 0 0 16,0-2 0-16,1 0-3 16,2 1-1-16,0-2 0 0,6 2-2 15,0-4 1-15,3 0-1 16,5 1 0-16,3 0 0 16,5-1-11-16,7 4-22 15,6-6-70-15,0-2-68 0,4-6-275 16</inkml:trace>
  <inkml:trace contextRef="#ctx0" brushRef="#br0" timeOffset="115522.5">13848 15081 1294 0,'-4'-3'494'0,"-3"2"-316"16,4 4-238-16,1-1-18 15,2-2 0-15,0 0 10 16,0 0 65-16,0 13 20 15,1 33 18-15,0-26 3 16,3 10-8-16,-1 4-12 0,4 5-15 16,1 4-3-1,4 10 0 1,1 7-13-16,0 9-40 0,2 1-45 0,-2 6-298 16</inkml:trace>
  <inkml:trace contextRef="#ctx0" brushRef="#br0" timeOffset="115884.36">13845 15853 1026 0,'-5'-3'407'15,"-3"-5"-228"-15,4 3-189 0,-2-1-15 16,5 3 0-16,-1 2 10 16,1-1 42-16,1 1 14 15,0 0 15-15,0 0-2 16,0 0-9-16,0 1-2 16,0-1-4-16,6-2 3 0,24-7-7 31,40-15-6-31,-27 8-11 0,3 2-6 0,0 3-10 15,0 0-2-15,5 4-15 16,-4 0-18 0,-2 5-57-1,-3 2-49-15,-4 5-205 0</inkml:trace>
  <inkml:trace contextRef="#ctx0" brushRef="#br0" timeOffset="116656.53">14043 16161 1151 0,'1'-5'432'0,"8"-6"-321"16,6 5-82-16,2-3-36 15,5 5 0-15,-3 3 3 16,-3 1 2-16,-3 2 2 16,0 2 2-16,-3 3 2 15,3-1-3-15,3 5 0 16,-1 3-1-16,-3 2-2 15,-2 5 1-15,-6 4-1 16,-4-2 2-16,0 6-1 16,-5-1 1-16,-4-5 0 15,3-1 1-15,0-8 0 16,0-4 2-16,4-5 0 16,-1-4 4-16,3-9 5 0,2-7 0 15,4-12 1-15,6-7-3 16,5-6-1-16,3-3 1 15,4 0-1-15,1 7 0 16,3 5-3-16,-1 6-2 16,-3 10-1-16,-2-1-1 15,-7 6-1-15,-3 3-1 16,-2 3-2-16,-2 4-2 16,3 9-2-16,0 4 0 0,-1 11 0 15,-1 0-1-15,-5 6 1 16,-3 4-1-16,-1-2-1 15,0 0-2-15,0-7 0 16,2-4 2-16,-2-9 6 16,2-2 3-16,2-11 9 15,-4-4 0-15,9-11 0 16,-4-6-1-16,5-7-7 16,4-1-1-16,2-2-1 15,-1-2 1-15,4 5-1 16,-3 0 0-16,-4 13 0 15,3 7-3-15,-7 4 0 0,4 7-1 16,-3-1 0-16,-1 6 2 16,1 8 2-16,-3-4 0 15,3 14 0-15,2-1 0 16,-2 2 0-16,0 6 0 16,0-3-22-16,-2 2-42 0</inkml:trace>
  <inkml:trace contextRef="#ctx0" brushRef="#br0" timeOffset="117655.79">15432 15211 936 0,'-1'-5'433'0,"5"-5"-174"15,-4 0-164 1,1 4-110-16,-1-3-4 0,-5 3 2 16,5 2 19-16,-1 3 21 15,0 0 3 1,0 1-2-16,0 0-8 15,-1 0-12-15,-6 5-1 16,-14 6 1-16,-32 15 3 0,25-18 5 16,-2 1 2-16,-1 2 0 15,-1 2 0-15,-1 4-4 16,0 0-2-16,-3 1-3 16,8 4-2-16,2 1-3 15,7 3 0-15,7 1-1 0,-1-3-2 16,6-2-1-16,1-6-1 15,9-2-1 1,2-2 1-16,15-7 2 0,8 0 2 16,17 0 1-16,10 0 0 15,8 1 0-15,2-4 1 16,-4 2-1-16,-2-3 0 0,-8 4 0 16,-1 5 1-16,-13-7-1 15,-7 0 1 1,-6-1-1-16,-7-1 0 0,-5 4 0 15,-2 1-2-15,-9-1 1 16,-2 1 0-16,-12 7 1 16,-5-1 1-1,-7 6 1-15,-4 0-1 0,-4-2 0 16,-3 5 0-16,-8 1 0 16,-2-1 0-16,-4 3-1 15,2 1 0-15,2 2 0 16,3 1 0-16,6-2 0 15,7-1 0-15,6-2-2 16,12 3 0-16,2-8-1 0,4-5 0 16,7 2 0-16,0-4 1 15,13 2 0 1,3 1 2-16,16-6 3 0,8-1 2 0,13 0 3 16,7-4 2-1,4 2 4-15,0-5 1 16,-3 0 3-16,-1 0 1 0,-5-4-5 15,0 3-2-15,-5-4-4 16,-5-2-2-16,-9 1-3 16,-8-1 0-16,-6 1-3 15,-4 6-8-15,-9 0-58 16,-3 4-102-16</inkml:trace>
  <inkml:trace contextRef="#ctx0" brushRef="#br0" timeOffset="118075.02">15333 16536 772 0,'0'-3'444'0,"-2"-2"-25"31,1 1-230-31,0 3-139 16,1 0-14-16,-2 0-9 15,1-1 7-15,1 1 18 16,-1 0 6-16,0 0-7 16,0 0-12-16,1 0-23 15,0 0-9-15,0 1-10 16,0 0-3-16,0 0 1 16,1 13 2-16,6 39-1 15,-5-29-5-15,3 5-32 16,1 3-20-16,-1-2-52 0,-1-4-30 15,-3-7-132-15</inkml:trace>
  <inkml:trace contextRef="#ctx0" brushRef="#br0" timeOffset="118311.81">15304 16298 1568 0,'-1'-8'571'0,"1"-7"-489"16,0-6-96-16,2-1-77 16,3 0-7-16,-3 6 30 15,3 5 13-15,-2 4-14 16,0 7-64-16</inkml:trace>
  <inkml:trace contextRef="#ctx0" brushRef="#br0" timeOffset="118689.08">15580 16547 1345 0,'1'-9'478'0,"5"-4"-411"0,2-5-61 15,3 3-13-15,2 1-1 16,-3 0 16-16,2 6 2 16,-4-2 1-16,2 4-9 15,5 1-78-15,3 2-79 16</inkml:trace>
  <inkml:trace contextRef="#ctx0" brushRef="#br0" timeOffset="118926.32">15561 16628 1122 0,'3'-1'489'0,"5"-4"-234"15,1 0-178-15,9-4-91 16,1 0-7-16,-1 6 0 16,1-3 9-16,-1 6-4 15,3 0-21-15,2 1-168 0</inkml:trace>
  <inkml:trace contextRef="#ctx0" brushRef="#br0" timeOffset="119177.82">16016 16378 1491 0,'-4'0'552'15,"0"0"-393"-15,2 0-157 16,1 0-8-16,0 0-3 16,0 0 3-16,0 0 3 15,0 0 2-15,1 0-3 16,0 5 4-16,3 21-48 16,6 28-34-16,-6-22-116 15,4 5-239-15</inkml:trace>
  <inkml:trace contextRef="#ctx0" brushRef="#br0" timeOffset="120167.26">14837 14822 641 0,'-2'-2'331'0,"1"1"-68"0,0 0-107 16,0 0-80-16,0 0-8 16,-1-1-12-16,1 1-1 15,0 0-5-15,0 0-3 0,0 0-22 16,0 0-14-16,-1-1-14 16,1 1-3-16,0 1 1 15,1 0 3-15,4 14 2 16,14 39-1-16,-9-31 0 31,2 0 0-31,-1-2-1 16,2-2 1-16,-3-3 1 15,0 1 0-15,0-7 0 0,-4-5 1 0,2-5 2 16,-3-6 0-16,1-2 4 16,0-2 1-16,-1 0 6 15,2-3 2-15,-1-5-1 16,-2 0 0-16,2-1-8 15,3 2-3-15,-6 6-4 16,5 2 0-16,-6 4-1 16,0 1-1-16,5 1 0 15,0 3-1-15,1 1 1 0,-3 2-1 16,3 4-1-16,2 2 1 16,1 1 0-1,3 3 1-15,-3 1 1 0,-2 0-1 16,2 1 2-1,-4 2-1-15,3-3 0 0,-1-3 0 0,0 0 1 16,3-5 0-16,-4-4 4 16,-1-1 0-16,0-6 0 15,1-2 1 1,1-7-2-16,-2-2 1 0,0-5-1 16,-3-1-1-16,2 2-1 15,1 1-1-15,1 1 1 16,-1 5-1-16,-2 5-2 15,3 7 0-15,-3 2-3 16,0 1 0-16,2 6 2 16,-1 0-1-16,5 8 3 31,-3 1 0-31,3 6-1 16,-1 1 1-16,2 2-5 15,0 2-23-15,3 5 116 0</inkml:trace>
  <inkml:trace contextRef="#ctx0" brushRef="#br0" timeOffset="121004.82">16476 15376 1144 0,'-5'-7'496'15,"3"-5"-254"-15,-6 0-139 16,8 2-103-16,0 2-5 15,0 3-2-15,2 0 2 16,-2 3 6-16,-1 1 4 0,1-1 0 16,-1 1-1-1,0 1-2-15,-1 0-2 0,1 1 0 16,-3 24-1 0,-9 43 0-16,5-28-1 15,3 11 0-15,-2 1 1 0,7 6 0 16,6 8 0-16,6 4-1 15,1 2 0-15,10-4 2 16,3-6-16-16,10-8-35 16,10-6-25-16,4-10-132 15</inkml:trace>
  <inkml:trace contextRef="#ctx0" brushRef="#br0" timeOffset="121766.98">17003 15760 1365 0,'5'-5'434'0,"4"-5"-505"16,8-2-33 0,0-3 14-16,-1-1 34 15,-1-1 110-15,-1 1 17 0,1-11 10 16,0 1-17-16,7-15-47 16,2-5-12-16,2-12-5 15,-1-8 0-15,-7-5 3 16,-5-1 1-16,-9 7 2 15,1 10 0-15,-4 12 0 0,-1 9-1 16,-2 14-2-16,-2 7 1 16,-1 7 0-1,1 6-2-15,-3 0-1 0,0 4-3 16,-2 2-1-16,-4-3 0 16,1 11 1-1,-3-4 0-15,3 10 0 0,4 4 1 16,2 3 1-16,3 0-1 0,2 3 0 15,1 5 0-15,1 5 0 16,2 8 0-16,6 9 1 16,0 4-1-16,0 0 0 15,2 4 0-15,-1-10-2 16,-3-1-1-16,1 2-6 16,0-4 0-16,-1-3-2 15,3-1-8-15,-1-13 0 16,-2-8 2-16,1-16 7 15,-4-8 11-15,6-13 11 16,3-3 3-16,5-9-2 0,4-5-2 31,0-4-6-31,6 0-1 0,-8 1-3 0,0 3 0 16,0 7 0-16,-9 0 0 16,0 6 0-16,0 2 0 15,-6 7-2-15,-1 3 0 16,4 7 1-16,-2 5-1 15,0 7 0 1,0 7 1-16,-3 6-2 0,-3 6 4 0,8 5-37 16,-1 4-40-16,6 6-334 15</inkml:trace>
  <inkml:trace contextRef="#ctx0" brushRef="#br0" timeOffset="122327.78">17773 15791 561 0,'3'-7'326'0,"2"-6"-49"15,-2 4-134-15,-1 4-126 16,-2 4-23-16,-2 1-10 0,1 0 10 16,0 0 30-16,0 0 21 15,-3 6 10-15,0 2-7 16,-25 34-24-16,20-27-10 15,1 6-12-15,2 7-1 16,2 6-1-16,2-1 0 16,7 4 0-16,4 0 0 0,2-5 0 15,4 0 0 1,0-6-1-16,3-4 1 0,1-12 0 16,-1-1 2-16,3-10 1 15,-1-6 0-15,1-8 1 16,6-7-1-16,-6-5 0 15,0-8-2-15,-3-8-1 16,-7-2 0-16,-1-2 0 16,-2-2 0-16,-3 4 2 15,-4-2 7-15,-2 8 7 16,0 5 9-16,-7 9 4 16,3 6-4-16,-2 3-8 15,-7 5-9-15,0 4-9 16,-8-1-2-16,4 10-1 15,1-1 1-15,-5 1 1 0,2 10 0 16,-5-1-1-16,3 1 0 16,4 7 0-16,3 1 1 15,3 2 0-15,5 1-1 16,4 1-2-16,3-3 0 16,7 3-3-16,6 0 1 0,10 0 2 15,7 2 1-15,5-3 4 16,5-1-7-16,2-4-33 15,2-3-34-15</inkml:trace>
  <inkml:trace contextRef="#ctx0" brushRef="#br0" timeOffset="122942.86">18343 15219 929 0,'0'-1'419'0,"0"0"-189"0,-4-4-134 15,4 5-95-15,0 0-1 16,0 0 0-16,0 0 2 15,-1 0 5-15,-1 0 2 16,-3 25 6-16,-12 38-3 0,12-14-4 31,-1 8-2-31,4 13-6 0,6 10 0 0,5 2-1 32,5-2 0-32,6-6 0 0,0-12 1 15,8-11-14-15,3-4-23 0,2-16-110 16,4-2-179-16</inkml:trace>
  <inkml:trace contextRef="#ctx0" brushRef="#br0" timeOffset="123579.88">18595 15515 1183 0,'2'-10'441'0,"6"-6"-303"0,5-2-189 31,2 2-12-31,5 3 12 0,-1 0 27 0,-2 6 38 16,-2 1 6-16,0 5 1 15,4 2-3-15,-4 3-18 16,0 6-1-16,-5 6-4 16,0 6-2-16,-7 3 2 15,-3 1 2-15,-5 5 1 16,-10-6 2-16,1 6-10 16,0 2-13-16,-2-6-23 15,2 3-5-15,4-4 7 16,1-6 11-1,5-7 23-15,2-6 6 0,4-7 7 16,5-2 5-16,6-11 5 16,4-4 2-1,7-10 3-15,1-3 0 16,0-4-2-16,0-8 2 16,1-2 10-16,-4-4 3 0,-5-2 4 15,-1 5-2-15,-11 9-15 0,2 7-6 16,-3 13-7-16,1 6-3 15,-2 9-6-15,0 5-3 16,-7 9 0-16,-2 12 1 0,-4 8 4 16,-3 2 1-16,4 8 0 15,-1-1 0-15,6-3 1 16,1 0 0-16,4-4 0 31,2-5 0-31,4-1 0 0,7-5 0 0,6-9-19 16,3-1-43-16</inkml:trace>
  <inkml:trace contextRef="#ctx0" brushRef="#br0" timeOffset="124042.4">19090 14988 849 0,'4'-6'314'0,"4"-11"-241"16,1 1-65-16,0 7-14 15,1 1 21-15,-4 6 63 16,-1-1 20-16,-3 0 20 16,1 1-18-16,-3 0-54 15,0 1-19-15,0 0-22 16,-1 0-3-16,-1 1-1 16,1 0 2-16,-1 6 2 15,-6 13 1-15,-12 33 0 16,12-28 0-16,1 2-2 15,-1 0-1-15,4 4-2 0,1 3 0 16,3-1-1 0,7 1 1-16,4-3-1 0,2-4 2 15,9-6 0-15,4-1 0 16,5-8-2-16,0-6-16 16,2-4-59-16,-2-9-63 15,2-7-290-15</inkml:trace>
  <inkml:trace contextRef="#ctx0" brushRef="#br0" timeOffset="124324">19432 14964 971 0,'0'-2'431'0,"-2"1"-208"16,0-3-113-1,1 3-89-15,1 0-10 0,-1 0 11 16,0 0 8-16,0 0 9 15,1-1 0-15,0 2-20 16,0 0-11-16,0 0-8 31,0 0 0-31,4 21-1 16,9 30 0-16,-12-28 0 16,-1 1-1-16,1 2-9 15,-1-2-17-15,1 3-51 16,0 0-44-16,-2-6-137 15,-2-8-108-15</inkml:trace>
  <inkml:trace contextRef="#ctx0" brushRef="#br0" timeOffset="124528.64">19437 14786 1621 0,'2'0'574'0,"0"-4"-511"16,2 3-94-16,-4 0-79 15,0 1-10-15,0 0 11 16,4 0 17-16,6 1-30 16</inkml:trace>
  <inkml:trace contextRef="#ctx0" brushRef="#br0" timeOffset="124889.65">19764 14882 999 0,'0'0'416'0,"0"3"-228"16,0 1-127-16,0-4-62 16,0 0 1-16,0 0 0 15,10 7 9-15,28 25 27 16,-25-26 12-16,-8-5 20 15,6 4-3-15,-4 2-25 16,-3 1-11-16,6 13-22 16,-5 4-5-16,5 9-2 15,-2 5 6-15,-6 8-56 16,-4 5-44-16</inkml:trace>
  <inkml:trace contextRef="#ctx0" brushRef="#br0" timeOffset="125565.12">20187 14896 1355 0,'2'1'506'0,"-2"-1"-367"16,2 3-183-16,-2-3-8 16,0 0 3-16,6 10 27 0,30 43 21 15,-20-26 1-15,0 8 0 16,5 6 0-16,-4 8-1 16,3 8-1-16,-5 8-1 15,-5 9-1-15,1 12-4 16,-3-3-7-16,-4-2 0 15,-7-4 0-15,-5-9-1 16,-5-2 5-16,-2-2-6 16,-1-2 0-16,-5-7-1 15,-5-10 4-15,-9-9 3 16,3-5-1-16,-5-10-7 16,3 1-6-16,7-8-35 15,0-5-19-15,9-3-47 16,3-4-42-16</inkml:trace>
  <inkml:trace contextRef="#ctx0" brushRef="#br0" timeOffset="125989.61">20628 15485 1350 0,'7'-7'518'0,"6"-6"-324"16,8 0-259 0,1 3-24-16,-1-1 8 0,2 1 23 15,-1 1 61 1,0-1 14-16,1 2 1 15,-3 0-1-15,4 1-37 16,-1 0-39-16,0 2-212 16</inkml:trace>
  <inkml:trace contextRef="#ctx0" brushRef="#br0" timeOffset="127235.78">21722 15184 899 0,'-4'-2'354'0,"-2"-4"-225"16,1-1-88-16,3 1-24 15,2-1 12-15,1-4 32 16,-1-3 19-16,1 1 17 16,1-6-7-16,0 5-27 0,1 4-16 15,-2 3-22-15,2 2-7 16,-3 3-11-16,0-1-7 16,0 3-8-16,0 0-1 15,1 11 1-15,8 48 3 16,-7-19 2-16,3 5-1 15,-5 3-12-15,2 0-6 0,3-10-6 16,-2-7 0-16,10-11 13 16,-3-10 3-16,10-11-25 15,1-6-22-15,5-11-17 16,10-2 4-16,0-7 33 16,1-1 25-16,-6-1 39 15,-6-2 4-15,-2 4 10 16,0 3-2-16,-4 7-22 15,-2 7-5-15,-2 10-11 16,-2 6-3-16,1 13 1 16,-2 6 1-16,-4 11 2 15,-1 4 0-15,-6 12 0 16,3 2 1-16,-3 11 0 16,4-2 0-16,3 1 13 15,3-2 5-15,1-7 8 16,-4 4 1-16,-2-3-11 0,-6-4-5 15,0 2-8-15,-3-3 0 16,1-12-1-16,-7-3 1 16,1-9 4-16,-4-5 3 15,-3-5 8-15,4-1 4 16,-9-9 11-16,-1-6 7 0,-8-8 4 16,-2-2-2-16,-7-13-12 15,-3-1-11-15,-3-8-13 16,1-5-5-16,4-10-12 15,7-1-14-15,8-10-50 16,2-4-45-16</inkml:trace>
  <inkml:trace contextRef="#ctx0" brushRef="#br0" timeOffset="127835.37">22356 14726 711 0,'2'0'241'0,"-4"2"-255"15,-1 0-50-15,3-2-2 0,-1 0 37 16,0 0 124-16,0 0 41 16,-1 0 38-1,1 0-16-15,0 0-67 16,0 0-37-16,0 0-35 15,0 0-10-15,-4 7-6 16,2 3 0-16,-37 37 0 0,28-25 1 16,0 3 1-16,3 8 1 0,-1 4 0 15,-3-2-2 1,4 5-2-16,-1-3-1 0,5-5-1 16,10 4 0-16,8-7 0 15,6 0 0-15,6-3-20 16,-6-3-24-16,15-2-144 15</inkml:trace>
  <inkml:trace contextRef="#ctx0" brushRef="#br0" timeOffset="128167.98">22677 14832 1192 0,'1'-3'428'16,"-1"0"-370"-16,-2 2-73 16,1 1-24-16,1 0 0 0,0 0 31 31,0 0 20-31,3 11 13 15,19 39 1-15,-16-25-6 16,2 1-11-16,0 1-7 0,2 2-1 0,-1-4-1 16,0 1 0-1,2-4 0-15,-6-2 0 0,4-3-11 16,-3 2-22-16,-6-6-111 16</inkml:trace>
  <inkml:trace contextRef="#ctx0" brushRef="#br0" timeOffset="128451.32">22655 14664 822 0,'0'-3'414'0,"-1"-5"-108"15,3 6-203-15,2-2-125 16,-3 2-19-16,-1 2-10 16,0-1 8-16,0 0 14 15,0-1-1-15,3 1-55 16,11-1-73-16</inkml:trace>
  <inkml:trace contextRef="#ctx0" brushRef="#br0" timeOffset="129021.04">23103 14745 623 0,'0'2'322'0,"2"0"-81"16,-1-2-125-16,-1 0-90 16,0 0 5-16,0-2 25 15,0 1 19-15,0 0 32 0,0 0 0 16,0 0-20-16,0 0-20 16,0 0-37-16,0-1-17 15,0 1-17-15,0 0-2 16,12 1 0-1,33 20 1-15,-28 4 1 16,2 2 0-16,0 8 1 16,1 3-3-16,1 4-12 15,-1 1-3-15,-4-3-7 0,-2-1 1 16,-7-3 12-16,-7-5 3 16,-4-2 10-16,-6-5 2 0,-4-4 1 15,2 1 0-15,-4-8 1 16,8 2-1-16,-3-2 0 15,-3-2 0-15,5 0-3 16,-8-2-9-16,9-2-31 16,5-1-21-16,3-4-52 15,1 0-34-15</inkml:trace>
  <inkml:trace contextRef="#ctx0" brushRef="#br0" timeOffset="131635.41">23493 14648 1028 0,'2'-3'421'0,"7"-1"-202"0,12 3-217 15,12 1-19-15,9 1-4 16,2-1 5-16,0-3 12 16,-3-4 5-16,-5-1 4 15,6 2 3-15,-3-1 5 0,1 3-2 16,-1 0-2-16,-5-2-3 16,-6 6-5-16,-3 0-1 15,-5 5 0-15,-4 2-1 16,-4 3-1-1,0 4 1-15,-4 9 0 16,-1 4 1-16,-3 5 0 16,3 5 0-16,-7 4 1 15,2 4-1-15,0 7 0 16,-2-1 0-16,6 3 1 16,-1 0-1-16,2-2 1 15,3 2-1-15,0 3 0 16,0 4-1-16,1 8 1 15,0 5 0-15,5 2 1 16,3-1 0-16,0-6-1 16,1 2 1-16,-4-6-1 15,-4 2 1-15,-2 1 0 0,-2 0-1 0,-1-4 0 16,-2-4 1-16,-5-9-1 16,-5-2 1-16,-11-4 0 15,2-4 1-15,-8 0 0 16,1-4 1-16,-4-1 1 0,-5-7 0 15,-1-6-7-15,-8-4-2 16,0-7-36-16,0 2-16 16,-3-7-40-16,3-1-34 15,3-6-112 1</inkml:trace>
  <inkml:trace contextRef="#ctx0" brushRef="#br0" timeOffset="132533.07">24637 15330 587 0,'0'0'237'0,"2"-1"-146"15,-2-5-56-15,0 5 16 16,0-1 31-16,0 1 56 16,0 0 15-16,0 0-20 15,0 0-26-15,0 0-49 16,0 0-17-16,0-1-20 15,6-2-7-15,5-1-7 16,25-36-2-16,-21 29-5 16,0 3 0-16,-1 2 0 15,6 1-1-15,-2 4-1 16,-2 3-4-16,0 8-10 16,0 9-17-16,-9 7-32 15,-1 5-7-15,-6 7-9 0,-7 4 12 16,-8 4 29-16,-1 1 7 15,-4-4 10-15,3-5-4 16,2-7-8-16,-2-8 1 16,4-6 12-16,2-7 12 15,6-8 39-15,7-1 9 0,2-9 13 16,4-6 0-16,7-9-18 16,2-5 5-16,11-8 3 15,4-4 0-15,5-9-2 16,0-1-10-16,3-1-10 15,-2 2 0-15,-4 5-2 16,-1 6-3-16,-11 10-5 16,-2 6-5-16,-8 9-4 15,-4 8-1-15,-3 3-3 16,-2 3-2-16,-5 8-2 16,0 2-1-16,-11 14 2 15,-2 9 1-15,-3 8 3 16,-3 6-1-16,4 10 4 15,1 0-11-15,4 5-15 16,3-6-5-16,5-13-2 16,4-9 12-16,7-15 18 0,6-7 6 15,8-7 3-15,5-4-6 16,3-7-106-16,4 1-137 16</inkml:trace>
  <inkml:trace contextRef="#ctx0" brushRef="#br0" timeOffset="133083.41">25379 15689 1143 0,'3'-7'406'0,"3"-10"-349"0,0-1-48 16,3-8-11-16,5 3-2 15,-1-2 8 1,3-2 5-16,-2 6 2 0,-4 1 0 16,-2 6-5-16,-1 4-4 15,-1 7-3-15,-1 2-4 0,-1 6-1 16,4 8-1-16,-3 7 0 31,1 9 3-31,-3 11 1 16,2 5 1-16,2 12 1 0,-3 4 0 0,0 7 0 15,-3 6 0-15,-3 1-3 16,-2-5-1-16,-2-5-1 16,-2-11 0-16,1-8 5 15,-3-7 1-15,0-10 2 16,-2-5 0-16,-4-9 0 16,-1-2 0-1,-6-9-3-15,0-2-4 0,-9-6-29 16,1-5-18-16,-7-10-60 15,4-1-45-15,4-10-92 16</inkml:trace>
  <inkml:trace contextRef="#ctx0" brushRef="#br0" timeOffset="133428.16">25461 15210 1064 0,'0'-1'342'0,"0"-2"-377"16,0 0-28-16,0 2 33 16,0 0 53-16,0-1 97 15,0 1 10-15,0 0-31 16,8-3-31-16,3-2-59 0,27-20-27 16,-31 22-73-16,-3-2-49 15</inkml:trace>
  <inkml:trace contextRef="#ctx0" brushRef="#br0" timeOffset="133994.84">25402 14560 1028 0,'-1'-2'367'0,"-1"2"-289"16,0 4-119-16,0-4-3 0,1 0 13 31,0 0 25-31,-1 6 25 0,-2 1 11 0,1-2 14 31,-23 32 4-31,14-29-10 0,-5 3-4 0,-3 1-4 16,0 6-2-16,6 4-7 31,3 2-6-31,6 7-11 0,3 3-2 0,6 6-2 31,8 0 0-31,12 3 1 0,5-2 1 0,7-3-37 32,0-4-41-32,-2-8-178 0</inkml:trace>
  <inkml:trace contextRef="#ctx0" brushRef="#br0" timeOffset="134293.87">25609 14652 1056 0,'-1'-1'424'15,"-2"-4"-227"-15,2 3-182 16,0 1-13-16,0-1-5 15,1 1-2-15,0 1 2 16,0 0 0-16,0 3 2 16,1 14 1-16,10 36-1 15,-2-27-1-15,-5 1-8 16,2 1-14-16,-6-3-42 16,-2-1-37-16,-3-2-125 15,4-5-113-15</inkml:trace>
  <inkml:trace contextRef="#ctx0" brushRef="#br0" timeOffset="134514.14">25561 14579 1349 0,'0'-3'526'15,"0"-4"-321"-15,0 2-218 16,2-3-25-16,1 1-8 16,4-1 3-16,-4 5 10 15,1 0-18-15,0 3-94 16,-4 0-96-16</inkml:trace>
  <inkml:trace contextRef="#ctx0" brushRef="#br0" timeOffset="135019.27">25756 14576 830 0,'-2'-3'318'0,"5"5"-216"16,0 2-50-16,-3-4-5 15,0 0 17-15,0 0 28 16,0 0 0-16,0 0-1 15,4 1-7-15,3 0-18 16,-2-1-10-16,3 2-21 16,29 6-12-16,-28-4-18 15,4 8-5-15,2 6-3 16,0 11 0-16,-1 7 0 0,-1 4-1 16,-6 12 1-16,-3 2 1 15,-3-1 0-15,0 0 2 16,-4-15 0-16,-2-4 1 15,-5-10-1-15,-2-1 0 16,-2-7 0-16,-1-4-2 0,3-2-10 16,-5-5-14-16,2 3-46 15,2-1-61-15</inkml:trace>
  <inkml:trace contextRef="#ctx0" brushRef="#br2" timeOffset="191251.77">2692 17207 827 0,'-4'-3'325'0,"-5"-1"-212"16,1-1-49-16,4 3-31 0,0-2-8 16,1 2-13-16,2 1-6 15,-1 1-5-15,1 0 1 16,0 0 0-16,0 0 0 15,0 0 0-15,-11 21-1 16,-17 39 0-16,18-26 0 16,-1 9 0-16,1 1 0 15,5 6-1-15,1 0 0 16,4 2 0-16,2-4-1 0,2-4 1 16,4-5 0-16,4-9-1 15,2-3 1-15,5-11 0 16,2-5 0-16,6-11 4 15,1-10 2-15,8-12 2 16,1-6-1-16,1-12 1 16,6 0-1-16,-8-15 3 15,-5-2 0-15,-6-7 0 16,-7-1 0-16,-5 1 1 16,-6 2 10-16,-6 6 25 15,-4-1 9-15,-4 11 12 16,0 6 1-16,-5 7-15 15,0 8-7-15,-9 5-17 0,2 2-10 16,-8 9-14-16,-4 3-5 16,-3 13-3-16,1 9-2 15,-4 9 0-15,1 5-1 16,6 6 3-16,5 8 0 16,7-1-2-16,4-1-6 0,5 2-10 15,5-6-2 1,5-1-9-16,1 0 0 0,8-8-1 15,2-5-6-15,9-5-25 16,3-6-28-16,8-7-98 16,10-4-136-16</inkml:trace>
  <inkml:trace contextRef="#ctx0" brushRef="#br2" timeOffset="191774">3119 17647 648 0,'-5'-10'303'0,"-2"-13"-124"0,1 2-70 16,2-2-12-16,1-1-25 15,0-2-10-15,3 0-14 32,0 1-3-32,2 4-8 15,3 2-4-15,1 1-18 0,0 3-5 0,3 2-6 16,-3 4-3-16,5 4-2 15,1 1-1-15,7 5-2 16,2 6 0-16,3 10 1 16,1 7 0-16,-3 11 2 15,1 0 0-15,-7 2 1 16,0 2 0-16,-6 1 0 16,-6 0 1-16,-4 4 2 15,-9-1 0-15,-5-2 5 16,-1 4 6-16,-8-1 11 0,-1-2 5 15,-2-1 2-15,-3-3-4 16,-1-4-9-16,0-4-4 16,1-7-5-16,0-5-3 15,0-9-3-15,3 0-4 16,4-7-33-16,1-2-30 0,6-3-185 16</inkml:trace>
  <inkml:trace contextRef="#ctx0" brushRef="#br2" timeOffset="192024.8">3250 17046 1416 0,'-10'-2'495'16,"-8"2"-439"0,4-1-41-16,9 1-41 0,2-4-34 15,2 1-87-15,1 2-61 16</inkml:trace>
  <inkml:trace contextRef="#ctx0" brushRef="#br2" timeOffset="192482.29">2630 17345 677 0,'-1'-4'371'0,"1"-1"-35"16,4 1-257-16,-4 3-112 16,4-1-21-16,23-9-34 15,31-8 6-15,-30 14 17 16,3 3 19-16,-7 2 37 15,-4 0 7-15,5 4 1 16,-4-2 0-16,10 2-70 16</inkml:trace>
  <inkml:trace contextRef="#ctx0" brushRef="#br2" timeOffset="193241.18">3642 17416 720 0,'0'-1'296'0,"-1"0"-179"16,-2 1-61-16,3-1-23 16,0 1 5-16,0 0 38 0,0-1 27 15,0 1 31-15,-1-1 9 16,0 1-20-16,0-2-25 15,0 1-41 1,0 0-17-16,0 0-20 0,-1 0-5 16,1 0-10-16,1 0-5 15,0-1-4-15,0 1-2 0,0 0 2 32,9-1 1-32,9 1 1 15,28-2 2-15,-25 3-1 16,-1 0 1-16,3-2 0 0,3-1 0 0,-3 1-6 15,-2-1-16-15,0-1-49 16,-2 0-36-16,3-2-111 16,1-1-93-16</inkml:trace>
  <inkml:trace contextRef="#ctx0" brushRef="#br2" timeOffset="194012.49">3815 17641 624 0,'0'-2'247'0,"-2"-2"-184"16,5 2-108-16,-3 1-56 0,0 0-19 0,0 1 30 16,0 0 29-16,0 0 85 15,0 0 50 1,0 0 52-16,-1 4 16 16,-1 5-28-16,-2-4-22 0,-20 28-28 0,17-30-13 15,-1-3 4 1,0-2 3-16,-1-2-4 0,-3 1 2 15,2-3-17-15,2 3-7 16,-2-1-12 0,2 1-6-16,1-1-7 15,-1 3-1-15,1 0-1 16,2 1-2-16,-2 0 4 0,2 0 6 0,2 0 13 31,-2-1 7-31,4 1 11 16,0 0 1-16,0-1-6 15,-1 1-2-15,1-2-2 16,0 1 2-16,0 0 7 16,0 0 0-16,0 0-14 15,0 0-9-15,-1 0-19 16,1 1-5-16,0 0-3 16,0 0 1-16,1 0 2 15,0 0 3-15,0 0 1 16,17 5 2-16,40 10 4 15,-22-14 5-15,6-3 3 16,-3-5 2-16,6-1-5 0,-1-1-4 16,-3 1-5-16,3 2 2 15,-3 1-43-15,0 5-41 16</inkml:trace>
  <inkml:trace contextRef="#ctx0" brushRef="#br2" timeOffset="196420.28">5104 14950 680 0,'-1'-2'268'15,"1"-3"-184"-15,1-4-44 16,14-6-31-16,4-7-5 0,16-6-4 16,4-4 1-16,10-3-115 15</inkml:trace>
  <inkml:trace contextRef="#ctx0" brushRef="#br2" timeOffset="197255.77">9292 15138 559 0,'-3'-3'286'16,"-2"1"-54"-16,6-3-162 15,-3-1-22-15,3 0 5 16,1-3 14-16,0-3 16 15,3-1 2-15,-2-4-27 16,2-1-19-16,1 2-36 16,4 1-33-16,11-3-161 15</inkml:trace>
  <inkml:trace contextRef="#ctx0" brushRef="#br2" timeOffset="199219.14">4849 17174 125 0,'-1'-2'66'15,"-4"-4"-9"-15,4 3 0 0,0 2 19 16,0-1 16-16,0 2 22 15,-1-1-1-15,1 0-30 0,0 0-20 16,0 0-38-16,1 0-13 16,0 0-7-1,0-1 2-15,0 1 9 16,0 0 7-16,0 0 9 0,0-1 1 0,3-6-6 31,6 2-5-31,25-28-10 0,-26 30-1 0,-3-5-1 16,4 2-1-16,-2-6 1 15,-4-2-2-15,3 6-3 16,-4-6-1-16,3 4-2 16,3 3 1-16,-3-2 1 15,-3 0 8-15,-1 4 18 32,-2 0 13-32,1 4 19 0,-1 2-1 0,0-1-10 15,0-1-9-15,-1 1-17 16,1 0-7-16,0 0-8 15,0 0-2 1,0 1-3-16,1 0 0 16,0 0 3-16,0 0 2 15,-1 0 3-15,0 0-1 0,-2 4-3 0,1 4-3 16,-2 9-4 0,-1 29 1-16,4-22-3 15,1 5 0 1,0 8 0-16,0 2 0 15,1 7 1-15,2 1-1 16,-3 5 1-16,5 3-1 0,-6 1 1 16,-3-6 1-16,-2-5 1 15,-4-5 12-15,2-10 20 16,0-7 6-16,2-6 7 16,3-3-10-16,-3-7-18 15,0 1-5-15,0-7-7 16,2-2-2-16,1 1-5 15,3 0-21-15,0 0-108 16,0 0-73-16</inkml:trace>
  <inkml:trace contextRef="#ctx0" brushRef="#br2" timeOffset="200152.96">5370 17292 573 0,'-2'-1'287'15,"-1"-2"-89"-15,-1 0-83 16,3 2-5-16,0 0-5 15,-1-1 1-15,1 1 4 16,0 0-1-16,0-1-14 16,-1-2-10-16,-1 1-26 15,-2-2-15-15,0 2-23 16,-5-3-9-16,-23-12-7 16,30 18-2-16,1 0-2 0,5 0-1 15,-3 0-1-15,-1 0-3 16,0 0-5-16,0 0 1 15,1 0 0-15,0 0 2 0,6 12 4 16,31 29-1 0,-14-32 2-16,4-4 0 0,10-1 1 15,3-3 0-15,9-1 1 16,0-1 0-16,2-1 0 16,0 0-1-1,-11-2 1-15,-2-1 1 0,-13 2 1 16,-4-2 0-16,-9 2 4 15,-3 2 1-15,-5-2 2 16,5 2-1-16,-7-1-4 16,2 1 0-16,-4 0-33 15,0 0-39-15,0-1-134 16,0 2-176-16</inkml:trace>
  <inkml:trace contextRef="#ctx0" brushRef="#br2" timeOffset="201786.08">6777 16771 372 0,'1'-3'222'0,"-1"-1"-12"0,-3-1-127 16,3 5-76 0,0-1-2-16,0 0 35 0,0 0 31 15,0 0 55-15,0-1 17 16,0 1-4 0,0 1-24-16,0-1-49 0,-1 0-18 15,0 0-30-15,0 1-9 16,0 0-8-16,0 0-1 15,-1 0-2-15,-3 10 0 16,-18 43 0-16,9-26 0 16,1 12 0-16,-1 1 1 15,3 9 1-15,0-1 0 0,-4-3 0 16,3 1 0 0,-7-4 1-16,-3-5 1 15,2-2-1-15,-1-2 1 0,-2-8 0 16,4 3 0-16,0-10 1 15,-1-2 0-15,1-3 3 16,-1-5 0-16,0-3 2 16,-2-3 2-16,2-4 9 15,-3-6 2-15,1-5 2 16,4-2-4-16,5 1-10 16,1-1-4-16,1 1-4 15,0 0 1-15,1 2 3 16,2-1 6-16,2-3 8 15,0 0 1-15,-3 1-3 16,2-2-6-16,1 3-7 16,3 0-1-16,2-1-1 15,1 0-2-15,2 0 0 16,0 0 0-16,2 3 0 16,0 5-2-16,-1-1 0 0,1-3-1 15,7 0 0-15,3 2-1 16,3 1 1-16,1 4 0 15,-6-2 1-15,-4-2 1 16,6 3 0-16,-2 3 0 16,6-2-1-16,4 3 0 15,-5 1 0-15,0-1-1 16,4 8 1-16,-4-1-1 0,3 2 2 16,-1 4 0-16,0-2 1 15,0 4 0-15,-1-4 0 16,-1-1 0-16,3 3 0 15,-4-5 0-15,2 5 0 16,-2 1 0-16,-2 1 0 16,1 2 0-16,0 0 0 15,-1 4 0-15,0-1 0 16,-4 2 0-16,-1 0 0 0,0 0 0 16,-4 0 1-16,6 4-1 15,-8 0 2-15,-2-1-1 16,-1 0 1-16,0-2 0 15,-3-3 0-15,-2 0 1 16,4 0-1-16,-7-5-1 16,5-4 0-16,3-1-1 0,-4-1-16 15,2-2-24 1,4 7-110-16,3 1-156 0</inkml:trace>
  <inkml:trace contextRef="#ctx0" brushRef="#br2" timeOffset="202436.02">7222 16622 503 0,'-4'-5'179'16,"5"-3"-149"-16,2 0-24 15,-2-2 30-15,-1-2 34 16,-7 3 68-16,1-1 30 15,3 6 4-15,1 2-19 0,0-1-55 16,2 3-24-16,0-2-33 16,0 1-13-16,0 1-18 15,0 0-8-15,0 0-8 16,0 0-2-16,0 0 2 16,9 13 2-16,37 38 3 15,-26-25 0-15,-1 3 1 0,0 6-1 0,0-1 0 16,-3 1 1-16,3 2 0 31,2 0 1-31,-1-2 0 0,2-6-1 0,-5-6 1 16,0-2 0-16,-1-8 0 15,0 5-1 1,-3-6 1 0,-1-4-6-16,-2 4-35 15,-2-2-23-15,-1 2-85 16,-1 2-91-16</inkml:trace>
  <inkml:trace contextRef="#ctx0" brushRef="#br2" timeOffset="203035.62">7381 16780 871 0,'-5'-2'380'0,"2"-2"-190"15,1 4-111-15,1-1-80 0,1 0-12 16,0 0-8-16,0 0 2 16,0-1 8-16,-1 2 12 15,0 0 22-15,0 0 7 16,0 0 8-16,0 0-3 15,-1 0-16-15,1 0-7 0,0 0-8 16,0 0-2 0,-1 3-2-16,-4 4 0 15,-3 8 0-15,-27 33-1 0,23-23 0 16,5 2 1-16,-6 1 5 16,-2-2 1-16,-1 1 3 15,0 0 1-15,-2-2-4 16,1-5-1-16,4-5-2 15,-1-4 0-15,2-1 2 16,3 0 0-16,2-2 2 16,-1-2 2-16,4-3 0 15,0-3 0-15,2-2-4 16,2 2-2-16,0-1-35 16,1 1-44-16,0 0-246 15</inkml:trace>
  <inkml:trace contextRef="#ctx0" brushRef="#br2" timeOffset="203722.69">7147 17445 397 0,'-5'1'223'15,"-1"2"-5"-15,3 0-144 16,-2-1-9-16,2-2 26 0,2 0 11 16,-1-1 12-1,1 0-7-15,0 0-31 0,0 0-16 16,0 0-23-16,0 0-10 16,0-1-12-16,-1 1-6 15,1 0 7-15,0 0 4 16,1 0 1-16,0 0 1 15,4-1-4-15,19-2-3 0,41-3-2 16,-27 5-3-16,2-2-6 16,6 0-1-16,-4-1-1 15,-1-1-1-15,-3 0 1 16,-5 2 0-16,-1-2 1 16,-2 3 6-16,-1-2 4 15,-2 1 1-15,-3 2-1 0,0 0-7 16,-4 2-5-1,-3 0-12-15,-5 1-37 16,-3 5-29-16,-2 0-89 0,-2 3-88 16</inkml:trace>
  <inkml:trace contextRef="#ctx0" brushRef="#br2" timeOffset="204732.31">7243 17714 741 0,'4'-9'322'16,"2"-9"-160"-16,3-1-79 16,7 3-53-16,-1 3-10 15,6 4-10 1,-3 1-1-16,-2 4 3 16,1 3 5-16,-4-1 3 15,5 3 0-15,-2 2-8 16,3 3-4-16,2 8-6 0,0 3-2 0,-4 3 0 15,-4 2 0-15,-4 2 0 32,-3 0 0-32,-3 4 0 15,1 1 0-15,-4 3 0 0,-4 0-1 0,-1-2-1 16,-4-3 1-16,4-5 1 16,-2-6 0-1,1-7 4-15,4-4 1 0,-1-9 46 16,2-2 11-16,1 5 8 15,0-9 1-15,12-55-42 16,-3 25-7-16,5-6-8 16,2 1-3-16,0 8-6 15,0-2-3-15,0 12 0 16,-1 5 1-16,-1 2-2 0,0 9 1 16,-6 4-2-16,-3 1 0 15,1 6-3-15,-2 2-2 16,0 2 1-16,3 1-1 15,-1 3 1-15,-1 0 1 16,4 7 1-16,-2 3 1 0,-3 2 0 31,-1 3 0-31,-1-2-1 0,-2 0-1 0,0-1-4 32,-1 2-1-32,0-2-6 0,1-3-3 0,1-3-5 15,5-1 2-15,-6-6 5 31,3-3 4-31,-3-3 10 16,-3-3 3-16,3 1 13 16,0 0 5-16,5-21 2 15,12-36-3-15,1 22-10 16,3 2-6-16,-1-1-5 16,4 5-1-16,-2 5 1 15,-6 3 1-15,0 8 0 0,-2 1 0 16,-4 10 0-16,2 0-1 15,-2-1 1-15,2 6-1 16,-2 4 0-16,4 3 0 16,1 8 0-16,-2 0 0 15,-1 4 2-15,0 1 0 16,-1-2 6-16,1 1 4 0,-2-4 4 16,-2-1 0-16,0 1-4 15,-1-2-3-15,-1 0-5 16,2 0-1-16,-6-4-10 15,2 3-15-15,-2-1-60 16,1 2-65-16</inkml:trace>
  <inkml:trace contextRef="#ctx0" brushRef="#br2" timeOffset="205363.53">8396 17004 521 0,'-3'-6'266'16,"-2"1"-23"-16,1-6-217 15,-1 0-24-15,0-2-3 16,0-5 1-16,0 2 35 16,-3-2 17-16,2 4 38 0,-3 0 18 15,3 4-5-15,-1 2-10 16,2 1-28-16,2 1-13 16,-3 1-13-1,4-1-1-15,1 3-3 16,1 2 1-16,-1 0-6 0,1 0-4 0,0 1-10 15,0 0-6 1,0 0 0-16,0 0 1 0,0 0 4 16,7 18 7-16,46 36-1 15,-23-22-1-15,6 3-2 16,4 4-7-16,5 7-6 16,0 2-1-16,1 9-2 15,-9 1 0-15,-6 9 0 16,-5 5-1-16,-12 2 1 15,-1 5 1-15,-13-1-23 16,-5-2-20-16,-14 6-58 16,-14 3-52-16</inkml:trace>
  <inkml:trace contextRef="#ctx0" brushRef="#br2" timeOffset="206174.31">4813 16736 725 0,'-7'-2'318'0,"2"-3"-155"16,-1 3-78-16,1 0-53 16,4-1-10-16,1 2-11 0,0 0 7 15,-1 0 19-15,0 0 12 16,0 0 19-16,-1 1-6 16,1 0-19-16,0 0-9 15,0 0-20-15,-12 9-5 16,-36 52-5-16,22-22-1 15,-2 18-1-15,3 5-1 16,0 14-1 0,7 3 0-16,7 7-1 0,5 4 0 0,14 8-1 31,9 2-1-31,26 4-3 16,10-3-18-16,23 3-78 0,8 4-109 15</inkml:trace>
  <inkml:trace contextRef="#ctx0" brushRef="#br2" timeOffset="207222.37">9200 16971 844 0,'0'-1'404'15,"-2"-1"-143"-15,-2-3-136 16,3 4-95-16,0 0-11 16,0 0 2-16,0 0 13 15,-1 0 26-15,1-1 5 16,0 1-12-16,-10-2-14 16,-32-10-24-16,34 13-8 0,-6 5-5 15,1 2-3-15,-2 10-4 16,0 6-1-16,2 13 0 15,2 4 0-15,2 5 2 16,1-1-1-16,7 1 0 16,1-3 0-16,6-4-2 15,3-2 2-15,2-12-2 16,3-4 2-16,3-8-1 16,4-9 1-16,3-6 3 15,6-5 2-15,-5-11 7 16,4-6-1-16,-1-9 7 15,-4-7 0-15,1-4 1 16,-4-1 2-16,-2-4-6 0,2 2-1 16,-5-5-2-16,-2 2-2 15,-6 3-2 1,-3 5 1-16,-4 11 1 0,-1 2 1 16,-2 10 5-16,-4 2 1 15,0 5-1-15,-2 5-3 16,-4 5-8-16,-1 3-2 15,-7 4-4-15,-3 3 0 0,-4 3 3 16,4 3 0-16,-1 3 2 16,2 5-2-16,0 4-1 15,-3 4-7-15,3 4-12 16,0-1-2-16,6-2-1 16,4-3 5-1,6-5 1-15,7-2-6 0,0-6-19 16,5-3-14-16,9 1-37 15,5-1-29-15,11-2-112 16</inkml:trace>
  <inkml:trace contextRef="#ctx0" brushRef="#br2" timeOffset="207755.57">9542 17385 782 0,'-8'-10'302'0,"-2"-9"-191"16,-1-1-94-16,2-8-21 15,5 3 8-15,-1-1 39 16,0-3 31-16,4 6 37 16,-1-2 11-16,3 8-11 15,1-3-24 1,6 3-40-16,3 5-15 0,2-3-26 16,3 7-6-16,2 3-5 15,1 0-2-15,5 7-2 16,3 7-3-16,0 11-3 15,3 5 1-15,-7 5 4 16,-2 1 3-16,-4 4 5 16,-2 1 2-16,1 8-1 0,-2 2 1 15,-2 3 0-15,-3 1 0 16,-5-1 0-16,-4 3 0 16,-3-6 0-16,-5-3 0 15,-6-6 2-15,-1-6 1 0,-1-6 2 16,-1-1 0-16,-6-5-5 31,-6 0-7-31,-6-6-18 0,-2 0-9 0,-3-6-28 16,2-2-17-16,1-5-49 15,4-4-40-15</inkml:trace>
  <inkml:trace contextRef="#ctx0" brushRef="#br2" timeOffset="208179.45">9644 16815 983 0,'-3'-6'363'0,"2"0"-296"16,1 1-86-16,0 5-63 15,0 0-1-15,0 0 25 16,0 0 14-16,0 3 73 15,1 9 24-15,5 23 48 16,-6-32 24-16,1-3 16 16,3-1 4-16,-4 0-23 15,0 0-18-15,0 0-46 16,0-3-21-16,0-5-37 16,0 6-45-16,0 2-160 15</inkml:trace>
  <inkml:trace contextRef="#ctx0" brushRef="#br2" timeOffset="211311.05">11643 16068 743 0,'3'-9'349'16,"4"-3"-123"-16,-1-6-120 15,0 1-13-15,-2-1-15 0,1-3-6 16,0 4-19-16,4 2-1 16,-6 3 6-1,-3 1 6-15,3 5-8 0,-5 0-11 16,2 7-32-16,0-1-11 15,0 6-10-15,5 24 0 16,7 52 6-16,-3-27 1 0,1 5 1 16,3-2-2-16,6-1-13 15,6-4-6-15,7-4-18 16,5-3-6-16,5-10 10 16,2-6 6-16,1-11 18 15,-2-3 5-15,2-2-4 16,-1-1-3-16,9-4-6 15,5-2-2-15,8-3 3 16,8 0-1-16,3 3 2 16,3-1 3-1,11 4 0-15,3 1-5 0,14 1-21 16,1 3-6-16,8-2-3 16,-4-3 9-16,11-2 22 15,5 4 8-15,5-1 6 0,4 3 2 16,1 1 0-16,4-4 0 15,-28-6 1 1,-58-1 1-16,2-1 0 16,181 9 0-16,8-5 0 0,7-3 1 15,-73-5 1 1,0-3-1-16,12-6 1 0,3 4 0 0,-2-7 0 16,13 1 0-1,7 2 0-15,0-4-2 0,22 3 4 16,-3-1 6-16,9-1 3 31,-1-2 3-31,5 2-4 16,3-1-6-16,-3-2-3 15,6-2-2-15,0 0 0 16,-1-3 0-16,7 1 0 0,-5 3 1 0,3-4-1 16,-1 4 1-1,-1 3-1 1,-4 5 0-16,-3 2-1 15,-3-1 1-15,-4 6-1 16,-3-2 0-16,-6 2 0 0,-6 0 0 16,-10-3 14-16,-8 3 2 15,-7-3 1-15,-2 3 2 16,-12-3-2-16,0-1 3 16,-10 1 9-16,-1-1 5 15,-2-1-5-15,-4-1-3 0,2 1-10 16,-1-1-6-16,-5 3-7 15,-3 2-3-15,-5-1-3 16,-2 0-5-16,-6-2-5 16,2 1-1-16,-7 1 2 15,1 3 5-15,-12-2 6 16,-3 1 1-16,-12 0 0 16,-9-4 0-16,-10 1 0 15,-6 1 1-15,-10-4 1 16,-3 2 0-16,-11-4 7 15,-5-1 2-15,-35-3 6 32,-15 7 2-32,1 1 9 0,34-26 7 0,-14-4 3 15,-8-5 0-15,-25 4-7 0,-3 0-8 16,-8-11-9-16,-8-3-4 16,-1-1-8-16,-7-2-17 15,-4 10-60-15,-1 5-43 16</inkml:trace>
  <inkml:trace contextRef="#ctx0" brushRef="#br2" timeOffset="-105505.63">11615 14566 880 0,'-1'-16'377'0,"-2"-14"-202"0,-4 6-94 16,4 13-67-16,0 4-11 15,2 8-8-15,1 5-2 16,-4 7-1-16,-2 4 2 0,-2 7 4 16,-1 2 0-16,-3 7 0 15,-1 5 2-15,0 5 1 16,-1 1 1-16,3 17 3 16,2 2-1-16,3 12-1 15,5 4-1-15,5-4-1 16,4 1 0-16,3 1 20 15,-1 5 3-15,4 12 4 16,0-1 7-16,-2 0-9 16,2 0-3-16,-8-5-1 15,-5 5-6-15,-1 0-8 16,-2-4-1-16,1-7-1 16,1-5-1-16,-1-2-2 0,2 3 1 15,-1 2-1-15,-1-1 1 16,4-6-1-16,2-4 0 15,3-7 0 1,3 1 1-16,0-3-24 0,0-2-28 16,2-13-121-16,2-8-109 15</inkml:trace>
  <inkml:trace contextRef="#ctx0" brushRef="#br2" timeOffset="-103743.28">11494 14602 692 0,'19'-9'294'15,"23"-6"-152"-15,5 2-91 16,12 1-43-16,4 2-3 0,13 2-1 16,2 0-1-16,10 3 1 15,-2-1 7-15,5 1 12 32,3 4 3-32,6 0 4 15,6-4-7-15,2-4-9 16,4-3-2-16,8 0-2 0,2-1-1 0,7-1-1 15,2-4-1 1,3 1-2-16,3 0-1 0,4 1-1 16,3 4 2-16,-3-2 5 15,3 1 3-15,1 0 8 16,0 3 1-16,6-3 0 16,-5 1-4-16,5-2-4 15,-5-2-1-15,1 1 11 16,4 1 5-16,-5-1 4 0,3 2-1 15,2-1-12-15,-1 1-5 16,1 1-6-16,-2-4-2 16,-2 0-3-16,2 0 0 15,3-2-2-15,6 2 0 16,0-1 0-16,1 2-1 16,-2-1 1-1,-4 1-1-15,5 0-1 0,5 1 1 0,-3-1-1 16,4 3 1-16,6 3-1 15,-4-4 1-15,11 4 0 16,0-1 0-16,0-2 0 16,1 2-1-16,-5-2 1 15,4 3-1 1,-2 1 1-16,-1-1-1 16,8 3 1-1,0 2-1-15,2-2 1 16,4 2-1-16,1 0 0 15,-49 0 1 1,-69 2-1-16,0 1 1 0,214-6 0 16,-4 2 0-16,-1-3-1 0,-94 4 1 0,-3 0-1 15,2 2-2-15,-6 3 24 0,1 1 2 16,-4 2 1-16,-6-1 4 16,3 1-25-1,-6-2-1-15,-6 0 0 0,1-2-1 31,-7 3 0-31,-3-2 0 16,-1 0-1-16,-5 1 0 16,-2-2 1-16,0 0-1 0,-9 1 0 15,6 1 0-15,-12 0-1 16,-3-1 1-16,-5 2-1 16,-13 0 1-16,-4 1 0 15,-6 1 0-15,-9 3-1 16,-5 0 1-16,-10 2-1 15,-2 2 0-15,-10-2 0 16,-4 1 1-16,-8-2-1 16,-4 1 1-16,-6 4-1 15,-5-5 1-15,3 4-1 16,-5-1 0-16,1-3 0 16,0 7 0-16,0 1-1 15,-1 3 1-15,1 4-1 16,-4-3-1-16,-5 6 0 15,-1 2 1-15,-4 1-1 16,-3 4 1-16,0 0 0 0,-1 4 0 16,-3 10 0-16,2 4 0 15,-2 6 1-15,-1 2-1 16,1 0 0-16,-1-2 0 16,-4 1 0-16,-2 2 0 0,-1 13 0 15,3 2 0-15,-3 4 1 16,3 1 0-16,-3-10 0 15,-1 2 0-15,2-3 0 16,0 3 1-16,4 7 0 16,-1-2 0-16,3-5 0 15,1-4-1-15,-3-8 1 16,1-1-1-16,1 1 1 16,-4 1-1-16,-2-6 1 15,-3-1-1-15,-4-12 1 16,0-9-1-16,-2-6 2 15,-3-7 1-15,-1-1 2 16,-2-4 4-16,-4-2 7 16,0-2 2-16,2-5 1 15,-1 2-2-15,3-4-4 0,1-1-3 16,-4 0-4-16,1-1 0 16,3 1-2-16,-1-4-1 15,2 1-1 1,-1 0-2-16,-2 1 0 0,3 2 0 15,1 0-1-15,-1 2 0 0,-1 3 1 16,-1 0 0-16,0 2-1 16,-1-1 1-16,1-1-1 15,-1 1 1-15,0-1 0 16,0 1 0-16,-4 1 1 16,-2 0 0-16,-4 2-1 15,-1 0 2-15,-9-1-1 16,-5 3-1-16,-11 2 1 15,-6 7-1-15,-13 4-1 16,-10 2 0-16,-33 6-1 16,-24 2 0-16,-33 7-32 15,-39 12-36-15</inkml:trace>
  <inkml:trace contextRef="#ctx0" brushRef="#br2" timeOffset="45607.03">26900 15097 808 0,'-6'-7'319'0,"-5"-1"-213"16,3 3-46-16,4 2-30 15,4 0-7-15,0 3-8 16,0 0-8-16,0 0-8 16,0 0-2-16,23 11 0 15,34 25 0-15,-26-2 2 16,-1 9 0-16,-4 5 1 16,-2 5 0-16,1-2 1 15,-3-7 0-15,-1-12 0 16,1-9 1-1,-1-11-1-15,4-8 1 0,9-16 2 0,4-15-1 32,15-24 1-32,8-13-2 0,11-20-2 0,3-10-1 15,2-19-13-15,5-2-5 16,1 2-1-16,3 3 2 16,-5 18 14-16,-10 6 16 15,-13 14 16 1,-9 9 3-16,-9 23-3 15,-7 8-11-15,-12 19-13 0,-6 7-16 0,-14 13-43 16,-4 10-46-16</inkml:trace>
  <inkml:trace contextRef="#ctx0" brushRef="#br2" timeOffset="46271.36">26649 15737 679 0,'1'-12'266'15,"3"-9"-169"1,4-1-28-16,0 1-1 16,1 2 5-16,-4-4-8 15,3 0-16-15,7 2-27 16,4 5-12-16,7 6-10 15,3 1-1-15,8 10-2 16,3 3-1-16,10 18 2 16,2 8 0-16,1 8 1 15,0 4 1-15,-7-1 1 16,1 4 0-16,-3-1 1 16,1 0 0-16,0-8-1 15,-2-8 1-15,-2-13 0 16,0-10 1-16,-3-18 4 15,0-9 16-15,-5-17 31 16,0-9 10-16,1-15 12 16,-1-8-13-16,7-20-27 0,5-8-10 15,11-13-16-15,10-9-5 16,11-4-5-16,4 1-1 16,3 9-3-16,0 13 0 15,-11 25 0-15,-5 11 1 16,-13 22 2-16,-9 6 0 15,-12 15-7-15,-10 7-7 0,-14 7-32 16,-1 9-22-16,-9 2-33 16,-1 4-22-16,-6 8-64 15,-7 1-99-15</inkml:trace>
  <inkml:trace contextRef="#ctx0" brushRef="#br2" timeOffset="54188.78">9389 15182 536 0,'-31'-17'257'0,"-44"-26"-103"16,-6 1-39-16,-4-9-36 15,-4-1-13-15,-2-1-10 16,5-1-7-16,-7 5-21 15,-1 0-7-15,-4 5-8 16,-6 1-4-16,3 3-3 16,-9 1-2-16,-9 8-2 15,-3-1-1-15,-5 8-1 16,-2 5 0-16,-3 6-2 0,-1 9-2 16,-9 8-6-1,4 7-3-15,0 13-1 16,-1-3 2-16,0 11 6 0,-1 3 2 15,9 2 2-15,1 7 0 16,3 2 0-16,-1 4 0 16,2 10 1-16,-3 3-1 15,2 4 0-15,3-1 2 16,5-4 0-16,7-1 1 16,-3 0 0-16,5 6 0 0,6 1 0 15,3 1-1-15,17 5 0 16,1-3 0-16,3 3-1 15,2 0 0-15,12 6 0 16,6 7-2-16,15 1 0 16,5 2-1-16,9-3 0 15,9 0 0-15,8 10 0 16,12 1 1-16,6-2 0 16,7 0 0-16,15-8-1 15,2-2 1-15,19 5 0 16,6 2 2-16,21-6 1 15,12-2 0-15,11-6 1 16,9-4-1-16,11 2 0 16,8 0 0-16,16-3 0 15,7 0 0-15,14-6 0 16,2-4 0-16,17-9 0 16,9-7 0-16,5-12 0 15,11-9 0-15,1-8-1 0,5-8 1 16,1-5 0-16,-2-6 0 15,0-8 0-15,-7-6 0 16,-1-16 0-16,-7-5 1 16,-2-16-1-16,-6-3 1 0,-20-9 1 15,-2-2 1-15,-24-14 0 16,-10-7 1-16,-15-11 5 16,-13-3 4-16,-16-5 15 15,-6-6 8-15,-15-10 15 16,-12-1 5-16,-21 0 6 15,-10-1 0-15,-11 4-7 16,-3-1-7-16,-10 0-16 16,-1 6-9-16,-15 3-11 15,-1 1-3-15,-9 9-10 16,-10 4-6-16,-6 12-23 16,-14 2-18-16,-8 9-46 0,-2 7-32 15,-5 19-147-15</inkml:trace>
  <inkml:trace contextRef="#ctx0" brushRef="#br2" timeOffset="60818.03">27737 15596 248 0,'25'-15'115'15,"25"-10"-39"-15,-13 4-44 16,-5 1-6-16,-12 11-4 16,-9 6-2-16,-17 3-13 15,-10 7-6-15,-18 10-6 16,-13 2-3-16,-18 9 0 0,-6 0 0 16,-9 3 4-1,-3 0 2-15,2 0 1 0,5-2 1 16,14-1 0-16,12-8 0 15,20-5 1 1,8-3-1-16,19-12 2 16,7-2 7-16,25-11 18 0,13-7 13 15,21-7 21-15,9-3 6 16,7-5 1-16,1-1-3 0,0-5-3 16,-3-2-2-16,-7 1-3 15,-4-1-2-15,-18 9-10 16,-8 2-6-16,-20 13-11 15,-6 7-5-15,-17 9-14 16,-13 7-6-16,-24 12-13 16,-18 9-7-16,-20 14-2 15,-6 1 1-15,-6 6 6 16,0-3 4-16,12-6 7 16,7-2 0-16,26-13 0 15,16-5 1-15,24-13 0 16,12-7 0-16,26-15 2 15,15-8 5-15,26-13 22 16,12-7 14-16,10-11 25 16,-1-2 8-16,-2-1 1 0,-4 7-3 15,-21 11-10-15,-13 8-9 16,-22 16-18-16,-21 4-12 0,-12 14-32 16,-19 9-29-16,-55 19-94 15,-24 19-101-15</inkml:trace>
  <inkml:trace contextRef="#ctx0" brushRef="#br2" timeOffset="72254.53">12084 16742 217 0,'6'1'132'15,"14"1"-8"-15,4 3-65 16,7 2-45-16,6 1-6 15,6 1-5-15,4-2 0 16,7-2-1 0,5-3-1-16,7 2 10 15,-1 0 9-15,6 4 11 16,0 1 6-16,6 1-6 16,9-1-9-16,9-1-11 15,8-2-4-15,9-1-5 0,4-2 0 16,8 0-1-1,1 1 0-15,8-1 0 16,2 3 0-16,2-1-1 0,6-1 0 0,4 1 6 31,3-3 6-31,2-1 13 16,8 0 5-16,1-1 4 16,6-2 7-16,10 0-1 0,-3-1-2 15,8-5 1-15,-1 0-9 16,1-1 4-16,5 0 4 15,1 0 12-15,1-2 5 0,9 0 4 16,-2-2-3-16,6 0-9 0,-3 1-8 16,-1-1-12-16,3-2-4 15,0 2-4-15,7 0 1 16,2-2-3-16,2 3-1 0,5-4-5 16,1 2-3-16,4 0-4 15,3-2 0 1,6 2-2-16,0 0 0 0,5 3-1 15,1 0 0-15,3 5 0 16,-1 0-1-16,-1 0 0 16,-1 1 0-16,-2 2 0 15,5 2 0-15,2 4-4 16,2 3-5 0,2-5-11-16,-1 1-3 0,1-4 3 15,-1 1 5-15,2 1 12 16,-3-1 3-16,-1 2 0 15,-1-1 1-15,-4 1-1 16,0 1 0-16,-3 1 1 31,-8-1-1-31,-4-1 1 0,-6 0 0 0,-8-1 1 16,-5 0 2-16,-16 0 11 0,-6 2 6 16,-21-2 8-16,-8-2 0 15,-15 2-8-15,-6 0-7 16,-18 2-7-16,-8-1-2 15,-15-2-3 1,-12-1 0-16,-11 2-57 16,-9 0-95-16</inkml:trace>
  <inkml:trace contextRef="#ctx0" brushRef="#br2" timeOffset="73460.68">2558 14803 597 0,'-2'-8'272'15,"-5"-8"-113"-15,6 3-112 0,1 3-24 16,0-1-18-16,2 2-2 15,3 0-2-15,1 0-1 16,2 3 0-16,0 3-1 0,0 6 7 16,0 3 8-16,2 5 10 15,-1-1 2-15,2 7-1 16,0 2-6-16,3 8-8 16,3 3-2-1,8 4-5-15,3 1-1 0,7 2-1 16,1-2 0-16,5-1 0 15,-2-3 0-15,1-8 1 16,-2-4-1-16,0-8 1 16,-2-6-1-16,-4-9 1 15,-2 0-1-15,-7-7 6 16,1-1 20-16,-3-3 30 16,1-7 8-16,5-11 2 15,3-6-18-15,13-21-29 16,3-10-8-16,8-14-7 0,5-6-2 15,1-12-3 1,-1 1 0-16,2-1 0 0,-1 6 0 16,-4 16 0-1,1 12 1-15,-13 14 1 0,-7 3 4 16,-11 13 5-16,-7 2 1 16,-8 16 0-16,-2 7-6 0,-4 6-5 15,2 7-2-15,0 1-13 16,0 3-24-16,2 12-93 15,0 6-120-15</inkml:trace>
  <inkml:trace contextRef="#ctx0" brushRef="#br2" timeOffset="91424.33">13822 16870 724 0,'-5'-6'342'15,"-6"-5"-148"1,1-1-77-16,6 1-100 16,4-1-11-16,15 2-8 15,9-1-2-15,17 0-1 16,9-1 1-16,10 1 2 0,3 1-1 0,8 6 2 16,-1 2 0-16,18 2-1 15,6 2 1-15,13 0 0 16,8 2-1-16,11 1 1 15,3 1 0-15,18 3-1 16,6 4 1-16,12 3 1 31,7 2-2-31,12 2 1 16,9 3-1-16,11 4 1 16,0 0 0-16,9 2 0 15,3-3 0-15,8-2 0 16,10 1 0-16,6-1-1 0,8 3 2 15,14-4 0-15,2-3 0 16,12-5 2-16,3-2 0 16,5-3-1-16,6-2 0 15,7-2 2-15,1-6-1 16,-4-5 1-16,1-2-1 0,-7-6-2 16,-1 4 1-16,-5-1-1 15,-6-2 1-15,-12 1 2 16,-5-2 0-16,-12 3 9 15,-7-7 5-15,-12-1 13 16,-16-4 8-16,-11-6 4 16,-7 3-1-16,-20-6-5 15,0 2-7-15,-15-2-10 16,-5-1-5-16,-12 5-7 16,-6 4-3-16,-17 2-1 15,-8 5 0-15,-20-1-1 16,-8 0 1-16,-12 2-1 15,-7 1 1-15,-10 2 0 16,-6 0 0-16,-12 0 1 16,-6-2 2-16,-11 4 4 0,-4 0 0 15,-10 0 0-15,2 3-2 16,-2-3-5-16,-2 2 1 16,1 2-45-16,-2-1-54 15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4T05:47:33.484"/>
    </inkml:context>
    <inkml:brush xml:id="br0">
      <inkml:brushProperty name="width" value="0.1" units="cm"/>
      <inkml:brushProperty name="height" value="0.1" units="cm"/>
    </inkml:brush>
  </inkml:definitions>
  <inkml:trace contextRef="#ctx0" brushRef="#br0">336 206 1560,'5'-22'1353,"-2"16"-1247,-2 2 0,0 0 0,1-1 0,-2 1 0,1-1 0,-1 1 0,1-2 0,-1 2 0,0-1 0,0 0 0,-1-5 0,-7-8 708,0 0 0,-17-26 0,19 36-748,5 6-30,0-1 0,-1 0 0,1 2 0,-2-2 0,2 2 0,0-2 0,-2 2 0,2-2 0,-2 2 0,0 0 0,2-1 0,-2 1-1,1 0 1,-1-1 0,0 1 0,1 0 0,-1 1 0,0-2 0,1 2 0,-1-1 0,0 1 0,1 0 0,-1 0 0,0 0 0,1 0 0,-1 0-1,0 0 1,1 0 0,-6 3 0,1-2 19,-1 2 0,1 1 0,-1-2 0,2 2 0,-1-1 0,0 1 0,1 1 0,-8 6 0,-20 14 513,-62 37 0,89-57-485,6-5-80,-1 1 1,1-1-1,-2 2 0,2-2 1,1 1-1,-1 0 1,-1 1-1,1-2 1,0 1-1,-1 0 1,1 1-1,1-1 0,-1 0 1,-1 1-1,1 2 1,4 30 10,-2-28-14,28 219 8,-17-152-5,3 127-1,-18 75 6,1-79-5,14 1-1,0 13 3,6 46-2,0-14 11,-33 217 26,14-412-34,-2 10 4,4 0 0,13 95 0,-13-148-46,-1-1-1,1 0 1,-1 1-1,2-2 1,-1 1 0,0 1-1,1-1 1,-1-1 0,2 1-1,-2 0 1,2-1-1,-2 1 1,2 0 0,-1-1-1,0 1 1,0-2-1,1 2 1,0-2 0,-1 2-1,1-2 1,0 1-1,1-1 1,4 2 0,25 17-1063</inkml:trace>
</inkml:ink>
</file>

<file path=ppt/ink/ink4.xml><?xml version="1.0" encoding="utf-8"?>
<inkml:ink xmlns:inkml="http://www.w3.org/2003/InkML">
  <inkml:definitions>
    <inkml:context xml:id="ctx0">
      <inkml:inkSource xml:id="inkSrc0">
        <inkml:traceFormat>
          <inkml:channel name="X" type="integer" max="29376" units="cm"/>
          <inkml:channel name="Y" type="integer" max="16524" units="cm"/>
          <inkml:channel name="F" type="integer" max="4095" units="dev"/>
          <inkml:channel name="T" type="integer" max="2.14748E9" units="dev"/>
        </inkml:traceFormat>
        <inkml:channelProperties>
          <inkml:channelProperty channel="X" name="resolution" value="1000.20428" units="1/cm"/>
          <inkml:channelProperty channel="Y" name="resolution" value="1000.24213" units="1/cm"/>
          <inkml:channelProperty channel="F" name="resolution" value="0" units="1/dev"/>
          <inkml:channelProperty channel="T" name="resolution" value="1" units="1/dev"/>
        </inkml:channelProperties>
      </inkml:inkSource>
      <inkml:timestamp xml:id="ts0" timeString="2023-12-06T07:52:59.914"/>
    </inkml:context>
    <inkml:brush xml:id="br0">
      <inkml:brushProperty name="width" value="0.05292" units="cm"/>
      <inkml:brushProperty name="height" value="0.05292" units="cm"/>
      <inkml:brushProperty name="color" value="#00B050"/>
    </inkml:brush>
  </inkml:definitions>
  <inkml:trace contextRef="#ctx0" brushRef="#br0">10985 6777 334 0,'1'-2'166'0,"3"0"-27"0,1 4-119 15,-5-2-19-15,0 0-3 16,5 13 1-16,18 44 0 16,-13-23 4-16,1 12 19 15,2 5 5-15,-5 8 6 16,3 2 0-16,-1 2-12 15,-1 5-2-15,0 11 0 16,-3 4-2-16,3 1-1 16,-4-6-2-16,0-15 1 15,-1-10-1-15,0-17-1 16,4-6-2-16,1-17-15 16,0-9-20-16,0-18-146 0</inkml:trace>
  <inkml:trace contextRef="#ctx0" brushRef="#br0" timeOffset="2040.36">11321 6416 679 0,'6'-12'270'15,"8"-11"-166"-15,16 17-80 32,10 11-23-32,21 13-3 0,4 8 1 0,12 4 0 15,4 2 1-15,10-3 0 16,11-5 0-16,11-4 0 16,8-5 0-16,19-2 0 15,3-2 0-15,17-5 0 16,13-1-1-16,21-5 1 15,11 0 0 1,29 3 0-16,8-3 0 0,16 3 1 16,14 4 0-16,12 1 0 0,8 5-1 15,13-4 0-15,-10 0 0 16,26-5 0-16,4-4 0 16,9-4 0-16,19-5 0 15,0-2 0-15,-2-1 1 16,6-1-1-16,2 2 1 0,3 3-1 15,-1 2 1-15,-1 6-1 16,-3 0 1-16,-5 9-1 16,-3 0 1-16,-3 4-1 15,-8 6 0-15,-5-4 0 16,-8-3 1 0,-18 2-1-16,-19-4 1 0,-16 0 0 15,-9-2 0-15,-20-1 1 16,-3 0 1-16,-31-1 7 15,-16 3 4-15,-20 2 3 16,-15 1 1-16,-27 3-5 16,-9 0-2-16,-25 0-3 15,-6 0-2-15,-12-2 0 16,-6 3-1-16,-13 2 0 0,-4-2-1 16,-17-1 0-16,-9-2 1 15,-9-1-1-15,-8 0-1 16,-5-1 0-16,2 1-1 15,0 2 0-15,-1 0-1 16,-3 3-1 0,0 2 1-16,-1 8-1 0,1 2 1 0,1 3-1 15,-1 4 0-15,0 4 1 16,1 4-1-16,1 11 1 16,-1 5-1-16,-1 8 1 31,-2 0 0-31,-1 0-1 15,0-1 1-15,2 1-1 0,2 8 1 0,0 11-1 16,-2 5 0-16,1 5 1 16,1 0-1-16,0 3 0 15,-1 4 1-15,0 4-1 16,-3 0 0-16,1 0 1 31,0 2-1-31,-1 2 1 16,-1 2 1-16,-1-6-1 0,0-5 0 15,2 0 0-15,0 1-1 16,5-3 0-16,1 2 0 16,3-8 0-16,-3 0 0 15,-5 10 1-15,-3-1-1 16,-5-4 1-16,-2 1 0 0,-2 1 0 16,-2 2 0-16,-6-5 0 15,-1-5-1-15,-6-10 1 16,-2 2-1-16,-2 0 1 15,-6-1 0-15,-2-4 0 16,-3-7 0-16,-4-9-1 16,-4-6 1-16,-5 0-1 15,-5 0 1-15,-8-1-1 16,2-1 1-16,-5-7-1 16,-1-3 0-16,-8-5 0 15,-3-4 0-15,-10 2 0 16,-6-2 0-16,2 4 0 15,-11 0 1-15,-7 0-1 16,-6-1 0-16,-9-3 0 16,-1 0 1-16,-8-2 0 0,-2-4 0 15,-13-5 1-15,-5 1 0 16,-5-9 0-16,-4 0 1 16,-11-2-1-16,3-2 1 15,-11 0 2-15,-4 0 1 16,5-5 2-16,-11-2 1 15,2-3 1-15,-4-3 1 0,-6 2-2 16,-2-4 1-16,-6 0 6 16,2-3 9-16,-5-2 19 15,0-3 8-15,0-5 10 16,0-1-3-16,5-3-9 16,-7 1-7-16,3-2-11 15,-9-1-5-15,-3 0-7 16,4 4-4-16,0 1-7 15,-2 1-2-15,-2 2-3 16,-2-1 0-16,-5 1-2 16,0 2-1-16,-2 2 1 15,-1-2-1-15,-1 0 0 16,3 1 0-16,0 1-1 0,10 1 0 16,-1 6 1-16,6 2-1 15,0 0 0-15,5 3 1 16,7-3-1-16,2 1 0 15,11-3 0-15,-1-1 0 16,17-2 0-16,5 0 1 16,6 3-1-16,11 0 1 15,9-3 0-15,2 3-1 0,12-6 0 16,6-1 1-16,16-8 1 16,8-3-1-16,10-4 0 15,6-1 0 1,4 1-1-16,10-2 1 15,12 2-1-15,7-1 0 16,7-2 0-16,1 1-2 0,5-4-2 16,0-2-1-16,6-3 0 15,2-3-1-15,5-7 3 16,2-3 1-16,5-13 1 16,1-4 0-16,5-7 0 15,3-2 1-15,4-4 0 0,1-5 0 16,-1-18 1-16,3-6 0 15,0-7 2-15,0-3 1 16,-2-10 3 0,-1-5 2-16,-1-10-1 0,-3-6 0 15,2-3-3-15,0-2-2 16,-3-17-1-16,3-3-1 16,2 2 0-16,-6-12 0 0,6 1-1 31,0-2 0-31,4-17-1 0,6 6 0 0,-2-8 1 15,5-3-1-15,-1 13 0 16,-3-8 0-16,5 14 1 16,-4 4 0-1,2-3 0-15,6 13 0 0,-2 9 0 16,3 3 0-16,-2 19-1 16,-1 10 1-16,-3 15-2 15,-4 15 0-15,-4 19-33 16,-7 3-35-16,-5 27-168 15</inkml:trace>
  <inkml:trace contextRef="#ctx0" brushRef="#br0" timeOffset="10784.97">5574 15518 433 0,'1'-3'249'0,"3"3"-14"15,5-4-165-15,6 1-37 0,7 1-19 16,3-4-2-16,4 2-5 16,0-3-4-16,-1 2-1 15,3 3-1-15,-1-2 0 16,3 0 0-1,4-2 0-15,4-2 0 0,8 1-1 16,0 0 0-16,7 5 0 16,1 2 0-16,6 0 0 15,2 4 0-15,6 1 0 16,0-1 0-16,8 0 0 16,4 2 0-16,5 4 0 31,1 2-1-31,0 3 1 0,-3 1-1 0,5-3 1 15,4 3 0 1,3-4 1-16,3 0 0 0,1-1 0 0,2-1 0 16,9-1 1-16,2-4 1 15,7-1-1-15,6-4 0 16,-1 1 0 0,4 5-1-1,0-1 0-15,-2 3 0 16,-1-1-1-16,-1-4 1 0,-1 4 0 15,-1-1-1-15,-2 0 1 0,2 0 0 0,-1 0 0 32,2 0 1-32,1 0 0 0,-6-4 0 15,1 2 0 1,-2-2 0-16,-3-1-1 16,4 0 1-16,-3-1-1 15,0 0 0-15,-6 2 1 16,-2 1-1-16,-12 1 0 15,-8 1 0-15,-6 1 0 16,-4 1 0-16,-10-4 0 16,-6-2 0-16,-10-2 1 15,-7-2 0-15,-2-5 1 16,-1-3 1-16,-5-4 1 16,1-2 0-16,0-4-1 15,-1 2 0-15,-5-3 0 0,-3 0-1 16,-5 1 0-16,-4-1 0 15,-2-3-2-15,2 2 1 16,0-3-2-16,1 0 0 16,0-2-20-16,-1-3-7 0,0-1-5 15,-2 2 0-15,1 0 19 16,-2-1 8-16,0 2 5 16,0-2 1-16,-3-2 7 15,2 2 5-15,-2-10 13 16,-2 2 7-16,-5-6 13 15,-5-4 2-15,-1 2-4 16,-4-7-2-16,-2 2-11 16,1-2-3-16,-3 0-2 15,0-2 0-15,-4-6-3 16,-2-6-3-16,-5-10-8 16,-1-2-3-16,-5-1-5 15,-1 6-1-15,-2 5-1 16,-2-3-1-16,-2-4 0 0,-3-2 0 15,2 0 0-15,4 4-1 16,3 7 1-16,7 3-1 16,5 0 0-16,-2-2 0 15,6 0 0-15,-2 2 0 16,3 6 0-16,1 6 0 16,3 8 0-16,-1 7 0 15,0 0 0-15,0 1 0 0,-1 7-1 16,1-5 1-16,-1 8 0 15,2-1 0-15,-2 1-1 16,-1 7-1-16,-5 2-1 16,-4 4 0-16,-9 5-3 15,-4 1 0-15,-9 5 0 16,-2-1 1-16,-4 3 1 16,-3 1 2-16,-5 0 1 15,-2-1 0-15,-3 0 1 16,-8-3 0-16,-11-1 0 15,-1-1 1-15,-11-2 1 16,2 0-1-16,-1-2 0 16,-6 0 1-16,-7-4-2 0,-4 0 1 15,-2-2-1-15,-2 0 0 16,-4 0 0-16,-2-4 0 16,-2 5 1-16,-4-2-1 15,-1 2 0 1,-4 1 0-16,-3 3 0 0,-4 0 0 15,-1 1 0-15,-2 3-1 16,-3-1 1-16,-2 0 0 0,-3 4 0 16,4 1 0-16,-12-2 2 15,4 5 2-15,5 0 2 16,-2 0 1-16,1 2 2 16,-1 0 1-16,7-1 1 15,-2 0 0-15,5 0-1 16,4 0-2-16,2 2-3 15,4 0-1-15,4 3-2 16,5 0-1-16,3 2 0 16,3-1 0-16,8 1 0 15,1 0 0-15,5-3 0 16,2 3 0-16,11-3-1 16,8 0 0-16,0 2 0 15,5 0 0-15,3 1 0 0,4 1 0 16,13 0 0-16,5 2 0 15,9-2-1-15,5 2 1 16,8 2-1 0,4 0-1-16,4-1 0 0,-2 2 1 15,6 0-1-15,1 3 0 16,3 3 0-16,4 0 0 0,1 6 0 16,1 0 1-16,3 6 0 15,3 1 0-15,-2-3 0 16,0 7 0-16,3-2 1 15,-1-2 0-15,4 5 0 16,0-1 0-16,-3 2 0 16,0 4 0-16,1 8 0 15,-4 3 0-15,3 6-1 16,0 2 1-16,-6-1-1 16,0 0 0-16,-3-3 0 15,-2 4 1-15,2 6 0 16,-4 6 0-16,1 3-1 15,-2-2 1-15,-3-3-1 0,-2-8 1 16,-1 3 0-16,6 1 0 16,-3 6 0-16,0 3 1 15,5-2 0-15,-7-4 0 16,5-6 0-16,2-2 0 16,-8 4-1-16,7 5 2 15,0 0-1-15,4-1 0 16,1-7 0-16,-1-5 1 0,2-6-1 15,-4 0 0-15,4 2 0 16,-1-3-1-16,-1 1 0 16,0-2 1-16,0-6-1 31,2-5 0-31,2-8 1 0,1-4 0 0,-4-6 1 16,-1-6 0-16,6-1-2 15,2-1 0-15,13-3-38 16,3 0-49-16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DDB5F2-4CC0-43A0-A2FE-A90F536E1B32}" type="datetimeFigureOut">
              <a:rPr lang="en-US" smtClean="0"/>
              <a:t>3/19/2026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461B3-CF0D-4DDA-A8D9-1209A72FF09F}" type="slidenum">
              <a:rPr lang="en-US" smtClean="0"/>
              <a:t>‹#›</a:t>
            </a:fld>
            <a:endParaRPr lang="en-US"/>
          </a:p>
        </p:txBody>
      </p:sp>
    </p:spTree>
    <p:extLst>
      <p:ext uri="{BB962C8B-B14F-4D97-AF65-F5344CB8AC3E}">
        <p14:creationId xmlns:p14="http://schemas.microsoft.com/office/powerpoint/2010/main" val="3796958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7D70C-DE1D-BBAB-9361-ADEA33E2C70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C66D9A-8CBB-FA6A-78ED-42085BACF2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0EFB215-3082-058F-BEE3-E5711A0F8985}"/>
              </a:ext>
            </a:extLst>
          </p:cNvPr>
          <p:cNvSpPr>
            <a:spLocks noGrp="1"/>
          </p:cNvSpPr>
          <p:nvPr>
            <p:ph type="dt" sz="half" idx="10"/>
          </p:nvPr>
        </p:nvSpPr>
        <p:spPr/>
        <p:txBody>
          <a:bodyPr/>
          <a:lstStyle/>
          <a:p>
            <a:fld id="{EA740E5E-E653-4B41-AFA5-CC5D140B1F8F}" type="datetimeFigureOut">
              <a:rPr lang="en-US" smtClean="0"/>
              <a:t>3/19/2026</a:t>
            </a:fld>
            <a:endParaRPr lang="en-US"/>
          </a:p>
        </p:txBody>
      </p:sp>
      <p:sp>
        <p:nvSpPr>
          <p:cNvPr id="5" name="Footer Placeholder 4">
            <a:extLst>
              <a:ext uri="{FF2B5EF4-FFF2-40B4-BE49-F238E27FC236}">
                <a16:creationId xmlns:a16="http://schemas.microsoft.com/office/drawing/2014/main" id="{3A332942-0DAF-B478-5306-8EF3F86512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15A99C-B3FC-62C7-E645-6B2CE9EE3556}"/>
              </a:ext>
            </a:extLst>
          </p:cNvPr>
          <p:cNvSpPr>
            <a:spLocks noGrp="1"/>
          </p:cNvSpPr>
          <p:nvPr>
            <p:ph type="sldNum" sz="quarter" idx="12"/>
          </p:nvPr>
        </p:nvSpPr>
        <p:spPr/>
        <p:txBody>
          <a:bodyPr/>
          <a:lstStyle/>
          <a:p>
            <a:fld id="{D183654F-8035-40FD-8A9A-F26333DDBFE7}" type="slidenum">
              <a:rPr lang="en-US" smtClean="0"/>
              <a:t>‹#›</a:t>
            </a:fld>
            <a:endParaRPr lang="en-US"/>
          </a:p>
        </p:txBody>
      </p:sp>
    </p:spTree>
    <p:extLst>
      <p:ext uri="{BB962C8B-B14F-4D97-AF65-F5344CB8AC3E}">
        <p14:creationId xmlns:p14="http://schemas.microsoft.com/office/powerpoint/2010/main" val="2661387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7DED7-3485-65DC-CA25-3C31623889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533FBB-D99D-7BE7-3B6E-05867CD455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2B6F8F-B9B2-EFCE-29B2-213E4204224C}"/>
              </a:ext>
            </a:extLst>
          </p:cNvPr>
          <p:cNvSpPr>
            <a:spLocks noGrp="1"/>
          </p:cNvSpPr>
          <p:nvPr>
            <p:ph type="dt" sz="half" idx="10"/>
          </p:nvPr>
        </p:nvSpPr>
        <p:spPr/>
        <p:txBody>
          <a:bodyPr/>
          <a:lstStyle/>
          <a:p>
            <a:fld id="{EA740E5E-E653-4B41-AFA5-CC5D140B1F8F}" type="datetimeFigureOut">
              <a:rPr lang="en-US" smtClean="0"/>
              <a:t>3/19/2026</a:t>
            </a:fld>
            <a:endParaRPr lang="en-US"/>
          </a:p>
        </p:txBody>
      </p:sp>
      <p:sp>
        <p:nvSpPr>
          <p:cNvPr id="5" name="Footer Placeholder 4">
            <a:extLst>
              <a:ext uri="{FF2B5EF4-FFF2-40B4-BE49-F238E27FC236}">
                <a16:creationId xmlns:a16="http://schemas.microsoft.com/office/drawing/2014/main" id="{57B5FD73-26F5-823A-04DF-7872E066D8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6586F6-497C-603F-160F-6C0420AB5F40}"/>
              </a:ext>
            </a:extLst>
          </p:cNvPr>
          <p:cNvSpPr>
            <a:spLocks noGrp="1"/>
          </p:cNvSpPr>
          <p:nvPr>
            <p:ph type="sldNum" sz="quarter" idx="12"/>
          </p:nvPr>
        </p:nvSpPr>
        <p:spPr/>
        <p:txBody>
          <a:bodyPr/>
          <a:lstStyle/>
          <a:p>
            <a:fld id="{D183654F-8035-40FD-8A9A-F26333DDBFE7}" type="slidenum">
              <a:rPr lang="en-US" smtClean="0"/>
              <a:t>‹#›</a:t>
            </a:fld>
            <a:endParaRPr lang="en-US"/>
          </a:p>
        </p:txBody>
      </p:sp>
    </p:spTree>
    <p:extLst>
      <p:ext uri="{BB962C8B-B14F-4D97-AF65-F5344CB8AC3E}">
        <p14:creationId xmlns:p14="http://schemas.microsoft.com/office/powerpoint/2010/main" val="1844062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4C48D-87B4-AEF5-C6F0-D0D6BB6D17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690952F-1ECD-CCEF-FC90-8CD159CF45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7E934A-6126-77E0-D600-E6372940B623}"/>
              </a:ext>
            </a:extLst>
          </p:cNvPr>
          <p:cNvSpPr>
            <a:spLocks noGrp="1"/>
          </p:cNvSpPr>
          <p:nvPr>
            <p:ph type="dt" sz="half" idx="10"/>
          </p:nvPr>
        </p:nvSpPr>
        <p:spPr/>
        <p:txBody>
          <a:bodyPr/>
          <a:lstStyle/>
          <a:p>
            <a:fld id="{EA740E5E-E653-4B41-AFA5-CC5D140B1F8F}" type="datetimeFigureOut">
              <a:rPr lang="en-US" smtClean="0"/>
              <a:t>3/19/2026</a:t>
            </a:fld>
            <a:endParaRPr lang="en-US"/>
          </a:p>
        </p:txBody>
      </p:sp>
      <p:sp>
        <p:nvSpPr>
          <p:cNvPr id="5" name="Footer Placeholder 4">
            <a:extLst>
              <a:ext uri="{FF2B5EF4-FFF2-40B4-BE49-F238E27FC236}">
                <a16:creationId xmlns:a16="http://schemas.microsoft.com/office/drawing/2014/main" id="{054BEE73-4219-159F-8F58-819D6195F8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82C883-2069-169C-D55A-C10F920BB847}"/>
              </a:ext>
            </a:extLst>
          </p:cNvPr>
          <p:cNvSpPr>
            <a:spLocks noGrp="1"/>
          </p:cNvSpPr>
          <p:nvPr>
            <p:ph type="sldNum" sz="quarter" idx="12"/>
          </p:nvPr>
        </p:nvSpPr>
        <p:spPr/>
        <p:txBody>
          <a:bodyPr/>
          <a:lstStyle/>
          <a:p>
            <a:fld id="{D183654F-8035-40FD-8A9A-F26333DDBFE7}" type="slidenum">
              <a:rPr lang="en-US" smtClean="0"/>
              <a:t>‹#›</a:t>
            </a:fld>
            <a:endParaRPr lang="en-US"/>
          </a:p>
        </p:txBody>
      </p:sp>
    </p:spTree>
    <p:extLst>
      <p:ext uri="{BB962C8B-B14F-4D97-AF65-F5344CB8AC3E}">
        <p14:creationId xmlns:p14="http://schemas.microsoft.com/office/powerpoint/2010/main" val="1685375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031D1-CF01-8231-C80D-F89A1AFFC9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192C2C-DC35-AAF3-DA8D-F09BA7E969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05A6F5-82B4-1C22-1AE9-237C7D2377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8A6576-AECE-73AE-2C87-ADADD69503CE}"/>
              </a:ext>
            </a:extLst>
          </p:cNvPr>
          <p:cNvSpPr>
            <a:spLocks noGrp="1"/>
          </p:cNvSpPr>
          <p:nvPr>
            <p:ph type="dt" sz="half" idx="10"/>
          </p:nvPr>
        </p:nvSpPr>
        <p:spPr/>
        <p:txBody>
          <a:bodyPr/>
          <a:lstStyle/>
          <a:p>
            <a:fld id="{EA740E5E-E653-4B41-AFA5-CC5D140B1F8F}" type="datetimeFigureOut">
              <a:rPr lang="en-US" smtClean="0"/>
              <a:t>3/19/2026</a:t>
            </a:fld>
            <a:endParaRPr lang="en-US"/>
          </a:p>
        </p:txBody>
      </p:sp>
      <p:sp>
        <p:nvSpPr>
          <p:cNvPr id="6" name="Footer Placeholder 5">
            <a:extLst>
              <a:ext uri="{FF2B5EF4-FFF2-40B4-BE49-F238E27FC236}">
                <a16:creationId xmlns:a16="http://schemas.microsoft.com/office/drawing/2014/main" id="{126F6015-7D5B-B10E-6E77-7D49ADA1AF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330CF3-39E6-C462-FFB3-0D7EF46714CA}"/>
              </a:ext>
            </a:extLst>
          </p:cNvPr>
          <p:cNvSpPr>
            <a:spLocks noGrp="1"/>
          </p:cNvSpPr>
          <p:nvPr>
            <p:ph type="sldNum" sz="quarter" idx="12"/>
          </p:nvPr>
        </p:nvSpPr>
        <p:spPr/>
        <p:txBody>
          <a:bodyPr/>
          <a:lstStyle/>
          <a:p>
            <a:fld id="{D183654F-8035-40FD-8A9A-F26333DDBFE7}" type="slidenum">
              <a:rPr lang="en-US" smtClean="0"/>
              <a:t>‹#›</a:t>
            </a:fld>
            <a:endParaRPr lang="en-US"/>
          </a:p>
        </p:txBody>
      </p:sp>
    </p:spTree>
    <p:extLst>
      <p:ext uri="{BB962C8B-B14F-4D97-AF65-F5344CB8AC3E}">
        <p14:creationId xmlns:p14="http://schemas.microsoft.com/office/powerpoint/2010/main" val="200428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088CC-EA4E-28D6-5FB3-57DC76E18F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5B39EA-F84C-068F-D748-7F49093B32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8C6A66-5E05-F672-3724-CB7727D932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8BB2BC-4600-8BA9-AFCC-B5087BA443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9C9557-4595-3FC5-3F66-76FAB4C306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8BAE91-F961-7F27-B9A8-C9FDAC7636F0}"/>
              </a:ext>
            </a:extLst>
          </p:cNvPr>
          <p:cNvSpPr>
            <a:spLocks noGrp="1"/>
          </p:cNvSpPr>
          <p:nvPr>
            <p:ph type="dt" sz="half" idx="10"/>
          </p:nvPr>
        </p:nvSpPr>
        <p:spPr/>
        <p:txBody>
          <a:bodyPr/>
          <a:lstStyle/>
          <a:p>
            <a:fld id="{EA740E5E-E653-4B41-AFA5-CC5D140B1F8F}" type="datetimeFigureOut">
              <a:rPr lang="en-US" smtClean="0"/>
              <a:t>3/19/2026</a:t>
            </a:fld>
            <a:endParaRPr lang="en-US"/>
          </a:p>
        </p:txBody>
      </p:sp>
      <p:sp>
        <p:nvSpPr>
          <p:cNvPr id="8" name="Footer Placeholder 7">
            <a:extLst>
              <a:ext uri="{FF2B5EF4-FFF2-40B4-BE49-F238E27FC236}">
                <a16:creationId xmlns:a16="http://schemas.microsoft.com/office/drawing/2014/main" id="{DE2BA114-4E71-5941-39F8-E70CD2D198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B64F39-9C59-CFF4-D732-FA89796AF591}"/>
              </a:ext>
            </a:extLst>
          </p:cNvPr>
          <p:cNvSpPr>
            <a:spLocks noGrp="1"/>
          </p:cNvSpPr>
          <p:nvPr>
            <p:ph type="sldNum" sz="quarter" idx="12"/>
          </p:nvPr>
        </p:nvSpPr>
        <p:spPr/>
        <p:txBody>
          <a:bodyPr/>
          <a:lstStyle/>
          <a:p>
            <a:fld id="{D183654F-8035-40FD-8A9A-F26333DDBFE7}" type="slidenum">
              <a:rPr lang="en-US" smtClean="0"/>
              <a:t>‹#›</a:t>
            </a:fld>
            <a:endParaRPr lang="en-US"/>
          </a:p>
        </p:txBody>
      </p:sp>
    </p:spTree>
    <p:extLst>
      <p:ext uri="{BB962C8B-B14F-4D97-AF65-F5344CB8AC3E}">
        <p14:creationId xmlns:p14="http://schemas.microsoft.com/office/powerpoint/2010/main" val="553107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22163-CF26-680A-4798-5D7BAC68FBE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F5EC3A6-8FAA-C613-0E3B-3C11AD886740}"/>
              </a:ext>
            </a:extLst>
          </p:cNvPr>
          <p:cNvSpPr>
            <a:spLocks noGrp="1"/>
          </p:cNvSpPr>
          <p:nvPr>
            <p:ph type="dt" sz="half" idx="10"/>
          </p:nvPr>
        </p:nvSpPr>
        <p:spPr/>
        <p:txBody>
          <a:bodyPr/>
          <a:lstStyle/>
          <a:p>
            <a:fld id="{EA740E5E-E653-4B41-AFA5-CC5D140B1F8F}" type="datetimeFigureOut">
              <a:rPr lang="en-US" smtClean="0"/>
              <a:t>3/19/2026</a:t>
            </a:fld>
            <a:endParaRPr lang="en-US"/>
          </a:p>
        </p:txBody>
      </p:sp>
      <p:sp>
        <p:nvSpPr>
          <p:cNvPr id="4" name="Footer Placeholder 3">
            <a:extLst>
              <a:ext uri="{FF2B5EF4-FFF2-40B4-BE49-F238E27FC236}">
                <a16:creationId xmlns:a16="http://schemas.microsoft.com/office/drawing/2014/main" id="{D2FE8510-2BE0-94EC-32FF-E2E70C6998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72D2DC9-DCF9-6C20-82C2-4A3317338542}"/>
              </a:ext>
            </a:extLst>
          </p:cNvPr>
          <p:cNvSpPr>
            <a:spLocks noGrp="1"/>
          </p:cNvSpPr>
          <p:nvPr>
            <p:ph type="sldNum" sz="quarter" idx="12"/>
          </p:nvPr>
        </p:nvSpPr>
        <p:spPr/>
        <p:txBody>
          <a:bodyPr/>
          <a:lstStyle/>
          <a:p>
            <a:fld id="{D183654F-8035-40FD-8A9A-F26333DDBFE7}" type="slidenum">
              <a:rPr lang="en-US" smtClean="0"/>
              <a:t>‹#›</a:t>
            </a:fld>
            <a:endParaRPr lang="en-US"/>
          </a:p>
        </p:txBody>
      </p:sp>
    </p:spTree>
    <p:extLst>
      <p:ext uri="{BB962C8B-B14F-4D97-AF65-F5344CB8AC3E}">
        <p14:creationId xmlns:p14="http://schemas.microsoft.com/office/powerpoint/2010/main" val="2555895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08C64F-9258-546D-F012-52C1CC9A4608}"/>
              </a:ext>
            </a:extLst>
          </p:cNvPr>
          <p:cNvSpPr>
            <a:spLocks noGrp="1"/>
          </p:cNvSpPr>
          <p:nvPr>
            <p:ph type="dt" sz="half" idx="10"/>
          </p:nvPr>
        </p:nvSpPr>
        <p:spPr/>
        <p:txBody>
          <a:bodyPr/>
          <a:lstStyle/>
          <a:p>
            <a:fld id="{EA740E5E-E653-4B41-AFA5-CC5D140B1F8F}" type="datetimeFigureOut">
              <a:rPr lang="en-US" smtClean="0"/>
              <a:t>3/19/2026</a:t>
            </a:fld>
            <a:endParaRPr lang="en-US"/>
          </a:p>
        </p:txBody>
      </p:sp>
      <p:sp>
        <p:nvSpPr>
          <p:cNvPr id="3" name="Footer Placeholder 2">
            <a:extLst>
              <a:ext uri="{FF2B5EF4-FFF2-40B4-BE49-F238E27FC236}">
                <a16:creationId xmlns:a16="http://schemas.microsoft.com/office/drawing/2014/main" id="{63644758-693C-0EA4-5B5F-2FE865E3A9D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668911-32B3-0A7F-6EF3-1D811CB123A8}"/>
              </a:ext>
            </a:extLst>
          </p:cNvPr>
          <p:cNvSpPr>
            <a:spLocks noGrp="1"/>
          </p:cNvSpPr>
          <p:nvPr>
            <p:ph type="sldNum" sz="quarter" idx="12"/>
          </p:nvPr>
        </p:nvSpPr>
        <p:spPr/>
        <p:txBody>
          <a:bodyPr/>
          <a:lstStyle/>
          <a:p>
            <a:fld id="{D183654F-8035-40FD-8A9A-F26333DDBFE7}" type="slidenum">
              <a:rPr lang="en-US" smtClean="0"/>
              <a:t>‹#›</a:t>
            </a:fld>
            <a:endParaRPr lang="en-US"/>
          </a:p>
        </p:txBody>
      </p:sp>
    </p:spTree>
    <p:extLst>
      <p:ext uri="{BB962C8B-B14F-4D97-AF65-F5344CB8AC3E}">
        <p14:creationId xmlns:p14="http://schemas.microsoft.com/office/powerpoint/2010/main" val="361569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EC985-FA94-CB44-F143-E8D4C88EC2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9B7E56-FF49-9942-0608-73E0C05D55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DC53DB-443C-0446-CD80-3248D970FC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DA8F9E-AED1-2CD2-4E5A-70C31B5C8344}"/>
              </a:ext>
            </a:extLst>
          </p:cNvPr>
          <p:cNvSpPr>
            <a:spLocks noGrp="1"/>
          </p:cNvSpPr>
          <p:nvPr>
            <p:ph type="dt" sz="half" idx="10"/>
          </p:nvPr>
        </p:nvSpPr>
        <p:spPr/>
        <p:txBody>
          <a:bodyPr/>
          <a:lstStyle/>
          <a:p>
            <a:fld id="{EA740E5E-E653-4B41-AFA5-CC5D140B1F8F}" type="datetimeFigureOut">
              <a:rPr lang="en-US" smtClean="0"/>
              <a:t>3/19/2026</a:t>
            </a:fld>
            <a:endParaRPr lang="en-US"/>
          </a:p>
        </p:txBody>
      </p:sp>
      <p:sp>
        <p:nvSpPr>
          <p:cNvPr id="6" name="Footer Placeholder 5">
            <a:extLst>
              <a:ext uri="{FF2B5EF4-FFF2-40B4-BE49-F238E27FC236}">
                <a16:creationId xmlns:a16="http://schemas.microsoft.com/office/drawing/2014/main" id="{1FF20489-AF86-B721-B798-83D74C0AE1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3EDABA-90A6-6550-3A60-72D1B509DB4F}"/>
              </a:ext>
            </a:extLst>
          </p:cNvPr>
          <p:cNvSpPr>
            <a:spLocks noGrp="1"/>
          </p:cNvSpPr>
          <p:nvPr>
            <p:ph type="sldNum" sz="quarter" idx="12"/>
          </p:nvPr>
        </p:nvSpPr>
        <p:spPr/>
        <p:txBody>
          <a:bodyPr/>
          <a:lstStyle/>
          <a:p>
            <a:fld id="{D183654F-8035-40FD-8A9A-F26333DDBFE7}" type="slidenum">
              <a:rPr lang="en-US" smtClean="0"/>
              <a:t>‹#›</a:t>
            </a:fld>
            <a:endParaRPr lang="en-US"/>
          </a:p>
        </p:txBody>
      </p:sp>
    </p:spTree>
    <p:extLst>
      <p:ext uri="{BB962C8B-B14F-4D97-AF65-F5344CB8AC3E}">
        <p14:creationId xmlns:p14="http://schemas.microsoft.com/office/powerpoint/2010/main" val="3247130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7E4B0-598D-CBBA-632D-5AB7BA6250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602C20-C7F2-80FB-2FFB-D7412BD11D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CE63B59-D802-924C-79D5-0D25EA2951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89C810-C6B9-4F78-97F1-0502AFF6002B}"/>
              </a:ext>
            </a:extLst>
          </p:cNvPr>
          <p:cNvSpPr>
            <a:spLocks noGrp="1"/>
          </p:cNvSpPr>
          <p:nvPr>
            <p:ph type="dt" sz="half" idx="10"/>
          </p:nvPr>
        </p:nvSpPr>
        <p:spPr/>
        <p:txBody>
          <a:bodyPr/>
          <a:lstStyle/>
          <a:p>
            <a:fld id="{EA740E5E-E653-4B41-AFA5-CC5D140B1F8F}" type="datetimeFigureOut">
              <a:rPr lang="en-US" smtClean="0"/>
              <a:t>3/19/2026</a:t>
            </a:fld>
            <a:endParaRPr lang="en-US"/>
          </a:p>
        </p:txBody>
      </p:sp>
      <p:sp>
        <p:nvSpPr>
          <p:cNvPr id="6" name="Footer Placeholder 5">
            <a:extLst>
              <a:ext uri="{FF2B5EF4-FFF2-40B4-BE49-F238E27FC236}">
                <a16:creationId xmlns:a16="http://schemas.microsoft.com/office/drawing/2014/main" id="{A52D8317-D489-62E4-6449-06004FB23E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8C758B-33F5-BCB6-0064-522FBA1CA73F}"/>
              </a:ext>
            </a:extLst>
          </p:cNvPr>
          <p:cNvSpPr>
            <a:spLocks noGrp="1"/>
          </p:cNvSpPr>
          <p:nvPr>
            <p:ph type="sldNum" sz="quarter" idx="12"/>
          </p:nvPr>
        </p:nvSpPr>
        <p:spPr/>
        <p:txBody>
          <a:bodyPr/>
          <a:lstStyle/>
          <a:p>
            <a:fld id="{D183654F-8035-40FD-8A9A-F26333DDBFE7}" type="slidenum">
              <a:rPr lang="en-US" smtClean="0"/>
              <a:t>‹#›</a:t>
            </a:fld>
            <a:endParaRPr lang="en-US"/>
          </a:p>
        </p:txBody>
      </p:sp>
    </p:spTree>
    <p:extLst>
      <p:ext uri="{BB962C8B-B14F-4D97-AF65-F5344CB8AC3E}">
        <p14:creationId xmlns:p14="http://schemas.microsoft.com/office/powerpoint/2010/main" val="1525361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F58C-CC75-BED8-15B2-D0CEE26440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49A298-D4BE-2106-7DE7-0DDE0933C7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829D38-471A-608B-CA36-8A563CE74213}"/>
              </a:ext>
            </a:extLst>
          </p:cNvPr>
          <p:cNvSpPr>
            <a:spLocks noGrp="1"/>
          </p:cNvSpPr>
          <p:nvPr>
            <p:ph type="dt" sz="half" idx="10"/>
          </p:nvPr>
        </p:nvSpPr>
        <p:spPr/>
        <p:txBody>
          <a:bodyPr/>
          <a:lstStyle/>
          <a:p>
            <a:fld id="{EA740E5E-E653-4B41-AFA5-CC5D140B1F8F}" type="datetimeFigureOut">
              <a:rPr lang="en-US" smtClean="0"/>
              <a:t>3/19/2026</a:t>
            </a:fld>
            <a:endParaRPr lang="en-US"/>
          </a:p>
        </p:txBody>
      </p:sp>
      <p:sp>
        <p:nvSpPr>
          <p:cNvPr id="5" name="Footer Placeholder 4">
            <a:extLst>
              <a:ext uri="{FF2B5EF4-FFF2-40B4-BE49-F238E27FC236}">
                <a16:creationId xmlns:a16="http://schemas.microsoft.com/office/drawing/2014/main" id="{F4C35565-3CBD-2F72-F8F4-0B2F60D87D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6AFB3B-7E5B-3128-D06E-2E0AA416776F}"/>
              </a:ext>
            </a:extLst>
          </p:cNvPr>
          <p:cNvSpPr>
            <a:spLocks noGrp="1"/>
          </p:cNvSpPr>
          <p:nvPr>
            <p:ph type="sldNum" sz="quarter" idx="12"/>
          </p:nvPr>
        </p:nvSpPr>
        <p:spPr/>
        <p:txBody>
          <a:bodyPr/>
          <a:lstStyle/>
          <a:p>
            <a:fld id="{D183654F-8035-40FD-8A9A-F26333DDBFE7}" type="slidenum">
              <a:rPr lang="en-US" smtClean="0"/>
              <a:t>‹#›</a:t>
            </a:fld>
            <a:endParaRPr lang="en-US"/>
          </a:p>
        </p:txBody>
      </p:sp>
    </p:spTree>
    <p:extLst>
      <p:ext uri="{BB962C8B-B14F-4D97-AF65-F5344CB8AC3E}">
        <p14:creationId xmlns:p14="http://schemas.microsoft.com/office/powerpoint/2010/main" val="3553090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1F26EB-C4D9-3D58-B086-6964A9CB5F0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7928E8B-3E52-7152-9041-7B590CB98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A70856-A738-15B9-1645-B17595720A9A}"/>
              </a:ext>
            </a:extLst>
          </p:cNvPr>
          <p:cNvSpPr>
            <a:spLocks noGrp="1"/>
          </p:cNvSpPr>
          <p:nvPr>
            <p:ph type="dt" sz="half" idx="10"/>
          </p:nvPr>
        </p:nvSpPr>
        <p:spPr/>
        <p:txBody>
          <a:bodyPr/>
          <a:lstStyle/>
          <a:p>
            <a:fld id="{EA740E5E-E653-4B41-AFA5-CC5D140B1F8F}" type="datetimeFigureOut">
              <a:rPr lang="en-US" smtClean="0"/>
              <a:t>3/19/2026</a:t>
            </a:fld>
            <a:endParaRPr lang="en-US"/>
          </a:p>
        </p:txBody>
      </p:sp>
      <p:sp>
        <p:nvSpPr>
          <p:cNvPr id="5" name="Footer Placeholder 4">
            <a:extLst>
              <a:ext uri="{FF2B5EF4-FFF2-40B4-BE49-F238E27FC236}">
                <a16:creationId xmlns:a16="http://schemas.microsoft.com/office/drawing/2014/main" id="{568FC79F-3F61-B1D0-5739-F19B5E7F8B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DCF06A-5077-53D5-70EE-203DC37AF25E}"/>
              </a:ext>
            </a:extLst>
          </p:cNvPr>
          <p:cNvSpPr>
            <a:spLocks noGrp="1"/>
          </p:cNvSpPr>
          <p:nvPr>
            <p:ph type="sldNum" sz="quarter" idx="12"/>
          </p:nvPr>
        </p:nvSpPr>
        <p:spPr/>
        <p:txBody>
          <a:bodyPr/>
          <a:lstStyle/>
          <a:p>
            <a:fld id="{D183654F-8035-40FD-8A9A-F26333DDBFE7}" type="slidenum">
              <a:rPr lang="en-US" smtClean="0"/>
              <a:t>‹#›</a:t>
            </a:fld>
            <a:endParaRPr lang="en-US"/>
          </a:p>
        </p:txBody>
      </p:sp>
    </p:spTree>
    <p:extLst>
      <p:ext uri="{BB962C8B-B14F-4D97-AF65-F5344CB8AC3E}">
        <p14:creationId xmlns:p14="http://schemas.microsoft.com/office/powerpoint/2010/main" val="32358881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6890313-D65E-48C4-A3A6-34119A1AE12B}"/>
              </a:ext>
            </a:extLst>
          </p:cNvPr>
          <p:cNvSpPr>
            <a:spLocks noGrp="1"/>
          </p:cNvSpPr>
          <p:nvPr>
            <p:ph type="dt" sz="half" idx="10"/>
          </p:nvPr>
        </p:nvSpPr>
        <p:spPr>
          <a:xfrm>
            <a:off x="1193483" y="6369413"/>
            <a:ext cx="2743200" cy="365125"/>
          </a:xfrm>
          <a:prstGeom prst="rect">
            <a:avLst/>
          </a:prstGeom>
        </p:spPr>
        <p:txBody>
          <a:bodyPr/>
          <a:lstStyle>
            <a:lvl1pPr>
              <a:defRPr>
                <a:solidFill>
                  <a:schemeClr val="tx1"/>
                </a:solidFill>
              </a:defRPr>
            </a:lvl1pPr>
          </a:lstStyle>
          <a:p>
            <a:fld id="{3EE30DAA-7065-4890-9212-BDE130B87FA8}" type="datetime1">
              <a:rPr lang="en-US" smtClean="0"/>
              <a:t>3/19/2026</a:t>
            </a:fld>
            <a:endParaRPr lang="en-US" dirty="0"/>
          </a:p>
        </p:txBody>
      </p:sp>
      <p:sp>
        <p:nvSpPr>
          <p:cNvPr id="5" name="Footer Placeholder 4">
            <a:extLst>
              <a:ext uri="{FF2B5EF4-FFF2-40B4-BE49-F238E27FC236}">
                <a16:creationId xmlns:a16="http://schemas.microsoft.com/office/drawing/2014/main" id="{DD4C75F9-346B-4BC5-B94F-9855FA34A4FB}"/>
              </a:ext>
            </a:extLst>
          </p:cNvPr>
          <p:cNvSpPr>
            <a:spLocks noGrp="1"/>
          </p:cNvSpPr>
          <p:nvPr>
            <p:ph type="ftr" sz="quarter" idx="11"/>
          </p:nvPr>
        </p:nvSpPr>
        <p:spPr>
          <a:xfrm>
            <a:off x="4038600" y="6356350"/>
            <a:ext cx="4114800" cy="365125"/>
          </a:xfrm>
          <a:prstGeom prst="rect">
            <a:avLst/>
          </a:prstGeom>
        </p:spPr>
        <p:txBody>
          <a:bodyPr/>
          <a:lstStyle>
            <a:lvl1pPr algn="ctr">
              <a:defRPr>
                <a:solidFill>
                  <a:schemeClr val="tx1"/>
                </a:solidFill>
              </a:defRPr>
            </a:lvl1pPr>
          </a:lstStyle>
          <a:p>
            <a:r>
              <a:rPr lang="en-US" dirty="0"/>
              <a:t>Data Science in Practice</a:t>
            </a:r>
          </a:p>
        </p:txBody>
      </p:sp>
      <p:sp>
        <p:nvSpPr>
          <p:cNvPr id="6" name="Slide Number Placeholder 5">
            <a:extLst>
              <a:ext uri="{FF2B5EF4-FFF2-40B4-BE49-F238E27FC236}">
                <a16:creationId xmlns:a16="http://schemas.microsoft.com/office/drawing/2014/main" id="{746F3D9E-7353-49E1-9D01-B7CC9A5BE0B9}"/>
              </a:ext>
            </a:extLst>
          </p:cNvPr>
          <p:cNvSpPr>
            <a:spLocks noGrp="1"/>
          </p:cNvSpPr>
          <p:nvPr>
            <p:ph type="sldNum" sz="quarter" idx="12"/>
          </p:nvPr>
        </p:nvSpPr>
        <p:spPr>
          <a:xfrm>
            <a:off x="8270965" y="6356350"/>
            <a:ext cx="2743200" cy="365125"/>
          </a:xfrm>
          <a:prstGeom prst="rect">
            <a:avLst/>
          </a:prstGeom>
        </p:spPr>
        <p:txBody>
          <a:bodyPr/>
          <a:lstStyle>
            <a:lvl1pPr>
              <a:defRPr>
                <a:solidFill>
                  <a:schemeClr val="tx1"/>
                </a:solidFill>
              </a:defRPr>
            </a:lvl1pPr>
          </a:lstStyle>
          <a:p>
            <a:pPr algn="r"/>
            <a:fld id="{D50A3D7C-70F1-4B51-BC20-2772D1CDE1B2}" type="slidenum">
              <a:rPr lang="en-US" smtClean="0"/>
              <a:pPr algn="r"/>
              <a:t>‹#›</a:t>
            </a:fld>
            <a:endParaRPr lang="en-US" dirty="0"/>
          </a:p>
        </p:txBody>
      </p:sp>
    </p:spTree>
    <p:extLst>
      <p:ext uri="{BB962C8B-B14F-4D97-AF65-F5344CB8AC3E}">
        <p14:creationId xmlns:p14="http://schemas.microsoft.com/office/powerpoint/2010/main" val="6171052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0404B3-A0E9-8153-01DC-DDD79C33EC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4A9BDFA-1EE3-CC75-CA51-9400E5DAF7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6E30E8-888A-E885-B12A-9137AEEBE7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740E5E-E653-4B41-AFA5-CC5D140B1F8F}" type="datetimeFigureOut">
              <a:rPr lang="en-US" smtClean="0"/>
              <a:t>3/19/2026</a:t>
            </a:fld>
            <a:endParaRPr lang="en-US"/>
          </a:p>
        </p:txBody>
      </p:sp>
      <p:sp>
        <p:nvSpPr>
          <p:cNvPr id="5" name="Footer Placeholder 4">
            <a:extLst>
              <a:ext uri="{FF2B5EF4-FFF2-40B4-BE49-F238E27FC236}">
                <a16:creationId xmlns:a16="http://schemas.microsoft.com/office/drawing/2014/main" id="{498D570D-E04A-3378-7309-BC9A6E72DE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8D3BA85-964F-9374-DB91-1FF72226E6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83654F-8035-40FD-8A9A-F26333DDBFE7}" type="slidenum">
              <a:rPr lang="en-US" smtClean="0"/>
              <a:t>‹#›</a:t>
            </a:fld>
            <a:endParaRPr lang="en-US"/>
          </a:p>
        </p:txBody>
      </p:sp>
    </p:spTree>
    <p:extLst>
      <p:ext uri="{BB962C8B-B14F-4D97-AF65-F5344CB8AC3E}">
        <p14:creationId xmlns:p14="http://schemas.microsoft.com/office/powerpoint/2010/main" val="6036853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chart" Target="../charts/chart2.xml"/><Relationship Id="rId3" Type="http://schemas.openxmlformats.org/officeDocument/2006/relationships/tags" Target="../tags/tag3.xml"/><Relationship Id="rId7" Type="http://schemas.openxmlformats.org/officeDocument/2006/relationships/chart" Target="../charts/chart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3.png"/><Relationship Id="rId11" Type="http://schemas.openxmlformats.org/officeDocument/2006/relationships/image" Target="../media/image5.png"/><Relationship Id="rId5" Type="http://schemas.openxmlformats.org/officeDocument/2006/relationships/image" Target="../media/image2.png"/><Relationship Id="rId10" Type="http://schemas.openxmlformats.org/officeDocument/2006/relationships/image" Target="../media/image4.png"/><Relationship Id="rId4" Type="http://schemas.openxmlformats.org/officeDocument/2006/relationships/slideLayout" Target="../slideLayouts/slideLayout12.xml"/><Relationship Id="rId9" Type="http://schemas.openxmlformats.org/officeDocument/2006/relationships/chart" Target="../charts/char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image" Target="../media/image12.png"/><Relationship Id="rId3" Type="http://schemas.openxmlformats.org/officeDocument/2006/relationships/tags" Target="../tags/tag7.xml"/><Relationship Id="rId7" Type="http://schemas.openxmlformats.org/officeDocument/2006/relationships/tags" Target="../tags/tag11.xml"/><Relationship Id="rId12" Type="http://schemas.openxmlformats.org/officeDocument/2006/relationships/image" Target="../media/image11.png"/><Relationship Id="rId2" Type="http://schemas.openxmlformats.org/officeDocument/2006/relationships/tags" Target="../tags/tag6.xml"/><Relationship Id="rId16" Type="http://schemas.openxmlformats.org/officeDocument/2006/relationships/image" Target="../media/image15.png"/><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image" Target="../media/image10.png"/><Relationship Id="rId5" Type="http://schemas.openxmlformats.org/officeDocument/2006/relationships/tags" Target="../tags/tag9.xml"/><Relationship Id="rId15" Type="http://schemas.openxmlformats.org/officeDocument/2006/relationships/image" Target="../media/image14.png"/><Relationship Id="rId10" Type="http://schemas.openxmlformats.org/officeDocument/2006/relationships/chart" Target="../charts/chart4.xml"/><Relationship Id="rId4" Type="http://schemas.openxmlformats.org/officeDocument/2006/relationships/tags" Target="../tags/tag8.xml"/><Relationship Id="rId9" Type="http://schemas.openxmlformats.org/officeDocument/2006/relationships/image" Target="../media/image9.png"/><Relationship Id="rId1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8.png"/><Relationship Id="rId3" Type="http://schemas.openxmlformats.org/officeDocument/2006/relationships/tags" Target="../tags/tag14.xml"/><Relationship Id="rId7" Type="http://schemas.openxmlformats.org/officeDocument/2006/relationships/image" Target="../media/image3.png"/><Relationship Id="rId12" Type="http://schemas.openxmlformats.org/officeDocument/2006/relationships/image" Target="../media/image17.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12.xml"/><Relationship Id="rId11" Type="http://schemas.openxmlformats.org/officeDocument/2006/relationships/image" Target="../media/image16.png"/><Relationship Id="rId5" Type="http://schemas.openxmlformats.org/officeDocument/2006/relationships/tags" Target="../tags/tag16.xml"/><Relationship Id="rId10" Type="http://schemas.openxmlformats.org/officeDocument/2006/relationships/chart" Target="../charts/chart6.xml"/><Relationship Id="rId4" Type="http://schemas.openxmlformats.org/officeDocument/2006/relationships/tags" Target="../tags/tag15.xml"/><Relationship Id="rId9" Type="http://schemas.openxmlformats.org/officeDocument/2006/relationships/chart" Target="../charts/chart5.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tags" Target="../tags/tag19.xml"/><Relationship Id="rId7" Type="http://schemas.openxmlformats.org/officeDocument/2006/relationships/image" Target="../media/image20.pn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Layout" Target="../slideLayouts/slideLayout12.xml"/><Relationship Id="rId11" Type="http://schemas.openxmlformats.org/officeDocument/2006/relationships/image" Target="../media/image24.png"/><Relationship Id="rId5" Type="http://schemas.openxmlformats.org/officeDocument/2006/relationships/tags" Target="../tags/tag21.xml"/><Relationship Id="rId10" Type="http://schemas.openxmlformats.org/officeDocument/2006/relationships/image" Target="../media/image23.png"/><Relationship Id="rId4" Type="http://schemas.openxmlformats.org/officeDocument/2006/relationships/tags" Target="../tags/tag20.xml"/><Relationship Id="rId9"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chart" Target="../charts/chart7.xml"/><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tags" Target="../tags/tag26.xml"/><Relationship Id="rId7" Type="http://schemas.openxmlformats.org/officeDocument/2006/relationships/image" Target="../media/image27.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slideLayout" Target="../slideLayouts/slideLayout12.xml"/><Relationship Id="rId5" Type="http://schemas.openxmlformats.org/officeDocument/2006/relationships/tags" Target="../tags/tag28.xml"/><Relationship Id="rId10" Type="http://schemas.openxmlformats.org/officeDocument/2006/relationships/image" Target="../media/image26.png"/><Relationship Id="rId4" Type="http://schemas.openxmlformats.org/officeDocument/2006/relationships/tags" Target="../tags/tag27.xml"/><Relationship Id="rId9" Type="http://schemas.openxmlformats.org/officeDocument/2006/relationships/image" Target="../media/image29.png"/></Relationships>
</file>

<file path=ppt/slides/_rels/slide1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80.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customXml" Target="../ink/ink2.xml"/><Relationship Id="rId5" Type="http://schemas.openxmlformats.org/officeDocument/2006/relationships/image" Target="../media/image25.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image" Target="../media/image34.png"/><Relationship Id="rId18" Type="http://schemas.openxmlformats.org/officeDocument/2006/relationships/customXml" Target="../ink/ink4.xml"/><Relationship Id="rId3" Type="http://schemas.openxmlformats.org/officeDocument/2006/relationships/tags" Target="../tags/tag33.xml"/><Relationship Id="rId7" Type="http://schemas.openxmlformats.org/officeDocument/2006/relationships/tags" Target="../tags/tag37.xml"/><Relationship Id="rId12" Type="http://schemas.openxmlformats.org/officeDocument/2006/relationships/image" Target="../media/image33.png"/><Relationship Id="rId17" Type="http://schemas.openxmlformats.org/officeDocument/2006/relationships/image" Target="../media/image88.png"/><Relationship Id="rId2" Type="http://schemas.openxmlformats.org/officeDocument/2006/relationships/tags" Target="../tags/tag32.xml"/><Relationship Id="rId16" Type="http://schemas.openxmlformats.org/officeDocument/2006/relationships/customXml" Target="../ink/ink3.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image" Target="../media/image32.png"/><Relationship Id="rId5" Type="http://schemas.openxmlformats.org/officeDocument/2006/relationships/tags" Target="../tags/tag35.xml"/><Relationship Id="rId15" Type="http://schemas.openxmlformats.org/officeDocument/2006/relationships/image" Target="../media/image37.png"/><Relationship Id="rId10" Type="http://schemas.openxmlformats.org/officeDocument/2006/relationships/image" Target="../media/image31.png"/><Relationship Id="rId19" Type="http://schemas.openxmlformats.org/officeDocument/2006/relationships/image" Target="../media/image89.png"/><Relationship Id="rId4" Type="http://schemas.openxmlformats.org/officeDocument/2006/relationships/tags" Target="../tags/tag34.xml"/><Relationship Id="rId9" Type="http://schemas.openxmlformats.org/officeDocument/2006/relationships/image" Target="../media/image30.png"/><Relationship Id="rId14"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tags" Target="../tags/tag40.xml"/><Relationship Id="rId7" Type="http://schemas.openxmlformats.org/officeDocument/2006/relationships/image" Target="../media/image40.png"/><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tags" Target="../tags/tag43.xml"/><Relationship Id="rId7" Type="http://schemas.openxmlformats.org/officeDocument/2006/relationships/image" Target="../media/image32.png"/><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31.png"/><Relationship Id="rId5" Type="http://schemas.openxmlformats.org/officeDocument/2006/relationships/slideLayout" Target="../slideLayouts/slideLayout12.xml"/><Relationship Id="rId4" Type="http://schemas.openxmlformats.org/officeDocument/2006/relationships/tags" Target="../tags/tag44.xml"/><Relationship Id="rId9"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34233-1EBC-CED6-E691-DBFF0DDF5906}"/>
              </a:ext>
            </a:extLst>
          </p:cNvPr>
          <p:cNvSpPr>
            <a:spLocks noGrp="1"/>
          </p:cNvSpPr>
          <p:nvPr>
            <p:ph type="ctrTitle"/>
          </p:nvPr>
        </p:nvSpPr>
        <p:spPr>
          <a:xfrm>
            <a:off x="1524000" y="1132195"/>
            <a:ext cx="9144000" cy="2387600"/>
          </a:xfrm>
        </p:spPr>
        <p:txBody>
          <a:bodyPr/>
          <a:lstStyle/>
          <a:p>
            <a:r>
              <a:rPr lang="en-US"/>
              <a:t>Machine Learning</a:t>
            </a:r>
            <a:endParaRPr lang="de-DE" dirty="0"/>
          </a:p>
        </p:txBody>
      </p:sp>
      <p:sp>
        <p:nvSpPr>
          <p:cNvPr id="3" name="Subtitle 2">
            <a:extLst>
              <a:ext uri="{FF2B5EF4-FFF2-40B4-BE49-F238E27FC236}">
                <a16:creationId xmlns:a16="http://schemas.microsoft.com/office/drawing/2014/main" id="{714ED69C-495E-33A8-8972-4790979755D8}"/>
              </a:ext>
            </a:extLst>
          </p:cNvPr>
          <p:cNvSpPr>
            <a:spLocks noGrp="1"/>
          </p:cNvSpPr>
          <p:nvPr>
            <p:ph type="subTitle" idx="1"/>
          </p:nvPr>
        </p:nvSpPr>
        <p:spPr>
          <a:xfrm>
            <a:off x="1524000" y="5038266"/>
            <a:ext cx="9144000" cy="707203"/>
          </a:xfrm>
        </p:spPr>
        <p:txBody>
          <a:bodyPr>
            <a:normAutofit/>
          </a:bodyPr>
          <a:lstStyle/>
          <a:p>
            <a:r>
              <a:rPr lang="en-US" sz="3200" dirty="0"/>
              <a:t>Lecture 11</a:t>
            </a:r>
          </a:p>
        </p:txBody>
      </p:sp>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07581A9B-0DD0-281E-AC5B-4335A0E992E9}"/>
                  </a:ext>
                </a:extLst>
              </p14:cNvPr>
              <p14:cNvContentPartPr/>
              <p14:nvPr/>
            </p14:nvContentPartPr>
            <p14:xfrm>
              <a:off x="6158876" y="4119257"/>
              <a:ext cx="360" cy="360"/>
            </p14:xfrm>
          </p:contentPart>
        </mc:Choice>
        <mc:Fallback xmlns="">
          <p:pic>
            <p:nvPicPr>
              <p:cNvPr id="10" name="Ink 9">
                <a:extLst>
                  <a:ext uri="{FF2B5EF4-FFF2-40B4-BE49-F238E27FC236}">
                    <a16:creationId xmlns:a16="http://schemas.microsoft.com/office/drawing/2014/main" id="{07581A9B-0DD0-281E-AC5B-4335A0E992E9}"/>
                  </a:ext>
                </a:extLst>
              </p:cNvPr>
              <p:cNvPicPr/>
              <p:nvPr/>
            </p:nvPicPr>
            <p:blipFill>
              <a:blip r:embed="rId3"/>
              <a:stretch>
                <a:fillRect/>
              </a:stretch>
            </p:blipFill>
            <p:spPr>
              <a:xfrm>
                <a:off x="6149876" y="4110257"/>
                <a:ext cx="18000" cy="18000"/>
              </a:xfrm>
              <a:prstGeom prst="rect">
                <a:avLst/>
              </a:prstGeom>
            </p:spPr>
          </p:pic>
        </mc:Fallback>
      </mc:AlternateContent>
    </p:spTree>
    <p:extLst>
      <p:ext uri="{BB962C8B-B14F-4D97-AF65-F5344CB8AC3E}">
        <p14:creationId xmlns:p14="http://schemas.microsoft.com/office/powerpoint/2010/main" val="503668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77901" y="1756834"/>
            <a:ext cx="11214100" cy="2851151"/>
          </a:xfrm>
        </p:spPr>
        <p:txBody>
          <a:bodyPr/>
          <a:lstStyle/>
          <a:p>
            <a:pPr algn="ctr"/>
            <a:r>
              <a:rPr lang="en-US" sz="5867" dirty="0">
                <a:solidFill>
                  <a:schemeClr val="tx1">
                    <a:lumMod val="75000"/>
                    <a:lumOff val="25000"/>
                  </a:schemeClr>
                </a:solidFill>
              </a:rPr>
              <a:t>Why we need Regularization?</a:t>
            </a:r>
            <a:br>
              <a:rPr lang="en-US" sz="5867" dirty="0">
                <a:solidFill>
                  <a:schemeClr val="tx1">
                    <a:lumMod val="75000"/>
                    <a:lumOff val="25000"/>
                  </a:schemeClr>
                </a:solidFill>
              </a:rPr>
            </a:br>
            <a:r>
              <a:rPr lang="en-US" sz="4267" dirty="0">
                <a:solidFill>
                  <a:schemeClr val="tx1">
                    <a:lumMod val="75000"/>
                    <a:lumOff val="25000"/>
                  </a:schemeClr>
                </a:solidFill>
              </a:rPr>
              <a:t>The problem of overfitting</a:t>
            </a:r>
            <a:endParaRPr lang="en-US" sz="4267" dirty="0"/>
          </a:p>
        </p:txBody>
      </p:sp>
      <p:sp>
        <p:nvSpPr>
          <p:cNvPr id="4" name="Rectangle 3"/>
          <p:cNvSpPr/>
          <p:nvPr/>
        </p:nvSpPr>
        <p:spPr>
          <a:xfrm>
            <a:off x="6415776" y="6341495"/>
            <a:ext cx="5683351" cy="369332"/>
          </a:xfrm>
          <a:prstGeom prst="rect">
            <a:avLst/>
          </a:prstGeom>
        </p:spPr>
        <p:txBody>
          <a:bodyPr wrap="none">
            <a:spAutoFit/>
          </a:bodyPr>
          <a:lstStyle/>
          <a:p>
            <a:r>
              <a:rPr lang="en-US" dirty="0"/>
              <a:t>Source: https://www.coursera.org/learn/machine-learning</a:t>
            </a:r>
          </a:p>
        </p:txBody>
      </p:sp>
    </p:spTree>
    <p:extLst>
      <p:ext uri="{BB962C8B-B14F-4D97-AF65-F5344CB8AC3E}">
        <p14:creationId xmlns:p14="http://schemas.microsoft.com/office/powerpoint/2010/main" val="3352198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8000" y="381000"/>
            <a:ext cx="8534400" cy="584775"/>
          </a:xfrm>
          <a:prstGeom prst="rect">
            <a:avLst/>
          </a:prstGeom>
          <a:noFill/>
        </p:spPr>
        <p:txBody>
          <a:bodyPr wrap="square" rtlCol="0">
            <a:spAutoFit/>
          </a:bodyPr>
          <a:lstStyle/>
          <a:p>
            <a:r>
              <a:rPr lang="en-US" sz="3200" dirty="0"/>
              <a:t>Example: Linear regression (plot prices)</a:t>
            </a:r>
          </a:p>
        </p:txBody>
      </p:sp>
      <p:pic>
        <p:nvPicPr>
          <p:cNvPr id="9" name="Picture 8"/>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1541742" y="3491511"/>
            <a:ext cx="1226767" cy="304093"/>
          </a:xfrm>
          <a:prstGeom prst="rect">
            <a:avLst/>
          </a:prstGeom>
        </p:spPr>
      </p:pic>
      <p:pic>
        <p:nvPicPr>
          <p:cNvPr id="18" name="Picture 17"/>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4561037" y="3492377"/>
            <a:ext cx="2185327" cy="328417"/>
          </a:xfrm>
          <a:prstGeom prst="rect">
            <a:avLst/>
          </a:prstGeom>
        </p:spPr>
      </p:pic>
      <p:graphicFrame>
        <p:nvGraphicFramePr>
          <p:cNvPr id="20" name="Chart 19"/>
          <p:cNvGraphicFramePr>
            <a:graphicFrameLocks/>
          </p:cNvGraphicFramePr>
          <p:nvPr>
            <p:extLst>
              <p:ext uri="{D42A27DB-BD31-4B8C-83A1-F6EECF244321}">
                <p14:modId xmlns:p14="http://schemas.microsoft.com/office/powerpoint/2010/main" val="3560835893"/>
              </p:ext>
            </p:extLst>
          </p:nvPr>
        </p:nvGraphicFramePr>
        <p:xfrm>
          <a:off x="1091380" y="1032388"/>
          <a:ext cx="2308360" cy="2260138"/>
        </p:xfrm>
        <a:graphic>
          <a:graphicData uri="http://schemas.openxmlformats.org/drawingml/2006/chart">
            <c:chart xmlns:c="http://schemas.openxmlformats.org/drawingml/2006/chart" xmlns:r="http://schemas.openxmlformats.org/officeDocument/2006/relationships" r:id="rId7"/>
          </a:graphicData>
        </a:graphic>
      </p:graphicFrame>
      <p:sp>
        <p:nvSpPr>
          <p:cNvPr id="21" name="TextBox 20"/>
          <p:cNvSpPr txBox="1"/>
          <p:nvPr/>
        </p:nvSpPr>
        <p:spPr>
          <a:xfrm rot="16200000">
            <a:off x="57912" y="1896612"/>
            <a:ext cx="1270327" cy="420564"/>
          </a:xfrm>
          <a:prstGeom prst="rect">
            <a:avLst/>
          </a:prstGeom>
          <a:noFill/>
        </p:spPr>
        <p:txBody>
          <a:bodyPr wrap="square" rtlCol="0">
            <a:spAutoFit/>
          </a:bodyPr>
          <a:lstStyle/>
          <a:p>
            <a:pPr algn="ctr"/>
            <a:r>
              <a:rPr lang="en-US" sz="2133" dirty="0"/>
              <a:t>Price</a:t>
            </a:r>
          </a:p>
        </p:txBody>
      </p:sp>
      <p:sp>
        <p:nvSpPr>
          <p:cNvPr id="22" name="TextBox 20"/>
          <p:cNvSpPr txBox="1"/>
          <p:nvPr/>
        </p:nvSpPr>
        <p:spPr>
          <a:xfrm>
            <a:off x="1636382" y="3062549"/>
            <a:ext cx="1139139" cy="420564"/>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2133" dirty="0"/>
              <a:t>Size</a:t>
            </a:r>
          </a:p>
        </p:txBody>
      </p:sp>
      <p:graphicFrame>
        <p:nvGraphicFramePr>
          <p:cNvPr id="23" name="Chart 22"/>
          <p:cNvGraphicFramePr>
            <a:graphicFrameLocks/>
          </p:cNvGraphicFramePr>
          <p:nvPr>
            <p:extLst>
              <p:ext uri="{D42A27DB-BD31-4B8C-83A1-F6EECF244321}">
                <p14:modId xmlns:p14="http://schemas.microsoft.com/office/powerpoint/2010/main" val="2292094271"/>
              </p:ext>
            </p:extLst>
          </p:nvPr>
        </p:nvGraphicFramePr>
        <p:xfrm>
          <a:off x="4633215" y="1032388"/>
          <a:ext cx="2308360" cy="2260138"/>
        </p:xfrm>
        <a:graphic>
          <a:graphicData uri="http://schemas.openxmlformats.org/drawingml/2006/chart">
            <c:chart xmlns:c="http://schemas.openxmlformats.org/drawingml/2006/chart" xmlns:r="http://schemas.openxmlformats.org/officeDocument/2006/relationships" r:id="rId8"/>
          </a:graphicData>
        </a:graphic>
      </p:graphicFrame>
      <p:sp>
        <p:nvSpPr>
          <p:cNvPr id="24" name="TextBox 23"/>
          <p:cNvSpPr txBox="1"/>
          <p:nvPr/>
        </p:nvSpPr>
        <p:spPr>
          <a:xfrm rot="16200000">
            <a:off x="3599747" y="1896611"/>
            <a:ext cx="1270329" cy="420564"/>
          </a:xfrm>
          <a:prstGeom prst="rect">
            <a:avLst/>
          </a:prstGeom>
          <a:noFill/>
        </p:spPr>
        <p:txBody>
          <a:bodyPr wrap="square" rtlCol="0">
            <a:spAutoFit/>
          </a:bodyPr>
          <a:lstStyle/>
          <a:p>
            <a:pPr algn="ctr"/>
            <a:r>
              <a:rPr lang="en-US" sz="2133" dirty="0"/>
              <a:t>Price</a:t>
            </a:r>
          </a:p>
        </p:txBody>
      </p:sp>
      <p:sp>
        <p:nvSpPr>
          <p:cNvPr id="25" name="TextBox 20"/>
          <p:cNvSpPr txBox="1"/>
          <p:nvPr/>
        </p:nvSpPr>
        <p:spPr>
          <a:xfrm>
            <a:off x="5178217" y="3062549"/>
            <a:ext cx="1139139" cy="420564"/>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2133" dirty="0"/>
              <a:t>Size</a:t>
            </a:r>
          </a:p>
        </p:txBody>
      </p:sp>
      <p:graphicFrame>
        <p:nvGraphicFramePr>
          <p:cNvPr id="26" name="Chart 25"/>
          <p:cNvGraphicFramePr>
            <a:graphicFrameLocks/>
          </p:cNvGraphicFramePr>
          <p:nvPr>
            <p:extLst>
              <p:ext uri="{D42A27DB-BD31-4B8C-83A1-F6EECF244321}">
                <p14:modId xmlns:p14="http://schemas.microsoft.com/office/powerpoint/2010/main" val="1821352741"/>
              </p:ext>
            </p:extLst>
          </p:nvPr>
        </p:nvGraphicFramePr>
        <p:xfrm>
          <a:off x="8392415" y="1037072"/>
          <a:ext cx="2308360" cy="2260138"/>
        </p:xfrm>
        <a:graphic>
          <a:graphicData uri="http://schemas.openxmlformats.org/drawingml/2006/chart">
            <c:chart xmlns:c="http://schemas.openxmlformats.org/drawingml/2006/chart" xmlns:r="http://schemas.openxmlformats.org/officeDocument/2006/relationships" r:id="rId9"/>
          </a:graphicData>
        </a:graphic>
      </p:graphicFrame>
      <p:sp>
        <p:nvSpPr>
          <p:cNvPr id="27" name="TextBox 26"/>
          <p:cNvSpPr txBox="1"/>
          <p:nvPr/>
        </p:nvSpPr>
        <p:spPr>
          <a:xfrm rot="16200000">
            <a:off x="7358947" y="1901295"/>
            <a:ext cx="1270329" cy="420564"/>
          </a:xfrm>
          <a:prstGeom prst="rect">
            <a:avLst/>
          </a:prstGeom>
          <a:noFill/>
        </p:spPr>
        <p:txBody>
          <a:bodyPr wrap="square" rtlCol="0">
            <a:spAutoFit/>
          </a:bodyPr>
          <a:lstStyle/>
          <a:p>
            <a:pPr algn="ctr"/>
            <a:r>
              <a:rPr lang="en-US" sz="2133" dirty="0"/>
              <a:t>Price</a:t>
            </a:r>
          </a:p>
        </p:txBody>
      </p:sp>
      <p:sp>
        <p:nvSpPr>
          <p:cNvPr id="28" name="TextBox 20"/>
          <p:cNvSpPr txBox="1"/>
          <p:nvPr/>
        </p:nvSpPr>
        <p:spPr>
          <a:xfrm>
            <a:off x="8937417" y="3067233"/>
            <a:ext cx="1139139" cy="420564"/>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2133" dirty="0"/>
              <a:t>Size</a:t>
            </a:r>
          </a:p>
        </p:txBody>
      </p:sp>
      <p:pic>
        <p:nvPicPr>
          <p:cNvPr id="29" name="Picture 28"/>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7792198" y="3461760"/>
            <a:ext cx="3906187" cy="302910"/>
          </a:xfrm>
          <a:prstGeom prst="rect">
            <a:avLst/>
          </a:prstGeom>
        </p:spPr>
      </p:pic>
      <p:pic>
        <p:nvPicPr>
          <p:cNvPr id="8" name="Picture 7">
            <a:extLst>
              <a:ext uri="{FF2B5EF4-FFF2-40B4-BE49-F238E27FC236}">
                <a16:creationId xmlns:a16="http://schemas.microsoft.com/office/drawing/2014/main" id="{61C816BD-496A-4A4E-E305-5D5EDCB195AD}"/>
              </a:ext>
            </a:extLst>
          </p:cNvPr>
          <p:cNvPicPr>
            <a:picLocks noChangeAspect="1"/>
          </p:cNvPicPr>
          <p:nvPr/>
        </p:nvPicPr>
        <p:blipFill>
          <a:blip r:embed="rId11"/>
          <a:stretch>
            <a:fillRect/>
          </a:stretch>
        </p:blipFill>
        <p:spPr>
          <a:xfrm>
            <a:off x="903358" y="3895725"/>
            <a:ext cx="11288642" cy="2962275"/>
          </a:xfrm>
          <a:prstGeom prst="rect">
            <a:avLst/>
          </a:prstGeom>
        </p:spPr>
      </p:pic>
    </p:spTree>
    <p:extLst>
      <p:ext uri="{BB962C8B-B14F-4D97-AF65-F5344CB8AC3E}">
        <p14:creationId xmlns:p14="http://schemas.microsoft.com/office/powerpoint/2010/main" val="4051111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406400" y="681037"/>
            <a:ext cx="11379200" cy="4524315"/>
          </a:xfrm>
          <a:prstGeom prst="rect">
            <a:avLst/>
          </a:prstGeom>
          <a:noFill/>
        </p:spPr>
        <p:txBody>
          <a:bodyPr wrap="square" rtlCol="0">
            <a:spAutoFit/>
          </a:bodyPr>
          <a:lstStyle/>
          <a:p>
            <a:r>
              <a:rPr lang="en-US" sz="3200" b="1" dirty="0"/>
              <a:t>Overfitting:</a:t>
            </a:r>
            <a:r>
              <a:rPr lang="en-US" sz="3200" dirty="0"/>
              <a:t> If we have too many features, the learned hypothesis may fit the training set very well (                                             ), but fail to generalize to new examples (predict prices on new examples).</a:t>
            </a:r>
          </a:p>
          <a:p>
            <a:endParaRPr lang="en-US" sz="3200" b="1" dirty="0"/>
          </a:p>
          <a:p>
            <a:r>
              <a:rPr lang="en-GB" sz="3200" b="1" dirty="0"/>
              <a:t>Underfitting: </a:t>
            </a:r>
            <a:r>
              <a:rPr lang="en-GB" sz="3200" dirty="0"/>
              <a:t>occurs when a machine learning model is too simple to capture the underlying structure of the data, resulting in poor performance on both training and testing datasets. It is characterized by high bias and low variance, indicating the model failed to learn the dominant trends.</a:t>
            </a:r>
            <a:endParaRPr lang="en-US" sz="3200" dirty="0"/>
          </a:p>
        </p:txBody>
      </p:sp>
      <p:pic>
        <p:nvPicPr>
          <p:cNvPr id="16" name="Picture 15"/>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6032500" y="1202664"/>
            <a:ext cx="4070096" cy="579120"/>
          </a:xfrm>
          <a:prstGeom prst="rect">
            <a:avLst/>
          </a:prstGeom>
        </p:spPr>
      </p:pic>
    </p:spTree>
    <p:extLst>
      <p:ext uri="{BB962C8B-B14F-4D97-AF65-F5344CB8AC3E}">
        <p14:creationId xmlns:p14="http://schemas.microsoft.com/office/powerpoint/2010/main" val="122651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08E93DF-68AC-91E6-860A-496F36CB1AE3}"/>
              </a:ext>
            </a:extLst>
          </p:cNvPr>
          <p:cNvPicPr>
            <a:picLocks noChangeAspect="1"/>
          </p:cNvPicPr>
          <p:nvPr/>
        </p:nvPicPr>
        <p:blipFill>
          <a:blip r:embed="rId2"/>
          <a:stretch>
            <a:fillRect/>
          </a:stretch>
        </p:blipFill>
        <p:spPr>
          <a:xfrm>
            <a:off x="808863" y="1366685"/>
            <a:ext cx="10800775" cy="3961530"/>
          </a:xfrm>
          <a:prstGeom prst="rect">
            <a:avLst/>
          </a:prstGeom>
        </p:spPr>
      </p:pic>
    </p:spTree>
    <p:extLst>
      <p:ext uri="{BB962C8B-B14F-4D97-AF65-F5344CB8AC3E}">
        <p14:creationId xmlns:p14="http://schemas.microsoft.com/office/powerpoint/2010/main" val="812703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8000" y="381001"/>
            <a:ext cx="8534400" cy="584775"/>
          </a:xfrm>
          <a:prstGeom prst="rect">
            <a:avLst/>
          </a:prstGeom>
          <a:noFill/>
        </p:spPr>
        <p:txBody>
          <a:bodyPr wrap="square" rtlCol="0">
            <a:spAutoFit/>
          </a:bodyPr>
          <a:lstStyle/>
          <a:p>
            <a:r>
              <a:rPr lang="en-US" sz="3200" dirty="0"/>
              <a:t>Example: Logistic regression</a:t>
            </a:r>
          </a:p>
        </p:txBody>
      </p:sp>
      <p:pic>
        <p:nvPicPr>
          <p:cNvPr id="8" name="Picture 7">
            <a:extLst>
              <a:ext uri="{FF2B5EF4-FFF2-40B4-BE49-F238E27FC236}">
                <a16:creationId xmlns:a16="http://schemas.microsoft.com/office/drawing/2014/main" id="{1B4D68E7-212E-BA54-7262-10F9C8FB067A}"/>
              </a:ext>
            </a:extLst>
          </p:cNvPr>
          <p:cNvPicPr>
            <a:picLocks noChangeAspect="1"/>
          </p:cNvPicPr>
          <p:nvPr/>
        </p:nvPicPr>
        <p:blipFill>
          <a:blip r:embed="rId2"/>
          <a:stretch>
            <a:fillRect/>
          </a:stretch>
        </p:blipFill>
        <p:spPr>
          <a:xfrm>
            <a:off x="889820" y="1299393"/>
            <a:ext cx="10412360" cy="4787405"/>
          </a:xfrm>
          <a:prstGeom prst="rect">
            <a:avLst/>
          </a:prstGeom>
        </p:spPr>
      </p:pic>
    </p:spTree>
    <p:extLst>
      <p:ext uri="{BB962C8B-B14F-4D97-AF65-F5344CB8AC3E}">
        <p14:creationId xmlns:p14="http://schemas.microsoft.com/office/powerpoint/2010/main" val="100686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8000" y="381001"/>
            <a:ext cx="8534400" cy="584775"/>
          </a:xfrm>
          <a:prstGeom prst="rect">
            <a:avLst/>
          </a:prstGeom>
          <a:noFill/>
        </p:spPr>
        <p:txBody>
          <a:bodyPr wrap="square" rtlCol="0">
            <a:spAutoFit/>
          </a:bodyPr>
          <a:lstStyle/>
          <a:p>
            <a:r>
              <a:rPr lang="en-US" sz="3200" b="1" dirty="0"/>
              <a:t>Addressing overfitting:</a:t>
            </a:r>
          </a:p>
        </p:txBody>
      </p:sp>
      <p:pic>
        <p:nvPicPr>
          <p:cNvPr id="2" name="Picture 1"/>
          <p:cNvPicPr>
            <a:picLocks noChangeAspect="1"/>
          </p:cNvPicPr>
          <p:nvPr>
            <p:custDataLst>
              <p:tags r:id="rId1"/>
            </p:custDataLst>
          </p:nvPr>
        </p:nvPicPr>
        <p:blipFill>
          <a:blip r:embed="rId9" cstate="print">
            <a:extLst>
              <a:ext uri="{28A0092B-C50C-407E-A947-70E740481C1C}">
                <a14:useLocalDpi xmlns:a14="http://schemas.microsoft.com/office/drawing/2010/main" val="0"/>
              </a:ext>
            </a:extLst>
          </a:blip>
          <a:stretch>
            <a:fillRect/>
          </a:stretch>
        </p:blipFill>
        <p:spPr>
          <a:xfrm>
            <a:off x="914400" y="1401683"/>
            <a:ext cx="810768" cy="240792"/>
          </a:xfrm>
          <a:prstGeom prst="rect">
            <a:avLst/>
          </a:prstGeom>
        </p:spPr>
      </p:pic>
      <p:graphicFrame>
        <p:nvGraphicFramePr>
          <p:cNvPr id="26" name="Chart 25"/>
          <p:cNvGraphicFramePr>
            <a:graphicFrameLocks/>
          </p:cNvGraphicFramePr>
          <p:nvPr/>
        </p:nvGraphicFramePr>
        <p:xfrm>
          <a:off x="8113834" y="472167"/>
          <a:ext cx="3468567" cy="3045383"/>
        </p:xfrm>
        <a:graphic>
          <a:graphicData uri="http://schemas.openxmlformats.org/drawingml/2006/chart">
            <c:chart xmlns:c="http://schemas.openxmlformats.org/drawingml/2006/chart" xmlns:r="http://schemas.openxmlformats.org/officeDocument/2006/relationships" r:id="rId10"/>
          </a:graphicData>
        </a:graphic>
      </p:graphicFrame>
      <p:sp>
        <p:nvSpPr>
          <p:cNvPr id="27" name="TextBox 26"/>
          <p:cNvSpPr txBox="1"/>
          <p:nvPr/>
        </p:nvSpPr>
        <p:spPr>
          <a:xfrm rot="16200000">
            <a:off x="7256952" y="1592310"/>
            <a:ext cx="1711683" cy="420564"/>
          </a:xfrm>
          <a:prstGeom prst="rect">
            <a:avLst/>
          </a:prstGeom>
          <a:noFill/>
        </p:spPr>
        <p:txBody>
          <a:bodyPr wrap="square" rtlCol="0">
            <a:spAutoFit/>
          </a:bodyPr>
          <a:lstStyle/>
          <a:p>
            <a:pPr algn="ctr"/>
            <a:r>
              <a:rPr lang="en-US" sz="2133" dirty="0"/>
              <a:t>Price</a:t>
            </a:r>
          </a:p>
        </p:txBody>
      </p:sp>
      <p:sp>
        <p:nvSpPr>
          <p:cNvPr id="28" name="TextBox 20"/>
          <p:cNvSpPr txBox="1"/>
          <p:nvPr/>
        </p:nvSpPr>
        <p:spPr>
          <a:xfrm>
            <a:off x="9347200" y="3259077"/>
            <a:ext cx="1711683" cy="420564"/>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2133" dirty="0"/>
              <a:t>Size</a:t>
            </a:r>
          </a:p>
        </p:txBody>
      </p:sp>
      <p:pic>
        <p:nvPicPr>
          <p:cNvPr id="3" name="Picture 2"/>
          <p:cNvPicPr>
            <a:picLocks noChangeAspect="1"/>
          </p:cNvPicPr>
          <p:nvPr>
            <p:custDataLst>
              <p:tags r:id="rId2"/>
            </p:custDataLst>
          </p:nvPr>
        </p:nvPicPr>
        <p:blipFill>
          <a:blip r:embed="rId11" cstate="print">
            <a:extLst>
              <a:ext uri="{28A0092B-C50C-407E-A947-70E740481C1C}">
                <a14:useLocalDpi xmlns:a14="http://schemas.microsoft.com/office/drawing/2010/main" val="0"/>
              </a:ext>
            </a:extLst>
          </a:blip>
          <a:stretch>
            <a:fillRect/>
          </a:stretch>
        </p:blipFill>
        <p:spPr>
          <a:xfrm>
            <a:off x="914400" y="1868031"/>
            <a:ext cx="810768" cy="240792"/>
          </a:xfrm>
          <a:prstGeom prst="rect">
            <a:avLst/>
          </a:prstGeom>
        </p:spPr>
      </p:pic>
      <p:pic>
        <p:nvPicPr>
          <p:cNvPr id="5" name="Picture 4"/>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914400" y="2327552"/>
            <a:ext cx="810768" cy="246888"/>
          </a:xfrm>
          <a:prstGeom prst="rect">
            <a:avLst/>
          </a:prstGeom>
        </p:spPr>
      </p:pic>
      <p:pic>
        <p:nvPicPr>
          <p:cNvPr id="6" name="Picture 5"/>
          <p:cNvPicPr>
            <a:picLocks noChangeAspect="1"/>
          </p:cNvPicPr>
          <p:nvPr>
            <p:custDataLst>
              <p:tags r:id="rId4"/>
            </p:custDataLst>
          </p:nvPr>
        </p:nvPicPr>
        <p:blipFill>
          <a:blip r:embed="rId13" cstate="print">
            <a:extLst>
              <a:ext uri="{28A0092B-C50C-407E-A947-70E740481C1C}">
                <a14:useLocalDpi xmlns:a14="http://schemas.microsoft.com/office/drawing/2010/main" val="0"/>
              </a:ext>
            </a:extLst>
          </a:blip>
          <a:stretch>
            <a:fillRect/>
          </a:stretch>
        </p:blipFill>
        <p:spPr>
          <a:xfrm>
            <a:off x="914400" y="2771544"/>
            <a:ext cx="810768" cy="240792"/>
          </a:xfrm>
          <a:prstGeom prst="rect">
            <a:avLst/>
          </a:prstGeom>
        </p:spPr>
      </p:pic>
      <p:pic>
        <p:nvPicPr>
          <p:cNvPr id="7" name="Picture 6"/>
          <p:cNvPicPr>
            <a:picLocks noChangeAspect="1"/>
          </p:cNvPicPr>
          <p:nvPr>
            <p:custDataLst>
              <p:tags r:id="rId5"/>
            </p:custDataLst>
          </p:nvPr>
        </p:nvPicPr>
        <p:blipFill>
          <a:blip r:embed="rId14" cstate="print">
            <a:extLst>
              <a:ext uri="{28A0092B-C50C-407E-A947-70E740481C1C}">
                <a14:useLocalDpi xmlns:a14="http://schemas.microsoft.com/office/drawing/2010/main" val="0"/>
              </a:ext>
            </a:extLst>
          </a:blip>
          <a:stretch>
            <a:fillRect/>
          </a:stretch>
        </p:blipFill>
        <p:spPr>
          <a:xfrm>
            <a:off x="914400" y="3237892"/>
            <a:ext cx="810768" cy="246888"/>
          </a:xfrm>
          <a:prstGeom prst="rect">
            <a:avLst/>
          </a:prstGeom>
        </p:spPr>
      </p:pic>
      <p:pic>
        <p:nvPicPr>
          <p:cNvPr id="10" name="Picture 9"/>
          <p:cNvPicPr>
            <a:picLocks noChangeAspect="1"/>
          </p:cNvPicPr>
          <p:nvPr>
            <p:custDataLst>
              <p:tags r:id="rId6"/>
            </p:custDataLst>
          </p:nvPr>
        </p:nvPicPr>
        <p:blipFill>
          <a:blip r:embed="rId15" cstate="print">
            <a:extLst>
              <a:ext uri="{28A0092B-C50C-407E-A947-70E740481C1C}">
                <a14:useLocalDpi xmlns:a14="http://schemas.microsoft.com/office/drawing/2010/main" val="0"/>
              </a:ext>
            </a:extLst>
          </a:blip>
          <a:stretch>
            <a:fillRect/>
          </a:stretch>
        </p:blipFill>
        <p:spPr>
          <a:xfrm>
            <a:off x="914400" y="3697413"/>
            <a:ext cx="810768" cy="246888"/>
          </a:xfrm>
          <a:prstGeom prst="rect">
            <a:avLst/>
          </a:prstGeom>
        </p:spPr>
      </p:pic>
      <p:pic>
        <p:nvPicPr>
          <p:cNvPr id="36" name="Picture 35"/>
          <p:cNvPicPr>
            <a:picLocks noChangeAspect="1"/>
          </p:cNvPicPr>
          <p:nvPr>
            <p:custDataLst>
              <p:tags r:id="rId7"/>
            </p:custDataLst>
          </p:nvPr>
        </p:nvPicPr>
        <p:blipFill>
          <a:blip r:embed="rId16" cstate="print">
            <a:extLst>
              <a:ext uri="{28A0092B-C50C-407E-A947-70E740481C1C}">
                <a14:useLocalDpi xmlns:a14="http://schemas.microsoft.com/office/drawing/2010/main" val="0"/>
              </a:ext>
            </a:extLst>
          </a:blip>
          <a:stretch>
            <a:fillRect/>
          </a:stretch>
        </p:blipFill>
        <p:spPr>
          <a:xfrm>
            <a:off x="914400" y="4241800"/>
            <a:ext cx="691896" cy="923544"/>
          </a:xfrm>
          <a:prstGeom prst="rect">
            <a:avLst/>
          </a:prstGeom>
        </p:spPr>
      </p:pic>
      <p:sp>
        <p:nvSpPr>
          <p:cNvPr id="37" name="TextBox 36"/>
          <p:cNvSpPr txBox="1"/>
          <p:nvPr/>
        </p:nvSpPr>
        <p:spPr>
          <a:xfrm>
            <a:off x="1828800" y="1173205"/>
            <a:ext cx="2641600" cy="584775"/>
          </a:xfrm>
          <a:prstGeom prst="rect">
            <a:avLst/>
          </a:prstGeom>
          <a:noFill/>
        </p:spPr>
        <p:txBody>
          <a:bodyPr wrap="square" rtlCol="0">
            <a:spAutoFit/>
          </a:bodyPr>
          <a:lstStyle/>
          <a:p>
            <a:r>
              <a:rPr lang="en-US" sz="3200" dirty="0"/>
              <a:t>size of house</a:t>
            </a:r>
          </a:p>
        </p:txBody>
      </p:sp>
      <p:sp>
        <p:nvSpPr>
          <p:cNvPr id="38" name="TextBox 37"/>
          <p:cNvSpPr txBox="1"/>
          <p:nvPr/>
        </p:nvSpPr>
        <p:spPr>
          <a:xfrm>
            <a:off x="1828800" y="1594247"/>
            <a:ext cx="3606800" cy="584775"/>
          </a:xfrm>
          <a:prstGeom prst="rect">
            <a:avLst/>
          </a:prstGeom>
          <a:noFill/>
        </p:spPr>
        <p:txBody>
          <a:bodyPr wrap="square" rtlCol="0">
            <a:spAutoFit/>
          </a:bodyPr>
          <a:lstStyle/>
          <a:p>
            <a:r>
              <a:rPr lang="en-US" sz="3200" dirty="0"/>
              <a:t>no. of bedrooms</a:t>
            </a:r>
          </a:p>
        </p:txBody>
      </p:sp>
      <p:sp>
        <p:nvSpPr>
          <p:cNvPr id="39" name="TextBox 38"/>
          <p:cNvSpPr txBox="1"/>
          <p:nvPr/>
        </p:nvSpPr>
        <p:spPr>
          <a:xfrm>
            <a:off x="1828800" y="2088549"/>
            <a:ext cx="4368800" cy="584775"/>
          </a:xfrm>
          <a:prstGeom prst="rect">
            <a:avLst/>
          </a:prstGeom>
          <a:noFill/>
        </p:spPr>
        <p:txBody>
          <a:bodyPr wrap="square" rtlCol="0">
            <a:spAutoFit/>
          </a:bodyPr>
          <a:lstStyle/>
          <a:p>
            <a:r>
              <a:rPr lang="en-US" sz="3200" dirty="0"/>
              <a:t>no. of floors</a:t>
            </a:r>
          </a:p>
        </p:txBody>
      </p:sp>
      <p:sp>
        <p:nvSpPr>
          <p:cNvPr id="40" name="TextBox 39"/>
          <p:cNvSpPr txBox="1"/>
          <p:nvPr/>
        </p:nvSpPr>
        <p:spPr>
          <a:xfrm>
            <a:off x="1837932" y="2553388"/>
            <a:ext cx="2641600" cy="584775"/>
          </a:xfrm>
          <a:prstGeom prst="rect">
            <a:avLst/>
          </a:prstGeom>
          <a:noFill/>
        </p:spPr>
        <p:txBody>
          <a:bodyPr wrap="square" rtlCol="0">
            <a:spAutoFit/>
          </a:bodyPr>
          <a:lstStyle/>
          <a:p>
            <a:r>
              <a:rPr lang="en-US" sz="3200" dirty="0"/>
              <a:t>age of house</a:t>
            </a:r>
          </a:p>
        </p:txBody>
      </p:sp>
      <p:sp>
        <p:nvSpPr>
          <p:cNvPr id="41" name="TextBox 40"/>
          <p:cNvSpPr txBox="1"/>
          <p:nvPr/>
        </p:nvSpPr>
        <p:spPr>
          <a:xfrm>
            <a:off x="1828800" y="3016647"/>
            <a:ext cx="7213600" cy="584775"/>
          </a:xfrm>
          <a:prstGeom prst="rect">
            <a:avLst/>
          </a:prstGeom>
          <a:noFill/>
        </p:spPr>
        <p:txBody>
          <a:bodyPr wrap="square" rtlCol="0">
            <a:spAutoFit/>
          </a:bodyPr>
          <a:lstStyle/>
          <a:p>
            <a:r>
              <a:rPr lang="en-US" sz="3200" dirty="0"/>
              <a:t>average income in neighborhood</a:t>
            </a:r>
          </a:p>
        </p:txBody>
      </p:sp>
      <p:sp>
        <p:nvSpPr>
          <p:cNvPr id="42" name="TextBox 41"/>
          <p:cNvSpPr txBox="1"/>
          <p:nvPr/>
        </p:nvSpPr>
        <p:spPr>
          <a:xfrm>
            <a:off x="1828800" y="3483551"/>
            <a:ext cx="4775200" cy="584775"/>
          </a:xfrm>
          <a:prstGeom prst="rect">
            <a:avLst/>
          </a:prstGeom>
          <a:noFill/>
        </p:spPr>
        <p:txBody>
          <a:bodyPr wrap="square" rtlCol="0">
            <a:spAutoFit/>
          </a:bodyPr>
          <a:lstStyle/>
          <a:p>
            <a:r>
              <a:rPr lang="en-US" sz="3200" dirty="0"/>
              <a:t>kitchen size</a:t>
            </a:r>
          </a:p>
        </p:txBody>
      </p:sp>
    </p:spTree>
    <p:extLst>
      <p:ext uri="{BB962C8B-B14F-4D97-AF65-F5344CB8AC3E}">
        <p14:creationId xmlns:p14="http://schemas.microsoft.com/office/powerpoint/2010/main" val="327013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39" grpId="0"/>
      <p:bldP spid="40" grpId="0"/>
      <p:bldP spid="41" grpId="0"/>
      <p:bldP spid="4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8000" y="381001"/>
            <a:ext cx="8534400" cy="584775"/>
          </a:xfrm>
          <a:prstGeom prst="rect">
            <a:avLst/>
          </a:prstGeom>
          <a:noFill/>
        </p:spPr>
        <p:txBody>
          <a:bodyPr wrap="square" rtlCol="0">
            <a:spAutoFit/>
          </a:bodyPr>
          <a:lstStyle/>
          <a:p>
            <a:r>
              <a:rPr lang="en-US" sz="3200" b="1" dirty="0"/>
              <a:t>Addressing overfitting:</a:t>
            </a:r>
          </a:p>
        </p:txBody>
      </p:sp>
      <p:sp>
        <p:nvSpPr>
          <p:cNvPr id="19" name="TextBox 18"/>
          <p:cNvSpPr txBox="1"/>
          <p:nvPr/>
        </p:nvSpPr>
        <p:spPr>
          <a:xfrm>
            <a:off x="508000" y="1222300"/>
            <a:ext cx="11074400" cy="6432530"/>
          </a:xfrm>
          <a:prstGeom prst="rect">
            <a:avLst/>
          </a:prstGeom>
          <a:noFill/>
          <a:ln>
            <a:solidFill>
              <a:schemeClr val="accent1"/>
            </a:solidFill>
          </a:ln>
        </p:spPr>
        <p:txBody>
          <a:bodyPr wrap="square" rtlCol="0">
            <a:spAutoFit/>
          </a:bodyPr>
          <a:lstStyle/>
          <a:p>
            <a:r>
              <a:rPr lang="en-US" sz="2800" dirty="0"/>
              <a:t>Options:</a:t>
            </a:r>
          </a:p>
          <a:p>
            <a:pPr marL="1219170" lvl="1" indent="-609585">
              <a:buAutoNum type="arabicPeriod"/>
            </a:pPr>
            <a:r>
              <a:rPr lang="en-US" sz="2600" dirty="0"/>
              <a:t>Collect more data </a:t>
            </a:r>
          </a:p>
          <a:p>
            <a:pPr marL="1887538" lvl="3" indent="-628650">
              <a:buFont typeface="Calibri" pitchFamily="34" charset="0"/>
              <a:buChar char="―"/>
            </a:pPr>
            <a:r>
              <a:rPr lang="en-GB" sz="2200" dirty="0"/>
              <a:t>Increasing the size of the training dataset</a:t>
            </a:r>
            <a:endParaRPr lang="en-US" sz="2200" dirty="0"/>
          </a:p>
          <a:p>
            <a:pPr marL="1219170" lvl="1" indent="-609585">
              <a:buAutoNum type="arabicPeriod"/>
            </a:pPr>
            <a:r>
              <a:rPr lang="en-US" sz="2600" dirty="0"/>
              <a:t>Data Augmentation </a:t>
            </a:r>
          </a:p>
          <a:p>
            <a:pPr marL="1887538" lvl="2" indent="-608013">
              <a:buFont typeface="Calibri" pitchFamily="34" charset="0"/>
              <a:buChar char="―"/>
            </a:pPr>
            <a:r>
              <a:rPr lang="en-GB" sz="2200" dirty="0"/>
              <a:t>When acquiring new data is difficult, existing data can be artificially expanded by applying random transformations (e.g., rotating, flipping, or scaling images; synonym replacement for text). This increases the diversity of the training data.</a:t>
            </a:r>
            <a:endParaRPr lang="en-US" sz="2200" dirty="0"/>
          </a:p>
          <a:p>
            <a:pPr marL="1219170" lvl="1" indent="-609585">
              <a:buAutoNum type="arabicPeriod"/>
            </a:pPr>
            <a:r>
              <a:rPr lang="en-US" sz="2600" dirty="0"/>
              <a:t>Reduce number of features</a:t>
            </a:r>
          </a:p>
          <a:p>
            <a:pPr marL="1828754" lvl="2" indent="-609585">
              <a:buFont typeface="Calibri" pitchFamily="34" charset="0"/>
              <a:buChar char="―"/>
            </a:pPr>
            <a:r>
              <a:rPr lang="en-US" sz="2200" dirty="0"/>
              <a:t>Feature selection </a:t>
            </a:r>
          </a:p>
          <a:p>
            <a:pPr marL="2438339" lvl="3" indent="-609585">
              <a:buFont typeface="Calibri" pitchFamily="34" charset="0"/>
              <a:buChar char="―"/>
            </a:pPr>
            <a:r>
              <a:rPr lang="en-US" sz="2200" dirty="0"/>
              <a:t>Manually select which features to keep</a:t>
            </a:r>
          </a:p>
          <a:p>
            <a:pPr marL="2438339" lvl="3" indent="-609585">
              <a:buFont typeface="Calibri" pitchFamily="34" charset="0"/>
              <a:buChar char="―"/>
            </a:pPr>
            <a:r>
              <a:rPr lang="en-US" sz="2200" dirty="0"/>
              <a:t>Feature selection algorithm</a:t>
            </a:r>
          </a:p>
          <a:p>
            <a:pPr marL="1219170" lvl="1" indent="-609585">
              <a:buAutoNum type="arabicPeriod"/>
            </a:pPr>
            <a:r>
              <a:rPr lang="en-US" sz="2600" dirty="0"/>
              <a:t>Regularizations</a:t>
            </a:r>
          </a:p>
          <a:p>
            <a:pPr marL="1828754" lvl="2" indent="-609585">
              <a:buFont typeface="Calibri" pitchFamily="34" charset="0"/>
              <a:buChar char="―"/>
            </a:pPr>
            <a:r>
              <a:rPr lang="en-US" sz="2200" dirty="0"/>
              <a:t>Keep all the features, but reduce magnitude/values of parameters.</a:t>
            </a:r>
          </a:p>
          <a:p>
            <a:pPr marL="1828754" lvl="2" indent="-609585">
              <a:buFont typeface="Calibri" pitchFamily="34" charset="0"/>
              <a:buChar char="―"/>
            </a:pPr>
            <a:r>
              <a:rPr lang="en-US" sz="2200" dirty="0"/>
              <a:t>Works well when we have a lot of features, each of which contributes a bit to predicting</a:t>
            </a:r>
          </a:p>
          <a:p>
            <a:endParaRPr lang="en-US" sz="2800" dirty="0"/>
          </a:p>
          <a:p>
            <a:endParaRPr lang="en-US" sz="2800" dirty="0"/>
          </a:p>
        </p:txBody>
      </p:sp>
    </p:spTree>
    <p:extLst>
      <p:ext uri="{BB962C8B-B14F-4D97-AF65-F5344CB8AC3E}">
        <p14:creationId xmlns:p14="http://schemas.microsoft.com/office/powerpoint/2010/main" val="1663414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77901" y="1756834"/>
            <a:ext cx="11214100" cy="2851151"/>
          </a:xfrm>
        </p:spPr>
        <p:txBody>
          <a:bodyPr/>
          <a:lstStyle/>
          <a:p>
            <a:pPr algn="ctr"/>
            <a:r>
              <a:rPr lang="en-US" sz="5867" dirty="0">
                <a:solidFill>
                  <a:schemeClr val="tx1">
                    <a:lumMod val="75000"/>
                    <a:lumOff val="25000"/>
                  </a:schemeClr>
                </a:solidFill>
              </a:rPr>
              <a:t>Regularization</a:t>
            </a:r>
            <a:endParaRPr lang="en-US" sz="4267" dirty="0"/>
          </a:p>
        </p:txBody>
      </p:sp>
      <p:sp>
        <p:nvSpPr>
          <p:cNvPr id="4" name="Rectangle 3"/>
          <p:cNvSpPr/>
          <p:nvPr/>
        </p:nvSpPr>
        <p:spPr>
          <a:xfrm>
            <a:off x="6415776" y="6341495"/>
            <a:ext cx="5683351" cy="369332"/>
          </a:xfrm>
          <a:prstGeom prst="rect">
            <a:avLst/>
          </a:prstGeom>
        </p:spPr>
        <p:txBody>
          <a:bodyPr wrap="none">
            <a:spAutoFit/>
          </a:bodyPr>
          <a:lstStyle/>
          <a:p>
            <a:r>
              <a:rPr lang="en-US" dirty="0"/>
              <a:t>Source: https://www.coursera.org/learn/machine-learning</a:t>
            </a:r>
          </a:p>
        </p:txBody>
      </p:sp>
    </p:spTree>
    <p:extLst>
      <p:ext uri="{BB962C8B-B14F-4D97-AF65-F5344CB8AC3E}">
        <p14:creationId xmlns:p14="http://schemas.microsoft.com/office/powerpoint/2010/main" val="1341350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4C305-55B8-F4C2-C237-A038470958EA}"/>
              </a:ext>
            </a:extLst>
          </p:cNvPr>
          <p:cNvSpPr>
            <a:spLocks noGrp="1"/>
          </p:cNvSpPr>
          <p:nvPr>
            <p:ph type="title"/>
          </p:nvPr>
        </p:nvSpPr>
        <p:spPr/>
        <p:txBody>
          <a:bodyPr/>
          <a:lstStyle/>
          <a:p>
            <a:r>
              <a:rPr lang="en-US" dirty="0"/>
              <a:t>Regularization</a:t>
            </a:r>
          </a:p>
        </p:txBody>
      </p:sp>
      <p:sp>
        <p:nvSpPr>
          <p:cNvPr id="3" name="Content Placeholder 2">
            <a:extLst>
              <a:ext uri="{FF2B5EF4-FFF2-40B4-BE49-F238E27FC236}">
                <a16:creationId xmlns:a16="http://schemas.microsoft.com/office/drawing/2014/main" id="{A6B3F360-A53C-846D-AEF2-0075AA6422EF}"/>
              </a:ext>
            </a:extLst>
          </p:cNvPr>
          <p:cNvSpPr>
            <a:spLocks noGrp="1"/>
          </p:cNvSpPr>
          <p:nvPr>
            <p:ph idx="1"/>
          </p:nvPr>
        </p:nvSpPr>
        <p:spPr/>
        <p:txBody>
          <a:bodyPr/>
          <a:lstStyle/>
          <a:p>
            <a:r>
              <a:rPr lang="en-GB" dirty="0"/>
              <a:t>Regularization is a crucial machine learning technique used to prevent overfitting by adding a penalty term to the loss function, encouraging simpler models that generalize better to new data.</a:t>
            </a:r>
          </a:p>
          <a:p>
            <a:r>
              <a:rPr lang="en-GB" dirty="0"/>
              <a:t>It reduces model complexity by shrinking coefficient magnitudes towards zero, balancing bias and variance.</a:t>
            </a:r>
          </a:p>
          <a:p>
            <a:endParaRPr lang="en-US" dirty="0"/>
          </a:p>
        </p:txBody>
      </p:sp>
    </p:spTree>
    <p:extLst>
      <p:ext uri="{BB962C8B-B14F-4D97-AF65-F5344CB8AC3E}">
        <p14:creationId xmlns:p14="http://schemas.microsoft.com/office/powerpoint/2010/main" val="2790987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8000" y="381001"/>
            <a:ext cx="8534400" cy="584775"/>
          </a:xfrm>
          <a:prstGeom prst="rect">
            <a:avLst/>
          </a:prstGeom>
          <a:noFill/>
        </p:spPr>
        <p:txBody>
          <a:bodyPr wrap="square" rtlCol="0">
            <a:spAutoFit/>
          </a:bodyPr>
          <a:lstStyle/>
          <a:p>
            <a:r>
              <a:rPr lang="en-US" sz="3200" b="1" dirty="0"/>
              <a:t>Intuition</a:t>
            </a:r>
          </a:p>
        </p:txBody>
      </p:sp>
      <p:sp>
        <p:nvSpPr>
          <p:cNvPr id="11" name="TextBox 10"/>
          <p:cNvSpPr txBox="1"/>
          <p:nvPr/>
        </p:nvSpPr>
        <p:spPr>
          <a:xfrm>
            <a:off x="508000" y="4140201"/>
            <a:ext cx="11379200" cy="584775"/>
          </a:xfrm>
          <a:prstGeom prst="rect">
            <a:avLst/>
          </a:prstGeom>
          <a:noFill/>
        </p:spPr>
        <p:txBody>
          <a:bodyPr wrap="square" rtlCol="0">
            <a:spAutoFit/>
          </a:bodyPr>
          <a:lstStyle/>
          <a:p>
            <a:r>
              <a:rPr lang="en-US" sz="3200" dirty="0"/>
              <a:t>Suppose we penalize and make     ,      really small.</a:t>
            </a:r>
          </a:p>
        </p:txBody>
      </p:sp>
      <p:pic>
        <p:nvPicPr>
          <p:cNvPr id="18" name="Picture 17"/>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2430411" y="3632255"/>
            <a:ext cx="2263140" cy="340111"/>
          </a:xfrm>
          <a:prstGeom prst="rect">
            <a:avLst/>
          </a:prstGeom>
        </p:spPr>
      </p:pic>
      <p:pic>
        <p:nvPicPr>
          <p:cNvPr id="2" name="Picture 1"/>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6052472" y="3632201"/>
            <a:ext cx="4510529" cy="349775"/>
          </a:xfrm>
          <a:prstGeom prst="rect">
            <a:avLst/>
          </a:prstGeom>
        </p:spPr>
      </p:pic>
      <p:graphicFrame>
        <p:nvGraphicFramePr>
          <p:cNvPr id="20" name="Chart 19"/>
          <p:cNvGraphicFramePr>
            <a:graphicFrameLocks/>
          </p:cNvGraphicFramePr>
          <p:nvPr/>
        </p:nvGraphicFramePr>
        <p:xfrm>
          <a:off x="2184835" y="787401"/>
          <a:ext cx="2896235" cy="2542879"/>
        </p:xfrm>
        <a:graphic>
          <a:graphicData uri="http://schemas.openxmlformats.org/drawingml/2006/chart">
            <c:chart xmlns:c="http://schemas.openxmlformats.org/drawingml/2006/chart" xmlns:r="http://schemas.openxmlformats.org/officeDocument/2006/relationships" r:id="rId9"/>
          </a:graphicData>
        </a:graphic>
      </p:graphicFrame>
      <p:sp>
        <p:nvSpPr>
          <p:cNvPr id="21" name="TextBox 20"/>
          <p:cNvSpPr txBox="1"/>
          <p:nvPr/>
        </p:nvSpPr>
        <p:spPr>
          <a:xfrm rot="16200000">
            <a:off x="1422468" y="1957334"/>
            <a:ext cx="1429248" cy="420564"/>
          </a:xfrm>
          <a:prstGeom prst="rect">
            <a:avLst/>
          </a:prstGeom>
          <a:noFill/>
        </p:spPr>
        <p:txBody>
          <a:bodyPr wrap="square" rtlCol="0">
            <a:spAutoFit/>
          </a:bodyPr>
          <a:lstStyle/>
          <a:p>
            <a:pPr algn="ctr"/>
            <a:r>
              <a:rPr lang="en-US" sz="2133" dirty="0"/>
              <a:t>Price</a:t>
            </a:r>
          </a:p>
        </p:txBody>
      </p:sp>
      <p:sp>
        <p:nvSpPr>
          <p:cNvPr id="22" name="TextBox 20"/>
          <p:cNvSpPr txBox="1"/>
          <p:nvPr/>
        </p:nvSpPr>
        <p:spPr>
          <a:xfrm>
            <a:off x="2499731" y="3177916"/>
            <a:ext cx="2317981" cy="420564"/>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2133" dirty="0"/>
              <a:t>Size of house</a:t>
            </a:r>
          </a:p>
        </p:txBody>
      </p:sp>
      <p:graphicFrame>
        <p:nvGraphicFramePr>
          <p:cNvPr id="23" name="Chart 22"/>
          <p:cNvGraphicFramePr>
            <a:graphicFrameLocks/>
          </p:cNvGraphicFramePr>
          <p:nvPr/>
        </p:nvGraphicFramePr>
        <p:xfrm>
          <a:off x="6782939" y="728790"/>
          <a:ext cx="2896235" cy="2542879"/>
        </p:xfrm>
        <a:graphic>
          <a:graphicData uri="http://schemas.openxmlformats.org/drawingml/2006/chart">
            <c:chart xmlns:c="http://schemas.openxmlformats.org/drawingml/2006/chart" xmlns:r="http://schemas.openxmlformats.org/officeDocument/2006/relationships" r:id="rId10"/>
          </a:graphicData>
        </a:graphic>
      </p:graphicFrame>
      <p:sp>
        <p:nvSpPr>
          <p:cNvPr id="24" name="TextBox 23"/>
          <p:cNvSpPr txBox="1"/>
          <p:nvPr/>
        </p:nvSpPr>
        <p:spPr>
          <a:xfrm rot="16200000">
            <a:off x="6020572" y="1898721"/>
            <a:ext cx="1429251" cy="420564"/>
          </a:xfrm>
          <a:prstGeom prst="rect">
            <a:avLst/>
          </a:prstGeom>
          <a:noFill/>
        </p:spPr>
        <p:txBody>
          <a:bodyPr wrap="square" rtlCol="0">
            <a:spAutoFit/>
          </a:bodyPr>
          <a:lstStyle/>
          <a:p>
            <a:pPr algn="ctr"/>
            <a:r>
              <a:rPr lang="en-US" sz="2133" dirty="0"/>
              <a:t>Price</a:t>
            </a:r>
          </a:p>
        </p:txBody>
      </p:sp>
      <p:sp>
        <p:nvSpPr>
          <p:cNvPr id="29" name="TextBox 20"/>
          <p:cNvSpPr txBox="1"/>
          <p:nvPr/>
        </p:nvSpPr>
        <p:spPr>
          <a:xfrm>
            <a:off x="7061200" y="3124200"/>
            <a:ext cx="2317981" cy="420564"/>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2133" dirty="0"/>
              <a:t>Size of house</a:t>
            </a:r>
          </a:p>
        </p:txBody>
      </p:sp>
      <p:pic>
        <p:nvPicPr>
          <p:cNvPr id="3" name="Picture 2"/>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5877560" y="4269668"/>
            <a:ext cx="320040" cy="356616"/>
          </a:xfrm>
          <a:prstGeom prst="rect">
            <a:avLst/>
          </a:prstGeom>
        </p:spPr>
      </p:pic>
      <p:pic>
        <p:nvPicPr>
          <p:cNvPr id="5" name="Picture 4"/>
          <p:cNvPicPr>
            <a:picLocks noChangeAspect="1"/>
          </p:cNvPicPr>
          <p:nvPr>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6399259" y="4269668"/>
            <a:ext cx="326136" cy="350520"/>
          </a:xfrm>
          <a:prstGeom prst="rect">
            <a:avLst/>
          </a:prstGeom>
        </p:spPr>
      </p:pic>
      <p:pic>
        <p:nvPicPr>
          <p:cNvPr id="8" name="Picture 7"/>
          <p:cNvPicPr>
            <a:picLocks noChangeAspect="1"/>
          </p:cNvPicPr>
          <p:nvPr>
            <p:custDataLst>
              <p:tags r:id="rId5"/>
            </p:custDataLst>
          </p:nvPr>
        </p:nvPicPr>
        <p:blipFill>
          <a:blip r:embed="rId13" cstate="print">
            <a:extLst>
              <a:ext uri="{28A0092B-C50C-407E-A947-70E740481C1C}">
                <a14:useLocalDpi xmlns:a14="http://schemas.microsoft.com/office/drawing/2010/main" val="0"/>
              </a:ext>
            </a:extLst>
          </a:blip>
          <a:stretch>
            <a:fillRect/>
          </a:stretch>
        </p:blipFill>
        <p:spPr>
          <a:xfrm>
            <a:off x="2156105" y="4755753"/>
            <a:ext cx="4531868" cy="1017016"/>
          </a:xfrm>
          <a:prstGeom prst="rect">
            <a:avLst/>
          </a:prstGeom>
        </p:spPr>
      </p:pic>
    </p:spTree>
    <p:extLst>
      <p:ext uri="{BB962C8B-B14F-4D97-AF65-F5344CB8AC3E}">
        <p14:creationId xmlns:p14="http://schemas.microsoft.com/office/powerpoint/2010/main" val="937944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35CB17-A196-3818-94F5-36D477A15F8E}"/>
              </a:ext>
            </a:extLst>
          </p:cNvPr>
          <p:cNvPicPr>
            <a:picLocks noChangeAspect="1"/>
          </p:cNvPicPr>
          <p:nvPr/>
        </p:nvPicPr>
        <p:blipFill>
          <a:blip r:embed="rId2"/>
          <a:stretch>
            <a:fillRect/>
          </a:stretch>
        </p:blipFill>
        <p:spPr>
          <a:xfrm>
            <a:off x="1404937" y="409575"/>
            <a:ext cx="9382125" cy="6038850"/>
          </a:xfrm>
          <a:prstGeom prst="rect">
            <a:avLst/>
          </a:prstGeom>
        </p:spPr>
      </p:pic>
    </p:spTree>
    <p:extLst>
      <p:ext uri="{BB962C8B-B14F-4D97-AF65-F5344CB8AC3E}">
        <p14:creationId xmlns:p14="http://schemas.microsoft.com/office/powerpoint/2010/main" val="182765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08000" y="1222300"/>
            <a:ext cx="11074400" cy="1569660"/>
          </a:xfrm>
          <a:prstGeom prst="rect">
            <a:avLst/>
          </a:prstGeom>
          <a:noFill/>
        </p:spPr>
        <p:txBody>
          <a:bodyPr wrap="square" rtlCol="0">
            <a:spAutoFit/>
          </a:bodyPr>
          <a:lstStyle/>
          <a:p>
            <a:r>
              <a:rPr lang="en-US" sz="3200" dirty="0"/>
              <a:t>Small values for parameters </a:t>
            </a:r>
          </a:p>
          <a:p>
            <a:pPr marL="1219170" lvl="1" indent="-609585">
              <a:buFont typeface="Calibri" pitchFamily="34" charset="0"/>
              <a:buChar char="―"/>
            </a:pPr>
            <a:r>
              <a:rPr lang="en-US" sz="3200" dirty="0"/>
              <a:t>“Simpler” hypothesis</a:t>
            </a:r>
          </a:p>
          <a:p>
            <a:pPr marL="1219170" lvl="1" indent="-609585">
              <a:buFont typeface="Calibri" pitchFamily="34" charset="0"/>
              <a:buChar char="―"/>
            </a:pPr>
            <a:r>
              <a:rPr lang="en-US" sz="3200" dirty="0"/>
              <a:t>Less prone to overfitting </a:t>
            </a:r>
          </a:p>
        </p:txBody>
      </p:sp>
      <p:sp>
        <p:nvSpPr>
          <p:cNvPr id="4" name="TextBox 3"/>
          <p:cNvSpPr txBox="1"/>
          <p:nvPr/>
        </p:nvSpPr>
        <p:spPr>
          <a:xfrm>
            <a:off x="508000" y="381001"/>
            <a:ext cx="8534400" cy="584775"/>
          </a:xfrm>
          <a:prstGeom prst="rect">
            <a:avLst/>
          </a:prstGeom>
          <a:noFill/>
        </p:spPr>
        <p:txBody>
          <a:bodyPr wrap="square" rtlCol="0">
            <a:spAutoFit/>
          </a:bodyPr>
          <a:lstStyle/>
          <a:p>
            <a:r>
              <a:rPr lang="en-US" sz="3200" b="1" dirty="0"/>
              <a:t>Regularization.</a:t>
            </a:r>
          </a:p>
        </p:txBody>
      </p:sp>
      <p:pic>
        <p:nvPicPr>
          <p:cNvPr id="6" name="Picture 5"/>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5325732" y="1390608"/>
            <a:ext cx="2185416" cy="368808"/>
          </a:xfrm>
          <a:prstGeom prst="rect">
            <a:avLst/>
          </a:prstGeom>
        </p:spPr>
      </p:pic>
      <p:sp>
        <p:nvSpPr>
          <p:cNvPr id="19" name="TextBox 18"/>
          <p:cNvSpPr txBox="1"/>
          <p:nvPr/>
        </p:nvSpPr>
        <p:spPr>
          <a:xfrm>
            <a:off x="508000" y="2844561"/>
            <a:ext cx="11074400" cy="1569660"/>
          </a:xfrm>
          <a:prstGeom prst="rect">
            <a:avLst/>
          </a:prstGeom>
          <a:noFill/>
        </p:spPr>
        <p:txBody>
          <a:bodyPr wrap="square" rtlCol="0">
            <a:spAutoFit/>
          </a:bodyPr>
          <a:lstStyle/>
          <a:p>
            <a:r>
              <a:rPr lang="en-US" sz="3200" dirty="0"/>
              <a:t>Plot Price:</a:t>
            </a:r>
          </a:p>
          <a:p>
            <a:pPr marL="1219170" lvl="1" indent="-609585">
              <a:buFont typeface="Calibri" pitchFamily="34" charset="0"/>
              <a:buChar char="―"/>
            </a:pPr>
            <a:r>
              <a:rPr lang="en-US" sz="3200" dirty="0"/>
              <a:t>Features: </a:t>
            </a:r>
          </a:p>
          <a:p>
            <a:pPr marL="1219170" lvl="1" indent="-609585">
              <a:buFont typeface="Calibri" pitchFamily="34" charset="0"/>
              <a:buChar char="―"/>
            </a:pPr>
            <a:r>
              <a:rPr lang="en-US" sz="3200" dirty="0"/>
              <a:t>Parameters:</a:t>
            </a:r>
          </a:p>
        </p:txBody>
      </p:sp>
      <p:pic>
        <p:nvPicPr>
          <p:cNvPr id="7" name="Picture 6"/>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3990755" y="4011425"/>
            <a:ext cx="3020568" cy="368808"/>
          </a:xfrm>
          <a:prstGeom prst="rect">
            <a:avLst/>
          </a:prstGeom>
        </p:spPr>
      </p:pic>
      <p:pic>
        <p:nvPicPr>
          <p:cNvPr id="8" name="Picture 7"/>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3556000" y="3573795"/>
            <a:ext cx="2599944" cy="259080"/>
          </a:xfrm>
          <a:prstGeom prst="rect">
            <a:avLst/>
          </a:prstGeom>
        </p:spPr>
      </p:pic>
      <p:pic>
        <p:nvPicPr>
          <p:cNvPr id="13" name="Picture 12"/>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714129" y="4898136"/>
            <a:ext cx="2389632" cy="658368"/>
          </a:xfrm>
          <a:prstGeom prst="rect">
            <a:avLst/>
          </a:prstGeom>
        </p:spPr>
      </p:pic>
      <p:pic>
        <p:nvPicPr>
          <p:cNvPr id="2" name="Picture 1"/>
          <p:cNvPicPr>
            <a:picLocks noChangeAspect="1"/>
          </p:cNvPicPr>
          <p:nvPr>
            <p:custDataLst>
              <p:tags r:id="rId5"/>
            </p:custDataLst>
          </p:nvPr>
        </p:nvPicPr>
        <p:blipFill>
          <a:blip r:embed="rId11" cstate="print">
            <a:extLst>
              <a:ext uri="{28A0092B-C50C-407E-A947-70E740481C1C}">
                <a14:useLocalDpi xmlns:a14="http://schemas.microsoft.com/office/drawing/2010/main" val="0"/>
              </a:ext>
            </a:extLst>
          </a:blip>
          <a:stretch>
            <a:fillRect/>
          </a:stretch>
        </p:blipFill>
        <p:spPr>
          <a:xfrm>
            <a:off x="3881120" y="4648200"/>
            <a:ext cx="4559808" cy="1158240"/>
          </a:xfrm>
          <a:prstGeom prst="rect">
            <a:avLst/>
          </a:prstGeom>
        </p:spPr>
      </p:pic>
    </p:spTree>
    <p:extLst>
      <p:ext uri="{BB962C8B-B14F-4D97-AF65-F5344CB8AC3E}">
        <p14:creationId xmlns:p14="http://schemas.microsoft.com/office/powerpoint/2010/main" val="18600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8000" y="381001"/>
            <a:ext cx="8534400" cy="584775"/>
          </a:xfrm>
          <a:prstGeom prst="rect">
            <a:avLst/>
          </a:prstGeom>
          <a:noFill/>
        </p:spPr>
        <p:txBody>
          <a:bodyPr wrap="square" rtlCol="0">
            <a:spAutoFit/>
          </a:bodyPr>
          <a:lstStyle/>
          <a:p>
            <a:r>
              <a:rPr lang="en-US" sz="3200" b="1" dirty="0"/>
              <a:t>Regularization.</a:t>
            </a:r>
          </a:p>
        </p:txBody>
      </p:sp>
      <p:pic>
        <p:nvPicPr>
          <p:cNvPr id="3" name="Picture 2"/>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1524001" y="2569713"/>
            <a:ext cx="1422399" cy="556591"/>
          </a:xfrm>
          <a:prstGeom prst="rect">
            <a:avLst/>
          </a:prstGeom>
        </p:spPr>
      </p:pic>
      <p:pic>
        <p:nvPicPr>
          <p:cNvPr id="8" name="Picture 7"/>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1524001" y="1026968"/>
            <a:ext cx="6917944" cy="1114805"/>
          </a:xfrm>
          <a:prstGeom prst="rect">
            <a:avLst/>
          </a:prstGeom>
        </p:spPr>
      </p:pic>
      <p:graphicFrame>
        <p:nvGraphicFramePr>
          <p:cNvPr id="14" name="Chart 13"/>
          <p:cNvGraphicFramePr>
            <a:graphicFrameLocks/>
          </p:cNvGraphicFramePr>
          <p:nvPr/>
        </p:nvGraphicFramePr>
        <p:xfrm>
          <a:off x="5622793" y="2819402"/>
          <a:ext cx="3641423" cy="3197149"/>
        </p:xfrm>
        <a:graphic>
          <a:graphicData uri="http://schemas.openxmlformats.org/drawingml/2006/chart">
            <c:chart xmlns:c="http://schemas.openxmlformats.org/drawingml/2006/chart" xmlns:r="http://schemas.openxmlformats.org/officeDocument/2006/relationships" r:id="rId6"/>
          </a:graphicData>
        </a:graphic>
      </p:graphicFrame>
      <p:sp>
        <p:nvSpPr>
          <p:cNvPr id="15" name="TextBox 14"/>
          <p:cNvSpPr txBox="1"/>
          <p:nvPr/>
        </p:nvSpPr>
        <p:spPr>
          <a:xfrm rot="16200000">
            <a:off x="4627346" y="4130465"/>
            <a:ext cx="1796991" cy="420564"/>
          </a:xfrm>
          <a:prstGeom prst="rect">
            <a:avLst/>
          </a:prstGeom>
          <a:noFill/>
          <a:ln w="19050">
            <a:noFill/>
          </a:ln>
        </p:spPr>
        <p:txBody>
          <a:bodyPr wrap="square" rtlCol="0">
            <a:spAutoFit/>
          </a:bodyPr>
          <a:lstStyle/>
          <a:p>
            <a:pPr algn="ctr"/>
            <a:r>
              <a:rPr lang="en-US" sz="2133" dirty="0"/>
              <a:t>Price</a:t>
            </a:r>
          </a:p>
        </p:txBody>
      </p:sp>
      <p:sp>
        <p:nvSpPr>
          <p:cNvPr id="16" name="TextBox 20"/>
          <p:cNvSpPr txBox="1"/>
          <p:nvPr/>
        </p:nvSpPr>
        <p:spPr>
          <a:xfrm>
            <a:off x="6214536" y="5867400"/>
            <a:ext cx="2914384" cy="420564"/>
          </a:xfrm>
          <a:prstGeom prst="rect">
            <a:avLst/>
          </a:prstGeom>
          <a:noFill/>
          <a:ln w="19050">
            <a:noFill/>
          </a:ln>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2133" dirty="0"/>
              <a:t>Size of house</a:t>
            </a:r>
          </a:p>
        </p:txBody>
      </p:sp>
      <p:cxnSp>
        <p:nvCxnSpPr>
          <p:cNvPr id="18" name="Straight Arrow Connector 17"/>
          <p:cNvCxnSpPr/>
          <p:nvPr/>
        </p:nvCxnSpPr>
        <p:spPr>
          <a:xfrm flipV="1">
            <a:off x="5807400" y="2819401"/>
            <a:ext cx="0" cy="3243735"/>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5603091" y="5824868"/>
            <a:ext cx="3659445" cy="0"/>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3663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p:cNvSpPr txBox="1"/>
          <p:nvPr/>
        </p:nvSpPr>
        <p:spPr>
          <a:xfrm>
            <a:off x="508000" y="381000"/>
            <a:ext cx="11277600" cy="584775"/>
          </a:xfrm>
          <a:prstGeom prst="rect">
            <a:avLst/>
          </a:prstGeom>
          <a:noFill/>
        </p:spPr>
        <p:txBody>
          <a:bodyPr wrap="square" rtlCol="0">
            <a:spAutoFit/>
          </a:bodyPr>
          <a:lstStyle/>
          <a:p>
            <a:r>
              <a:rPr lang="en-US" sz="3200" dirty="0"/>
              <a:t>In regularized linear regression, we choose      to minimize</a:t>
            </a:r>
          </a:p>
        </p:txBody>
      </p:sp>
      <p:pic>
        <p:nvPicPr>
          <p:cNvPr id="6" name="Picture 5"/>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7837377" y="550413"/>
            <a:ext cx="170688" cy="292608"/>
          </a:xfrm>
          <a:prstGeom prst="rect">
            <a:avLst/>
          </a:prstGeom>
        </p:spPr>
      </p:pic>
      <p:sp>
        <p:nvSpPr>
          <p:cNvPr id="12" name="TextBox 11"/>
          <p:cNvSpPr txBox="1"/>
          <p:nvPr/>
        </p:nvSpPr>
        <p:spPr>
          <a:xfrm>
            <a:off x="505636" y="2117804"/>
            <a:ext cx="11277600" cy="1077218"/>
          </a:xfrm>
          <a:prstGeom prst="rect">
            <a:avLst/>
          </a:prstGeom>
          <a:noFill/>
        </p:spPr>
        <p:txBody>
          <a:bodyPr wrap="square" rtlCol="0">
            <a:spAutoFit/>
          </a:bodyPr>
          <a:lstStyle/>
          <a:p>
            <a:r>
              <a:rPr lang="en-US" sz="3200" dirty="0"/>
              <a:t>What if      is set to an extremely large value (perhaps for too large for our problem, say                  )?</a:t>
            </a:r>
          </a:p>
        </p:txBody>
      </p:sp>
      <p:pic>
        <p:nvPicPr>
          <p:cNvPr id="7" name="Picture 6"/>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1993625" y="2272557"/>
            <a:ext cx="201168" cy="286512"/>
          </a:xfrm>
          <a:prstGeom prst="rect">
            <a:avLst/>
          </a:prstGeom>
        </p:spPr>
      </p:pic>
      <p:pic>
        <p:nvPicPr>
          <p:cNvPr id="8" name="Picture 7"/>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4064000" y="2700660"/>
            <a:ext cx="1466088" cy="347472"/>
          </a:xfrm>
          <a:prstGeom prst="rect">
            <a:avLst/>
          </a:prstGeom>
        </p:spPr>
      </p:pic>
      <p:sp>
        <p:nvSpPr>
          <p:cNvPr id="13" name="TextBox 12"/>
          <p:cNvSpPr txBox="1"/>
          <p:nvPr/>
        </p:nvSpPr>
        <p:spPr>
          <a:xfrm>
            <a:off x="457200" y="3225800"/>
            <a:ext cx="11277600" cy="2554545"/>
          </a:xfrm>
          <a:prstGeom prst="rect">
            <a:avLst/>
          </a:prstGeom>
          <a:noFill/>
        </p:spPr>
        <p:txBody>
          <a:bodyPr wrap="square" rtlCol="0">
            <a:spAutoFit/>
          </a:bodyPr>
          <a:lstStyle/>
          <a:p>
            <a:pPr marL="457189" indent="-457189">
              <a:buFontTx/>
              <a:buChar char="-"/>
            </a:pPr>
            <a:r>
              <a:rPr lang="en-US" sz="3200" dirty="0"/>
              <a:t>Algorithm works fine; setting     to be very large can’t hurt it</a:t>
            </a:r>
          </a:p>
          <a:p>
            <a:pPr marL="457189" indent="-457189">
              <a:buFontTx/>
              <a:buChar char="-"/>
            </a:pPr>
            <a:r>
              <a:rPr lang="en-US" sz="3200" dirty="0"/>
              <a:t>Algorithm fails to eliminate overfitting.</a:t>
            </a:r>
          </a:p>
          <a:p>
            <a:pPr marL="457189" indent="-457189">
              <a:buFontTx/>
              <a:buChar char="-"/>
            </a:pPr>
            <a:r>
              <a:rPr lang="en-US" sz="3200" dirty="0"/>
              <a:t>Algorithm results in underfitting. (Fails to fit even training data well).</a:t>
            </a:r>
          </a:p>
          <a:p>
            <a:pPr marL="457189" indent="-457189">
              <a:buFontTx/>
              <a:buChar char="-"/>
            </a:pPr>
            <a:r>
              <a:rPr lang="en-US" sz="3200" dirty="0"/>
              <a:t>Gradient descent will fail to converge.</a:t>
            </a:r>
          </a:p>
        </p:txBody>
      </p:sp>
      <p:pic>
        <p:nvPicPr>
          <p:cNvPr id="14" name="Picture 13"/>
          <p:cNvPicPr>
            <a:picLocks noChangeAspect="1"/>
          </p:cNvPicPr>
          <p:nvPr>
            <p:custDataLst>
              <p:tags r:id="rId4"/>
            </p:custDataLst>
          </p:nvPr>
        </p:nvPicPr>
        <p:blipFill>
          <a:blip r:embed="rId8" cstate="print">
            <a:extLst>
              <a:ext uri="{28A0092B-C50C-407E-A947-70E740481C1C}">
                <a14:useLocalDpi xmlns:a14="http://schemas.microsoft.com/office/drawing/2010/main" val="0"/>
              </a:ext>
            </a:extLst>
          </a:blip>
          <a:stretch>
            <a:fillRect/>
          </a:stretch>
        </p:blipFill>
        <p:spPr>
          <a:xfrm>
            <a:off x="5945632" y="3400645"/>
            <a:ext cx="201168" cy="286512"/>
          </a:xfrm>
          <a:prstGeom prst="rect">
            <a:avLst/>
          </a:prstGeom>
        </p:spPr>
      </p:pic>
      <p:pic>
        <p:nvPicPr>
          <p:cNvPr id="11" name="Picture 10"/>
          <p:cNvPicPr>
            <a:picLocks noChangeAspect="1"/>
          </p:cNvPicPr>
          <p:nvPr>
            <p:custDataLst>
              <p:tags r:id="rId5"/>
            </p:custDataLst>
          </p:nvPr>
        </p:nvPicPr>
        <p:blipFill>
          <a:blip r:embed="rId10" cstate="print">
            <a:extLst>
              <a:ext uri="{28A0092B-C50C-407E-A947-70E740481C1C}">
                <a14:useLocalDpi xmlns:a14="http://schemas.microsoft.com/office/drawing/2010/main" val="0"/>
              </a:ext>
            </a:extLst>
          </a:blip>
          <a:stretch>
            <a:fillRect/>
          </a:stretch>
        </p:blipFill>
        <p:spPr>
          <a:xfrm>
            <a:off x="2438400" y="1026966"/>
            <a:ext cx="6917944" cy="1114805"/>
          </a:xfrm>
          <a:prstGeom prst="rect">
            <a:avLst/>
          </a:prstGeom>
        </p:spPr>
      </p:pic>
    </p:spTree>
    <p:extLst>
      <p:ext uri="{BB962C8B-B14F-4D97-AF65-F5344CB8AC3E}">
        <p14:creationId xmlns:p14="http://schemas.microsoft.com/office/powerpoint/2010/main" val="30395123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0B122-24B5-0179-11D4-560B5FC1F506}"/>
              </a:ext>
            </a:extLst>
          </p:cNvPr>
          <p:cNvSpPr>
            <a:spLocks noGrp="1"/>
          </p:cNvSpPr>
          <p:nvPr>
            <p:ph type="title"/>
          </p:nvPr>
        </p:nvSpPr>
        <p:spPr/>
        <p:txBody>
          <a:bodyPr/>
          <a:lstStyle/>
          <a:p>
            <a:r>
              <a:rPr lang="en-US" dirty="0"/>
              <a:t>Regularization rate (</a:t>
            </a:r>
            <a:r>
              <a:rPr lang="el-GR" dirty="0"/>
              <a:t>λ</a:t>
            </a:r>
            <a:r>
              <a:rPr lang="en-US" dirty="0"/>
              <a: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23B426-D6DE-B65C-9D6D-499363AE110B}"/>
                  </a:ext>
                </a:extLst>
              </p:cNvPr>
              <p:cNvSpPr>
                <a:spLocks noGrp="1"/>
              </p:cNvSpPr>
              <p:nvPr>
                <p:ph idx="1"/>
              </p:nvPr>
            </p:nvSpPr>
            <p:spPr/>
            <p:txBody>
              <a:bodyPr/>
              <a:lstStyle/>
              <a:p>
                <a:r>
                  <a:rPr lang="en-GB" dirty="0"/>
                  <a:t> A non-negative hyperparameter (</a:t>
                </a:r>
                <a:r>
                  <a:rPr lang="el-GR" dirty="0"/>
                  <a:t>λ</a:t>
                </a:r>
                <a:r>
                  <a:rPr lang="en-US" dirty="0"/>
                  <a:t> &gt; 0</a:t>
                </a:r>
                <a:r>
                  <a:rPr lang="en-GB" dirty="0"/>
                  <a:t>) that controls the penalty strength on model complexity to prevent overfitting.</a:t>
                </a:r>
              </a:p>
              <a:p>
                <a:r>
                  <a:rPr lang="en-GB" dirty="0"/>
                  <a:t>Low </a:t>
                </a:r>
                <a:r>
                  <a:rPr lang="el-GR" dirty="0"/>
                  <a:t>λ </a:t>
                </a:r>
                <a:r>
                  <a:rPr lang="en-US" dirty="0"/>
                  <a:t>(e.g. </a:t>
                </a:r>
                <a:r>
                  <a:rPr lang="el-GR" dirty="0"/>
                  <a:t>λ</a:t>
                </a:r>
                <a:r>
                  <a:rPr lang="en-US" dirty="0"/>
                  <a:t> = </a:t>
                </a:r>
                <a:r>
                  <a:rPr lang="en-GB" dirty="0"/>
                  <a:t>0): No regularization, potentially high variance (overfitting).</a:t>
                </a:r>
              </a:p>
              <a:p>
                <a:r>
                  <a:rPr lang="en-GB" dirty="0"/>
                  <a:t>High </a:t>
                </a:r>
                <a:r>
                  <a:rPr lang="el-GR" dirty="0"/>
                  <a:t>λ</a:t>
                </a:r>
                <a:r>
                  <a:rPr lang="en-US" dirty="0"/>
                  <a:t> (e.g. </a:t>
                </a:r>
                <a:r>
                  <a:rPr lang="el-GR" dirty="0"/>
                  <a:t>λ</a:t>
                </a:r>
                <a:r>
                  <a:rPr lang="en-US" dirty="0"/>
                  <a:t> = </a:t>
                </a:r>
                <a14:m>
                  <m:oMath xmlns:m="http://schemas.openxmlformats.org/officeDocument/2006/math">
                    <m:sSup>
                      <m:sSupPr>
                        <m:ctrlPr>
                          <a:rPr lang="en-US" i="1" dirty="0" smtClean="0">
                            <a:latin typeface="Cambria Math" panose="02040503050406030204" pitchFamily="18" charset="0"/>
                          </a:rPr>
                        </m:ctrlPr>
                      </m:sSupPr>
                      <m:e>
                        <m:r>
                          <a:rPr lang="en-US" b="0" i="1" dirty="0" smtClean="0">
                            <a:latin typeface="Cambria Math" panose="02040503050406030204" pitchFamily="18" charset="0"/>
                          </a:rPr>
                          <m:t>10</m:t>
                        </m:r>
                      </m:e>
                      <m:sup>
                        <m:r>
                          <a:rPr lang="en-US" b="0" i="1" dirty="0" smtClean="0">
                            <a:latin typeface="Cambria Math" panose="02040503050406030204" pitchFamily="18" charset="0"/>
                          </a:rPr>
                          <m:t>10</m:t>
                        </m:r>
                      </m:sup>
                    </m:sSup>
                    <m:r>
                      <a:rPr lang="en-US" b="0" i="1" dirty="0" smtClean="0">
                        <a:latin typeface="Cambria Math" panose="02040503050406030204" pitchFamily="18" charset="0"/>
                      </a:rPr>
                      <m:t>):</m:t>
                    </m:r>
                  </m:oMath>
                </a14:m>
                <a:r>
                  <a:rPr lang="en-GB" dirty="0"/>
                  <a:t> High penalty, forces coefficients towards zero, potentially high bias (underfitting).</a:t>
                </a:r>
              </a:p>
              <a:p>
                <a:r>
                  <a:rPr lang="en-GB" dirty="0"/>
                  <a:t>Optimal Value: The optimal </a:t>
                </a:r>
                <a:r>
                  <a:rPr lang="el-GR" dirty="0"/>
                  <a:t>λ</a:t>
                </a:r>
                <a:r>
                  <a:rPr lang="en-GB" dirty="0"/>
                  <a:t> is usually chosen via cross-validation, selecting the value that provides the lowest validation error.</a:t>
                </a:r>
              </a:p>
              <a:p>
                <a:endParaRPr lang="en-US" dirty="0"/>
              </a:p>
            </p:txBody>
          </p:sp>
        </mc:Choice>
        <mc:Fallback xmlns="">
          <p:sp>
            <p:nvSpPr>
              <p:cNvPr id="3" name="Content Placeholder 2">
                <a:extLst>
                  <a:ext uri="{FF2B5EF4-FFF2-40B4-BE49-F238E27FC236}">
                    <a16:creationId xmlns:a16="http://schemas.microsoft.com/office/drawing/2014/main" id="{F423B426-D6DE-B65C-9D6D-499363AE110B}"/>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5452557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77901" y="1756834"/>
            <a:ext cx="11214100" cy="2851151"/>
          </a:xfrm>
        </p:spPr>
        <p:txBody>
          <a:bodyPr/>
          <a:lstStyle/>
          <a:p>
            <a:pPr algn="ctr"/>
            <a:r>
              <a:rPr lang="en-US" sz="5867" dirty="0">
                <a:solidFill>
                  <a:schemeClr val="tx1">
                    <a:lumMod val="75000"/>
                    <a:lumOff val="25000"/>
                  </a:schemeClr>
                </a:solidFill>
              </a:rPr>
              <a:t>Regularization</a:t>
            </a:r>
            <a:br>
              <a:rPr lang="en-US" sz="5867" dirty="0">
                <a:solidFill>
                  <a:schemeClr val="tx1">
                    <a:lumMod val="75000"/>
                    <a:lumOff val="25000"/>
                  </a:schemeClr>
                </a:solidFill>
              </a:rPr>
            </a:br>
            <a:r>
              <a:rPr lang="en-US" sz="4267" dirty="0">
                <a:solidFill>
                  <a:schemeClr val="tx1">
                    <a:lumMod val="75000"/>
                    <a:lumOff val="25000"/>
                  </a:schemeClr>
                </a:solidFill>
              </a:rPr>
              <a:t>Regularized linear regression</a:t>
            </a:r>
            <a:endParaRPr lang="en-US" sz="4267" dirty="0"/>
          </a:p>
        </p:txBody>
      </p:sp>
      <p:sp>
        <p:nvSpPr>
          <p:cNvPr id="4" name="Rectangle 3"/>
          <p:cNvSpPr/>
          <p:nvPr/>
        </p:nvSpPr>
        <p:spPr>
          <a:xfrm>
            <a:off x="6415776" y="6341495"/>
            <a:ext cx="5683351" cy="369332"/>
          </a:xfrm>
          <a:prstGeom prst="rect">
            <a:avLst/>
          </a:prstGeom>
        </p:spPr>
        <p:txBody>
          <a:bodyPr wrap="none">
            <a:spAutoFit/>
          </a:bodyPr>
          <a:lstStyle/>
          <a:p>
            <a:r>
              <a:rPr lang="en-US" dirty="0"/>
              <a:t>Source: https://www.coursera.org/learn/machine-learning</a:t>
            </a:r>
          </a:p>
        </p:txBody>
      </p:sp>
    </p:spTree>
    <p:extLst>
      <p:ext uri="{BB962C8B-B14F-4D97-AF65-F5344CB8AC3E}">
        <p14:creationId xmlns:p14="http://schemas.microsoft.com/office/powerpoint/2010/main" val="24818147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8000" y="381001"/>
            <a:ext cx="11277600" cy="584775"/>
          </a:xfrm>
          <a:prstGeom prst="rect">
            <a:avLst/>
          </a:prstGeom>
          <a:noFill/>
        </p:spPr>
        <p:txBody>
          <a:bodyPr wrap="square" rtlCol="0">
            <a:spAutoFit/>
          </a:bodyPr>
          <a:lstStyle/>
          <a:p>
            <a:r>
              <a:rPr lang="en-US" sz="3200" b="1" dirty="0"/>
              <a:t>Regularized linear regression</a:t>
            </a:r>
          </a:p>
        </p:txBody>
      </p:sp>
      <p:pic>
        <p:nvPicPr>
          <p:cNvPr id="17" name="Picture 16"/>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2438400" y="1554037"/>
            <a:ext cx="7546848" cy="1216152"/>
          </a:xfrm>
          <a:prstGeom prst="rect">
            <a:avLst/>
          </a:prstGeom>
        </p:spPr>
      </p:pic>
      <p:pic>
        <p:nvPicPr>
          <p:cNvPr id="11" name="Picture 10"/>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2443126" y="3209845"/>
            <a:ext cx="1349501" cy="528065"/>
          </a:xfrm>
          <a:prstGeom prst="rect">
            <a:avLst/>
          </a:prstGeom>
        </p:spPr>
      </p:pic>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1104517E-C70B-9082-D714-A844AF1D7B8F}"/>
                  </a:ext>
                </a:extLst>
              </p14:cNvPr>
              <p14:cNvContentPartPr/>
              <p14:nvPr/>
            </p14:nvContentPartPr>
            <p14:xfrm>
              <a:off x="896760" y="230760"/>
              <a:ext cx="11295720" cy="6286680"/>
            </p14:xfrm>
          </p:contentPart>
        </mc:Choice>
        <mc:Fallback xmlns="">
          <p:pic>
            <p:nvPicPr>
              <p:cNvPr id="3" name="Ink 2">
                <a:extLst>
                  <a:ext uri="{FF2B5EF4-FFF2-40B4-BE49-F238E27FC236}">
                    <a16:creationId xmlns:a16="http://schemas.microsoft.com/office/drawing/2014/main" id="{1104517E-C70B-9082-D714-A844AF1D7B8F}"/>
                  </a:ext>
                </a:extLst>
              </p:cNvPr>
              <p:cNvPicPr/>
              <p:nvPr/>
            </p:nvPicPr>
            <p:blipFill>
              <a:blip r:embed="rId7"/>
              <a:stretch>
                <a:fillRect/>
              </a:stretch>
            </p:blipFill>
            <p:spPr>
              <a:xfrm>
                <a:off x="887400" y="221400"/>
                <a:ext cx="11314440" cy="6305400"/>
              </a:xfrm>
              <a:prstGeom prst="rect">
                <a:avLst/>
              </a:prstGeom>
            </p:spPr>
          </p:pic>
        </mc:Fallback>
      </mc:AlternateContent>
    </p:spTree>
    <p:extLst>
      <p:ext uri="{BB962C8B-B14F-4D97-AF65-F5344CB8AC3E}">
        <p14:creationId xmlns:p14="http://schemas.microsoft.com/office/powerpoint/2010/main" val="25729964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8000" y="381001"/>
            <a:ext cx="11277600" cy="584775"/>
          </a:xfrm>
          <a:prstGeom prst="rect">
            <a:avLst/>
          </a:prstGeom>
          <a:noFill/>
        </p:spPr>
        <p:txBody>
          <a:bodyPr wrap="square" rtlCol="0">
            <a:spAutoFit/>
          </a:bodyPr>
          <a:lstStyle/>
          <a:p>
            <a:r>
              <a:rPr lang="en-US" sz="3200" b="1" dirty="0"/>
              <a:t>Gradient descent</a:t>
            </a:r>
          </a:p>
        </p:txBody>
      </p:sp>
      <p:pic>
        <p:nvPicPr>
          <p:cNvPr id="16" name="Picture 15"/>
          <p:cNvPicPr>
            <a:picLocks noChangeAspect="1"/>
          </p:cNvPicPr>
          <p:nvPr>
            <p:custDataLst>
              <p:tags r:id="rId1"/>
            </p:custDataLst>
          </p:nvPr>
        </p:nvPicPr>
        <p:blipFill>
          <a:blip r:embed="rId9" cstate="print">
            <a:extLst>
              <a:ext uri="{28A0092B-C50C-407E-A947-70E740481C1C}">
                <a14:useLocalDpi xmlns:a14="http://schemas.microsoft.com/office/drawing/2010/main" val="0"/>
              </a:ext>
            </a:extLst>
          </a:blip>
          <a:stretch>
            <a:fillRect/>
          </a:stretch>
        </p:blipFill>
        <p:spPr>
          <a:xfrm>
            <a:off x="5618250" y="3733801"/>
            <a:ext cx="2814551" cy="331999"/>
          </a:xfrm>
          <a:prstGeom prst="rect">
            <a:avLst/>
          </a:prstGeom>
        </p:spPr>
      </p:pic>
      <p:sp>
        <p:nvSpPr>
          <p:cNvPr id="5" name="TextBox 4"/>
          <p:cNvSpPr txBox="1"/>
          <p:nvPr/>
        </p:nvSpPr>
        <p:spPr>
          <a:xfrm>
            <a:off x="812800" y="990600"/>
            <a:ext cx="3556000" cy="502766"/>
          </a:xfrm>
          <a:prstGeom prst="rect">
            <a:avLst/>
          </a:prstGeom>
          <a:noFill/>
        </p:spPr>
        <p:txBody>
          <a:bodyPr wrap="square" rtlCol="0">
            <a:spAutoFit/>
          </a:bodyPr>
          <a:lstStyle/>
          <a:p>
            <a:r>
              <a:rPr lang="en-US" sz="2667" dirty="0"/>
              <a:t>Repeat</a:t>
            </a:r>
            <a:endParaRPr lang="en-US" sz="3200" dirty="0"/>
          </a:p>
        </p:txBody>
      </p:sp>
      <p:pic>
        <p:nvPicPr>
          <p:cNvPr id="6" name="Picture 5"/>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2094484" y="1065489"/>
            <a:ext cx="146304" cy="405384"/>
          </a:xfrm>
          <a:prstGeom prst="rect">
            <a:avLst/>
          </a:prstGeom>
        </p:spPr>
      </p:pic>
      <p:pic>
        <p:nvPicPr>
          <p:cNvPr id="7" name="Picture 6"/>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1377696" y="4141216"/>
            <a:ext cx="146304" cy="405384"/>
          </a:xfrm>
          <a:prstGeom prst="rect">
            <a:avLst/>
          </a:prstGeom>
        </p:spPr>
      </p:pic>
      <p:pic>
        <p:nvPicPr>
          <p:cNvPr id="4" name="Picture 3"/>
          <p:cNvPicPr>
            <a:picLocks noChangeAspect="1"/>
          </p:cNvPicPr>
          <p:nvPr>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1685775" y="1721989"/>
            <a:ext cx="6446520" cy="868680"/>
          </a:xfrm>
          <a:prstGeom prst="rect">
            <a:avLst/>
          </a:prstGeom>
        </p:spPr>
      </p:pic>
      <p:pic>
        <p:nvPicPr>
          <p:cNvPr id="14" name="Picture 13"/>
          <p:cNvPicPr>
            <a:picLocks noChangeAspect="1"/>
          </p:cNvPicPr>
          <p:nvPr>
            <p:custDataLst>
              <p:tags r:id="rId5"/>
            </p:custDataLst>
          </p:nvPr>
        </p:nvPicPr>
        <p:blipFill>
          <a:blip r:embed="rId13" cstate="print">
            <a:extLst>
              <a:ext uri="{28A0092B-C50C-407E-A947-70E740481C1C}">
                <a14:useLocalDpi xmlns:a14="http://schemas.microsoft.com/office/drawing/2010/main" val="0"/>
              </a:ext>
            </a:extLst>
          </a:blip>
          <a:stretch>
            <a:fillRect/>
          </a:stretch>
        </p:blipFill>
        <p:spPr>
          <a:xfrm>
            <a:off x="1685775" y="3020568"/>
            <a:ext cx="2097024" cy="408432"/>
          </a:xfrm>
          <a:prstGeom prst="rect">
            <a:avLst/>
          </a:prstGeom>
        </p:spPr>
      </p:pic>
      <p:pic>
        <p:nvPicPr>
          <p:cNvPr id="3" name="Picture 2"/>
          <p:cNvPicPr>
            <a:picLocks noChangeAspect="1"/>
          </p:cNvPicPr>
          <p:nvPr>
            <p:custDataLst>
              <p:tags r:id="rId6"/>
            </p:custDataLst>
          </p:nvPr>
        </p:nvPicPr>
        <p:blipFill>
          <a:blip r:embed="rId14" cstate="print">
            <a:extLst>
              <a:ext uri="{28A0092B-C50C-407E-A947-70E740481C1C}">
                <a14:useLocalDpi xmlns:a14="http://schemas.microsoft.com/office/drawing/2010/main" val="0"/>
              </a:ext>
            </a:extLst>
          </a:blip>
          <a:stretch>
            <a:fillRect/>
          </a:stretch>
        </p:blipFill>
        <p:spPr>
          <a:xfrm>
            <a:off x="4411331" y="2790444"/>
            <a:ext cx="4261104" cy="868680"/>
          </a:xfrm>
          <a:prstGeom prst="rect">
            <a:avLst/>
          </a:prstGeom>
        </p:spPr>
      </p:pic>
      <p:pic>
        <p:nvPicPr>
          <p:cNvPr id="8" name="Picture 7"/>
          <p:cNvPicPr>
            <a:picLocks noChangeAspect="1"/>
          </p:cNvPicPr>
          <p:nvPr>
            <p:custDataLst>
              <p:tags r:id="rId7"/>
            </p:custDataLst>
          </p:nvPr>
        </p:nvPicPr>
        <p:blipFill>
          <a:blip r:embed="rId15" cstate="print">
            <a:extLst>
              <a:ext uri="{28A0092B-C50C-407E-A947-70E740481C1C}">
                <a14:useLocalDpi xmlns:a14="http://schemas.microsoft.com/office/drawing/2010/main" val="0"/>
              </a:ext>
            </a:extLst>
          </a:blip>
          <a:stretch>
            <a:fillRect/>
          </a:stretch>
        </p:blipFill>
        <p:spPr>
          <a:xfrm>
            <a:off x="1016000" y="4749800"/>
            <a:ext cx="8083296" cy="868680"/>
          </a:xfrm>
          <a:prstGeom prst="rect">
            <a:avLst/>
          </a:prstGeom>
        </p:spPr>
      </p:pic>
      <p:sp>
        <p:nvSpPr>
          <p:cNvPr id="22" name="Cross 21"/>
          <p:cNvSpPr/>
          <p:nvPr/>
        </p:nvSpPr>
        <p:spPr>
          <a:xfrm rot="2734294">
            <a:off x="6222700" y="3722407"/>
            <a:ext cx="298072" cy="298072"/>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5C27592E-49A6-664C-51E5-DB7E7F107EF3}"/>
                  </a:ext>
                </a:extLst>
              </p14:cNvPr>
              <p14:cNvContentPartPr/>
              <p14:nvPr/>
            </p14:nvContentPartPr>
            <p14:xfrm>
              <a:off x="4141200" y="2786720"/>
              <a:ext cx="126240" cy="1051200"/>
            </p14:xfrm>
          </p:contentPart>
        </mc:Choice>
        <mc:Fallback xmlns="">
          <p:pic>
            <p:nvPicPr>
              <p:cNvPr id="10" name="Ink 9">
                <a:extLst>
                  <a:ext uri="{FF2B5EF4-FFF2-40B4-BE49-F238E27FC236}">
                    <a16:creationId xmlns:a16="http://schemas.microsoft.com/office/drawing/2014/main" id="{5C27592E-49A6-664C-51E5-DB7E7F107EF3}"/>
                  </a:ext>
                </a:extLst>
              </p:cNvPr>
              <p:cNvPicPr/>
              <p:nvPr/>
            </p:nvPicPr>
            <p:blipFill>
              <a:blip r:embed="rId17"/>
              <a:stretch>
                <a:fillRect/>
              </a:stretch>
            </p:blipFill>
            <p:spPr>
              <a:xfrm>
                <a:off x="4123166" y="2768720"/>
                <a:ext cx="161948" cy="10868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9" name="Ink 8">
                <a:extLst>
                  <a:ext uri="{FF2B5EF4-FFF2-40B4-BE49-F238E27FC236}">
                    <a16:creationId xmlns:a16="http://schemas.microsoft.com/office/drawing/2014/main" id="{4845E93C-5D52-862F-0D87-E27E12F7B979}"/>
                  </a:ext>
                </a:extLst>
              </p14:cNvPr>
              <p14:cNvContentPartPr/>
              <p14:nvPr/>
            </p14:nvContentPartPr>
            <p14:xfrm>
              <a:off x="1911960" y="2105640"/>
              <a:ext cx="7071480" cy="3556080"/>
            </p14:xfrm>
          </p:contentPart>
        </mc:Choice>
        <mc:Fallback xmlns="">
          <p:pic>
            <p:nvPicPr>
              <p:cNvPr id="9" name="Ink 8">
                <a:extLst>
                  <a:ext uri="{FF2B5EF4-FFF2-40B4-BE49-F238E27FC236}">
                    <a16:creationId xmlns:a16="http://schemas.microsoft.com/office/drawing/2014/main" id="{4845E93C-5D52-862F-0D87-E27E12F7B979}"/>
                  </a:ext>
                </a:extLst>
              </p:cNvPr>
              <p:cNvPicPr/>
              <p:nvPr/>
            </p:nvPicPr>
            <p:blipFill>
              <a:blip r:embed="rId19"/>
              <a:stretch>
                <a:fillRect/>
              </a:stretch>
            </p:blipFill>
            <p:spPr>
              <a:xfrm>
                <a:off x="1902600" y="2096280"/>
                <a:ext cx="7090200" cy="3574800"/>
              </a:xfrm>
              <a:prstGeom prst="rect">
                <a:avLst/>
              </a:prstGeom>
            </p:spPr>
          </p:pic>
        </mc:Fallback>
      </mc:AlternateContent>
    </p:spTree>
    <p:extLst>
      <p:ext uri="{BB962C8B-B14F-4D97-AF65-F5344CB8AC3E}">
        <p14:creationId xmlns:p14="http://schemas.microsoft.com/office/powerpoint/2010/main" val="2872069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77901" y="1756834"/>
            <a:ext cx="11214100" cy="2851151"/>
          </a:xfrm>
        </p:spPr>
        <p:txBody>
          <a:bodyPr/>
          <a:lstStyle/>
          <a:p>
            <a:pPr algn="ctr"/>
            <a:r>
              <a:rPr lang="en-US" sz="5867" dirty="0">
                <a:solidFill>
                  <a:schemeClr val="tx1">
                    <a:lumMod val="75000"/>
                    <a:lumOff val="25000"/>
                  </a:schemeClr>
                </a:solidFill>
              </a:rPr>
              <a:t>Regularization</a:t>
            </a:r>
            <a:br>
              <a:rPr lang="en-US" sz="5867" dirty="0">
                <a:solidFill>
                  <a:schemeClr val="tx1">
                    <a:lumMod val="75000"/>
                    <a:lumOff val="25000"/>
                  </a:schemeClr>
                </a:solidFill>
              </a:rPr>
            </a:br>
            <a:r>
              <a:rPr lang="en-US" sz="4267" dirty="0">
                <a:solidFill>
                  <a:schemeClr val="tx1">
                    <a:lumMod val="75000"/>
                    <a:lumOff val="25000"/>
                  </a:schemeClr>
                </a:solidFill>
              </a:rPr>
              <a:t>Regularized logistic regression</a:t>
            </a:r>
            <a:endParaRPr lang="en-US" sz="4267" dirty="0"/>
          </a:p>
        </p:txBody>
      </p:sp>
      <p:sp>
        <p:nvSpPr>
          <p:cNvPr id="4" name="Rectangle 3"/>
          <p:cNvSpPr/>
          <p:nvPr/>
        </p:nvSpPr>
        <p:spPr>
          <a:xfrm>
            <a:off x="6415776" y="6341495"/>
            <a:ext cx="5683351" cy="369332"/>
          </a:xfrm>
          <a:prstGeom prst="rect">
            <a:avLst/>
          </a:prstGeom>
        </p:spPr>
        <p:txBody>
          <a:bodyPr wrap="none">
            <a:spAutoFit/>
          </a:bodyPr>
          <a:lstStyle/>
          <a:p>
            <a:r>
              <a:rPr lang="en-US" dirty="0"/>
              <a:t>Source: https://www.coursera.org/learn/machine-learning</a:t>
            </a:r>
          </a:p>
        </p:txBody>
      </p:sp>
    </p:spTree>
    <p:extLst>
      <p:ext uri="{BB962C8B-B14F-4D97-AF65-F5344CB8AC3E}">
        <p14:creationId xmlns:p14="http://schemas.microsoft.com/office/powerpoint/2010/main" val="17842289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35"/>
          <p:cNvSpPr txBox="1"/>
          <p:nvPr/>
        </p:nvSpPr>
        <p:spPr>
          <a:xfrm>
            <a:off x="508000" y="381001"/>
            <a:ext cx="7213600" cy="666786"/>
          </a:xfrm>
          <a:prstGeom prst="rect">
            <a:avLst/>
          </a:prstGeom>
          <a:noFill/>
        </p:spPr>
        <p:txBody>
          <a:bodyPr wrap="square" rtlCol="0">
            <a:spAutoFit/>
          </a:bodyPr>
          <a:lstStyle/>
          <a:p>
            <a:r>
              <a:rPr lang="en-US" sz="3733" b="1" dirty="0"/>
              <a:t>Regularized logistic regression.</a:t>
            </a:r>
          </a:p>
        </p:txBody>
      </p:sp>
      <p:grpSp>
        <p:nvGrpSpPr>
          <p:cNvPr id="41" name="Group 40"/>
          <p:cNvGrpSpPr/>
          <p:nvPr/>
        </p:nvGrpSpPr>
        <p:grpSpPr>
          <a:xfrm>
            <a:off x="4974336" y="1846208"/>
            <a:ext cx="5388864" cy="1684392"/>
            <a:chOff x="3730752" y="1589532"/>
            <a:chExt cx="3584448" cy="1058418"/>
          </a:xfrm>
        </p:grpSpPr>
        <p:pic>
          <p:nvPicPr>
            <p:cNvPr id="39" name="Picture 38"/>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4873752" y="1589532"/>
              <a:ext cx="2441448" cy="1058418"/>
            </a:xfrm>
            <a:prstGeom prst="rect">
              <a:avLst/>
            </a:prstGeom>
          </p:spPr>
        </p:pic>
        <p:pic>
          <p:nvPicPr>
            <p:cNvPr id="40" name="Picture 39"/>
            <p:cNvPicPr>
              <a:picLocks noChangeAspect="1"/>
            </p:cNvPicPr>
            <p:nvPr>
              <p:custDataLst>
                <p:tags r:id="rId3"/>
              </p:custDataLst>
            </p:nvPr>
          </p:nvPicPr>
          <p:blipFill>
            <a:blip r:embed="rId6" cstate="print">
              <a:extLst>
                <a:ext uri="{28A0092B-C50C-407E-A947-70E740481C1C}">
                  <a14:useLocalDpi xmlns:a14="http://schemas.microsoft.com/office/drawing/2010/main" val="0"/>
                </a:ext>
              </a:extLst>
            </a:blip>
            <a:stretch>
              <a:fillRect/>
            </a:stretch>
          </p:blipFill>
          <p:spPr>
            <a:xfrm>
              <a:off x="3730752" y="1619188"/>
              <a:ext cx="1010412" cy="306324"/>
            </a:xfrm>
            <a:prstGeom prst="rect">
              <a:avLst/>
            </a:prstGeom>
          </p:spPr>
        </p:pic>
      </p:grpSp>
      <p:sp>
        <p:nvSpPr>
          <p:cNvPr id="42" name="TextBox 41"/>
          <p:cNvSpPr txBox="1"/>
          <p:nvPr/>
        </p:nvSpPr>
        <p:spPr>
          <a:xfrm>
            <a:off x="508000" y="4038601"/>
            <a:ext cx="7213600" cy="584775"/>
          </a:xfrm>
          <a:prstGeom prst="rect">
            <a:avLst/>
          </a:prstGeom>
          <a:noFill/>
        </p:spPr>
        <p:txBody>
          <a:bodyPr wrap="square" rtlCol="0">
            <a:spAutoFit/>
          </a:bodyPr>
          <a:lstStyle/>
          <a:p>
            <a:r>
              <a:rPr lang="en-US" sz="3200" dirty="0"/>
              <a:t>Cost function:</a:t>
            </a:r>
          </a:p>
        </p:txBody>
      </p:sp>
      <p:pic>
        <p:nvPicPr>
          <p:cNvPr id="37" name="Picture 36"/>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1016000" y="4688840"/>
            <a:ext cx="10628376" cy="975360"/>
          </a:xfrm>
          <a:prstGeom prst="rect">
            <a:avLst/>
          </a:prstGeom>
        </p:spPr>
      </p:pic>
      <p:grpSp>
        <p:nvGrpSpPr>
          <p:cNvPr id="43" name="Group 42"/>
          <p:cNvGrpSpPr/>
          <p:nvPr/>
        </p:nvGrpSpPr>
        <p:grpSpPr>
          <a:xfrm>
            <a:off x="711201" y="1061488"/>
            <a:ext cx="3390343" cy="3019121"/>
            <a:chOff x="306551" y="789242"/>
            <a:chExt cx="2542757" cy="2264341"/>
          </a:xfrm>
        </p:grpSpPr>
        <p:grpSp>
          <p:nvGrpSpPr>
            <p:cNvPr id="44" name="Group 43"/>
            <p:cNvGrpSpPr/>
            <p:nvPr/>
          </p:nvGrpSpPr>
          <p:grpSpPr>
            <a:xfrm>
              <a:off x="306551" y="876401"/>
              <a:ext cx="2485587" cy="2177182"/>
              <a:chOff x="306551" y="747415"/>
              <a:chExt cx="2485587" cy="2177182"/>
            </a:xfrm>
          </p:grpSpPr>
          <p:sp>
            <p:nvSpPr>
              <p:cNvPr id="48" name="Oval 47"/>
              <p:cNvSpPr/>
              <p:nvPr/>
            </p:nvSpPr>
            <p:spPr>
              <a:xfrm>
                <a:off x="1204258" y="1221210"/>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9" name="Oval 48"/>
              <p:cNvSpPr/>
              <p:nvPr/>
            </p:nvSpPr>
            <p:spPr>
              <a:xfrm>
                <a:off x="1750444" y="947671"/>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0" name="Oval 49"/>
              <p:cNvSpPr/>
              <p:nvPr/>
            </p:nvSpPr>
            <p:spPr>
              <a:xfrm>
                <a:off x="1359948" y="1523393"/>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1" name="Oval 50"/>
              <p:cNvSpPr/>
              <p:nvPr/>
            </p:nvSpPr>
            <p:spPr>
              <a:xfrm>
                <a:off x="1530346" y="773723"/>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2" name="Cross 51"/>
              <p:cNvSpPr/>
              <p:nvPr/>
            </p:nvSpPr>
            <p:spPr>
              <a:xfrm rot="2734294">
                <a:off x="1032913" y="2222912"/>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3" name="Cross 52"/>
              <p:cNvSpPr/>
              <p:nvPr/>
            </p:nvSpPr>
            <p:spPr>
              <a:xfrm rot="2734294">
                <a:off x="1032913" y="1531448"/>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4" name="Cross 53"/>
              <p:cNvSpPr/>
              <p:nvPr/>
            </p:nvSpPr>
            <p:spPr>
              <a:xfrm rot="2734294">
                <a:off x="1262879" y="1954417"/>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5" name="Cross 54"/>
              <p:cNvSpPr/>
              <p:nvPr/>
            </p:nvSpPr>
            <p:spPr>
              <a:xfrm rot="2734294">
                <a:off x="936841" y="1939311"/>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6" name="TextBox 55"/>
              <p:cNvSpPr txBox="1"/>
              <p:nvPr/>
            </p:nvSpPr>
            <p:spPr>
              <a:xfrm>
                <a:off x="1546700" y="2578348"/>
                <a:ext cx="316433" cy="346249"/>
              </a:xfrm>
              <a:prstGeom prst="rect">
                <a:avLst/>
              </a:prstGeom>
              <a:noFill/>
              <a:ln w="19050">
                <a:noFill/>
              </a:ln>
            </p:spPr>
            <p:txBody>
              <a:bodyPr wrap="none" rtlCol="0">
                <a:spAutoFit/>
              </a:bodyPr>
              <a:lstStyle/>
              <a:p>
                <a:r>
                  <a:rPr lang="en-US" sz="2400" dirty="0"/>
                  <a:t>x</a:t>
                </a:r>
                <a:r>
                  <a:rPr lang="en-US" sz="2400" baseline="-25000" dirty="0"/>
                  <a:t>1</a:t>
                </a:r>
              </a:p>
            </p:txBody>
          </p:sp>
          <p:sp>
            <p:nvSpPr>
              <p:cNvPr id="57" name="TextBox 56"/>
              <p:cNvSpPr txBox="1"/>
              <p:nvPr/>
            </p:nvSpPr>
            <p:spPr>
              <a:xfrm>
                <a:off x="306551" y="1202476"/>
                <a:ext cx="316433" cy="346249"/>
              </a:xfrm>
              <a:prstGeom prst="rect">
                <a:avLst/>
              </a:prstGeom>
              <a:noFill/>
            </p:spPr>
            <p:txBody>
              <a:bodyPr wrap="none" rtlCol="0">
                <a:spAutoFit/>
              </a:bodyPr>
              <a:lstStyle/>
              <a:p>
                <a:r>
                  <a:rPr lang="en-US" sz="2400" dirty="0"/>
                  <a:t>x</a:t>
                </a:r>
                <a:r>
                  <a:rPr lang="en-US" sz="2400" baseline="-25000" dirty="0"/>
                  <a:t>2</a:t>
                </a:r>
              </a:p>
            </p:txBody>
          </p:sp>
          <p:cxnSp>
            <p:nvCxnSpPr>
              <p:cNvPr id="58" name="Straight Arrow Connector 57"/>
              <p:cNvCxnSpPr/>
              <p:nvPr/>
            </p:nvCxnSpPr>
            <p:spPr>
              <a:xfrm flipV="1">
                <a:off x="669151" y="747415"/>
                <a:ext cx="0" cy="1995680"/>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560369" y="2589944"/>
                <a:ext cx="2231769" cy="0"/>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60" name="Cross 59"/>
              <p:cNvSpPr/>
              <p:nvPr/>
            </p:nvSpPr>
            <p:spPr>
              <a:xfrm rot="2734294">
                <a:off x="1359601" y="2272086"/>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1" name="Cross 60"/>
              <p:cNvSpPr/>
              <p:nvPr/>
            </p:nvSpPr>
            <p:spPr>
              <a:xfrm rot="2734294">
                <a:off x="1732921" y="2058784"/>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2" name="Cross 61"/>
              <p:cNvSpPr/>
              <p:nvPr/>
            </p:nvSpPr>
            <p:spPr>
              <a:xfrm rot="2734294">
                <a:off x="2044914" y="2272086"/>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3" name="Cross 62"/>
              <p:cNvSpPr/>
              <p:nvPr/>
            </p:nvSpPr>
            <p:spPr>
              <a:xfrm rot="2734294">
                <a:off x="2031520" y="1989147"/>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4" name="Cross 63"/>
              <p:cNvSpPr/>
              <p:nvPr/>
            </p:nvSpPr>
            <p:spPr>
              <a:xfrm rot="2734294">
                <a:off x="2366221" y="1985603"/>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5" name="Cross 64"/>
              <p:cNvSpPr/>
              <p:nvPr/>
            </p:nvSpPr>
            <p:spPr>
              <a:xfrm rot="2734294">
                <a:off x="2201001" y="1496815"/>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6" name="Cross 65"/>
              <p:cNvSpPr/>
              <p:nvPr/>
            </p:nvSpPr>
            <p:spPr>
              <a:xfrm rot="2734294">
                <a:off x="1637830" y="1512253"/>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7" name="Cross 66"/>
              <p:cNvSpPr/>
              <p:nvPr/>
            </p:nvSpPr>
            <p:spPr>
              <a:xfrm rot="2734294">
                <a:off x="735109" y="1301962"/>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8" name="Cross 67"/>
              <p:cNvSpPr/>
              <p:nvPr/>
            </p:nvSpPr>
            <p:spPr>
              <a:xfrm rot="2734294">
                <a:off x="714486" y="1698337"/>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9" name="Cross 68"/>
              <p:cNvSpPr/>
              <p:nvPr/>
            </p:nvSpPr>
            <p:spPr>
              <a:xfrm rot="2734294">
                <a:off x="1030623" y="948695"/>
                <a:ext cx="223554" cy="223554"/>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0" name="Oval 69"/>
              <p:cNvSpPr/>
              <p:nvPr/>
            </p:nvSpPr>
            <p:spPr>
              <a:xfrm>
                <a:off x="1544248" y="1737727"/>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1" name="Oval 70"/>
              <p:cNvSpPr/>
              <p:nvPr/>
            </p:nvSpPr>
            <p:spPr>
              <a:xfrm>
                <a:off x="1972899" y="1737727"/>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2" name="Oval 71"/>
              <p:cNvSpPr/>
              <p:nvPr/>
            </p:nvSpPr>
            <p:spPr>
              <a:xfrm>
                <a:off x="2234730" y="1752661"/>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3" name="Oval 72"/>
              <p:cNvSpPr/>
              <p:nvPr/>
            </p:nvSpPr>
            <p:spPr>
              <a:xfrm>
                <a:off x="2477998" y="1456346"/>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4" name="Oval 73"/>
              <p:cNvSpPr/>
              <p:nvPr/>
            </p:nvSpPr>
            <p:spPr>
              <a:xfrm>
                <a:off x="1955570" y="1279485"/>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5" name="Oval 74"/>
              <p:cNvSpPr/>
              <p:nvPr/>
            </p:nvSpPr>
            <p:spPr>
              <a:xfrm>
                <a:off x="2216167" y="1221210"/>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6" name="Oval 75"/>
              <p:cNvSpPr/>
              <p:nvPr/>
            </p:nvSpPr>
            <p:spPr>
              <a:xfrm>
                <a:off x="1459049" y="1059153"/>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7" name="Oval 76"/>
              <p:cNvSpPr/>
              <p:nvPr/>
            </p:nvSpPr>
            <p:spPr>
              <a:xfrm>
                <a:off x="1673162" y="1221210"/>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8" name="Oval 77"/>
              <p:cNvSpPr/>
              <p:nvPr/>
            </p:nvSpPr>
            <p:spPr>
              <a:xfrm>
                <a:off x="2040344" y="1028951"/>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9" name="Oval 78"/>
              <p:cNvSpPr/>
              <p:nvPr/>
            </p:nvSpPr>
            <p:spPr>
              <a:xfrm>
                <a:off x="2385648" y="943752"/>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0" name="Oval 79"/>
              <p:cNvSpPr/>
              <p:nvPr/>
            </p:nvSpPr>
            <p:spPr>
              <a:xfrm>
                <a:off x="2030069" y="750774"/>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45" name="Cross 44"/>
            <p:cNvSpPr/>
            <p:nvPr/>
          </p:nvSpPr>
          <p:spPr>
            <a:xfrm rot="2734294">
              <a:off x="2625754" y="1997104"/>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6" name="Cross 45"/>
            <p:cNvSpPr/>
            <p:nvPr/>
          </p:nvSpPr>
          <p:spPr>
            <a:xfrm rot="2734294">
              <a:off x="732092" y="1006504"/>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7" name="Cross 46"/>
            <p:cNvSpPr/>
            <p:nvPr/>
          </p:nvSpPr>
          <p:spPr>
            <a:xfrm rot="2734294">
              <a:off x="1101754" y="789242"/>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Tree>
    <p:extLst>
      <p:ext uri="{BB962C8B-B14F-4D97-AF65-F5344CB8AC3E}">
        <p14:creationId xmlns:p14="http://schemas.microsoft.com/office/powerpoint/2010/main" val="27636627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04099-C05D-13DD-D85E-D4830787263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905A0C6-315A-4085-6581-74CB20C10AF7}"/>
              </a:ext>
            </a:extLst>
          </p:cNvPr>
          <p:cNvSpPr txBox="1"/>
          <p:nvPr/>
        </p:nvSpPr>
        <p:spPr>
          <a:xfrm>
            <a:off x="508000" y="381001"/>
            <a:ext cx="11277600" cy="584775"/>
          </a:xfrm>
          <a:prstGeom prst="rect">
            <a:avLst/>
          </a:prstGeom>
          <a:noFill/>
        </p:spPr>
        <p:txBody>
          <a:bodyPr wrap="square" rtlCol="0">
            <a:spAutoFit/>
          </a:bodyPr>
          <a:lstStyle/>
          <a:p>
            <a:r>
              <a:rPr lang="en-US" sz="3200" b="1" dirty="0"/>
              <a:t>Gradient descent</a:t>
            </a:r>
          </a:p>
        </p:txBody>
      </p:sp>
      <p:sp>
        <p:nvSpPr>
          <p:cNvPr id="5" name="TextBox 4">
            <a:extLst>
              <a:ext uri="{FF2B5EF4-FFF2-40B4-BE49-F238E27FC236}">
                <a16:creationId xmlns:a16="http://schemas.microsoft.com/office/drawing/2014/main" id="{68D1BF43-24B5-02B8-3DAF-A21ADA9D406D}"/>
              </a:ext>
            </a:extLst>
          </p:cNvPr>
          <p:cNvSpPr txBox="1"/>
          <p:nvPr/>
        </p:nvSpPr>
        <p:spPr>
          <a:xfrm>
            <a:off x="812800" y="2367114"/>
            <a:ext cx="3556000" cy="502766"/>
          </a:xfrm>
          <a:prstGeom prst="rect">
            <a:avLst/>
          </a:prstGeom>
          <a:noFill/>
        </p:spPr>
        <p:txBody>
          <a:bodyPr wrap="square" rtlCol="0">
            <a:spAutoFit/>
          </a:bodyPr>
          <a:lstStyle/>
          <a:p>
            <a:r>
              <a:rPr lang="en-US" sz="2667" dirty="0"/>
              <a:t>Repeat</a:t>
            </a:r>
            <a:endParaRPr lang="en-US" sz="3200" dirty="0"/>
          </a:p>
        </p:txBody>
      </p:sp>
      <p:pic>
        <p:nvPicPr>
          <p:cNvPr id="6" name="Picture 5">
            <a:extLst>
              <a:ext uri="{FF2B5EF4-FFF2-40B4-BE49-F238E27FC236}">
                <a16:creationId xmlns:a16="http://schemas.microsoft.com/office/drawing/2014/main" id="{7CBBE916-4D1A-6EFC-B28D-63C2831ADAE5}"/>
              </a:ext>
            </a:extLst>
          </p:cNvPr>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1976500" y="2471504"/>
            <a:ext cx="146304" cy="405384"/>
          </a:xfrm>
          <a:prstGeom prst="rect">
            <a:avLst/>
          </a:prstGeom>
        </p:spPr>
      </p:pic>
      <p:pic>
        <p:nvPicPr>
          <p:cNvPr id="7" name="Picture 6">
            <a:extLst>
              <a:ext uri="{FF2B5EF4-FFF2-40B4-BE49-F238E27FC236}">
                <a16:creationId xmlns:a16="http://schemas.microsoft.com/office/drawing/2014/main" id="{8E69B8A3-497D-F77D-3B05-2BF8C77B0393}"/>
              </a:ext>
            </a:extLst>
          </p:cNvPr>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1377696" y="4141216"/>
            <a:ext cx="146304" cy="405384"/>
          </a:xfrm>
          <a:prstGeom prst="rect">
            <a:avLst/>
          </a:prstGeom>
        </p:spPr>
      </p:pic>
      <p:pic>
        <p:nvPicPr>
          <p:cNvPr id="4" name="Picture 3">
            <a:extLst>
              <a:ext uri="{FF2B5EF4-FFF2-40B4-BE49-F238E27FC236}">
                <a16:creationId xmlns:a16="http://schemas.microsoft.com/office/drawing/2014/main" id="{B414AFE4-417D-1BD4-9774-353DCE68E113}"/>
              </a:ext>
            </a:extLst>
          </p:cNvPr>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1685775" y="3098503"/>
            <a:ext cx="6446520" cy="868680"/>
          </a:xfrm>
          <a:prstGeom prst="rect">
            <a:avLst/>
          </a:prstGeom>
        </p:spPr>
      </p:pic>
      <p:pic>
        <p:nvPicPr>
          <p:cNvPr id="8" name="Picture 7">
            <a:extLst>
              <a:ext uri="{FF2B5EF4-FFF2-40B4-BE49-F238E27FC236}">
                <a16:creationId xmlns:a16="http://schemas.microsoft.com/office/drawing/2014/main" id="{579FFDC7-EBE7-95BC-C0E3-A84358846BD8}"/>
              </a:ext>
            </a:extLst>
          </p:cNvPr>
          <p:cNvPicPr>
            <a:picLocks noChangeAspect="1"/>
          </p:cNvPicPr>
          <p:nvPr>
            <p:custDataLst>
              <p:tags r:id="rId4"/>
            </p:custDataLst>
          </p:nvPr>
        </p:nvPicPr>
        <p:blipFill>
          <a:blip r:embed="rId9" cstate="print">
            <a:extLst>
              <a:ext uri="{28A0092B-C50C-407E-A947-70E740481C1C}">
                <a14:useLocalDpi xmlns:a14="http://schemas.microsoft.com/office/drawing/2010/main" val="0"/>
              </a:ext>
            </a:extLst>
          </a:blip>
          <a:stretch>
            <a:fillRect/>
          </a:stretch>
        </p:blipFill>
        <p:spPr>
          <a:xfrm>
            <a:off x="1016000" y="4749800"/>
            <a:ext cx="8083296" cy="868680"/>
          </a:xfrm>
          <a:prstGeom prst="rect">
            <a:avLst/>
          </a:prstGeom>
        </p:spPr>
      </p:pic>
      <p:sp>
        <p:nvSpPr>
          <p:cNvPr id="15" name="TextBox 14">
            <a:extLst>
              <a:ext uri="{FF2B5EF4-FFF2-40B4-BE49-F238E27FC236}">
                <a16:creationId xmlns:a16="http://schemas.microsoft.com/office/drawing/2014/main" id="{81C3C8FF-F453-75E5-81B2-DFDF6390F5E3}"/>
              </a:ext>
            </a:extLst>
          </p:cNvPr>
          <p:cNvSpPr txBox="1"/>
          <p:nvPr/>
        </p:nvSpPr>
        <p:spPr>
          <a:xfrm>
            <a:off x="609600" y="1313782"/>
            <a:ext cx="10805652" cy="646331"/>
          </a:xfrm>
          <a:prstGeom prst="rect">
            <a:avLst/>
          </a:prstGeom>
          <a:noFill/>
        </p:spPr>
        <p:txBody>
          <a:bodyPr wrap="square">
            <a:spAutoFit/>
          </a:bodyPr>
          <a:lstStyle/>
          <a:p>
            <a:r>
              <a:rPr lang="en-GB" b="0" i="0" dirty="0">
                <a:solidFill>
                  <a:srgbClr val="000000"/>
                </a:solidFill>
                <a:effectLst/>
                <a:latin typeface="Georgia" panose="02040502050405020303" pitchFamily="18" charset="0"/>
              </a:rPr>
              <a:t>Looks cosmetically the same as linear regression, except obviously the hypothesis is very different.</a:t>
            </a:r>
            <a:br>
              <a:rPr lang="en-GB" dirty="0"/>
            </a:br>
            <a:endParaRPr lang="en-US" dirty="0"/>
          </a:p>
        </p:txBody>
      </p:sp>
    </p:spTree>
    <p:extLst>
      <p:ext uri="{BB962C8B-B14F-4D97-AF65-F5344CB8AC3E}">
        <p14:creationId xmlns:p14="http://schemas.microsoft.com/office/powerpoint/2010/main" val="149869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 \theta_1 x&#10;$&#10;&#10;\end{document}"/>
  <p:tag name="IGUANATEXSIZE" val="24"/>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 \theta_1 x + \theta_2 x^2&#10;$&#10;&#10;\end{document}"/>
  <p:tag name="IGUANATEXSIZE" val="24"/>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 \theta_1 x + \theta_2 x^2 + \theta_3 x^3 + \theta_4 x^4&#10;$&#10;&#10;\end{document}"/>
  <p:tag name="IGUANATEXSIZE" val="24"/>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 = \frac{1}{2m} \sum\limits^{m}_{i=1} (h_\theta(x^{(i)})-y^{(i)})^2 \approx 0&#10;$&#10;&#10;\end{document}"/>
  <p:tag name="IGUANATEXSIZE" val="16"/>
</p:tagLst>
</file>

<file path=ppt/tags/tag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x_1 =&#10;$&#10;&#10;\end{document}"/>
  <p:tag name="IGUANATEXSIZE" val="24"/>
</p:tagLst>
</file>

<file path=ppt/tags/tag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x_2 =&#10;$&#10;&#10;\end{document}"/>
  <p:tag name="IGUANATEXSIZE" val="24"/>
</p:tagLst>
</file>

<file path=ppt/tags/tag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x_3 =&#10;$&#10;&#10;\end{document}"/>
  <p:tag name="IGUANATEXSIZE" val="24"/>
</p:tagLst>
</file>

<file path=ppt/tags/tag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x_4 =&#10;$&#10;&#10;\end{document}"/>
  <p:tag name="IGUANATEXSIZE" val="24"/>
</p:tagLst>
</file>

<file path=ppt/tags/tag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x_5 =&#10;$&#10;&#10;\end{document}"/>
  <p:tag name="IGUANATEXSIZE" val="24"/>
</p:tagLst>
</file>

<file path=ppt/tags/tag1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x_6 =&#10;$&#10;&#10;\end{document}"/>
  <p:tag name="IGUANATEXSIZE" val="24"/>
</p:tagLst>
</file>

<file path=ppt/tags/tag1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vdots&#10;$&#10;&#10;$&#10;x_{100}&#10;$&#10;\end{document}"/>
  <p:tag name="IGUANATEXSIZE" val="24"/>
</p:tagLst>
</file>

<file path=ppt/tags/tag1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 \theta_1 x + \theta_2 x^2&#10;$&#10;&#10;\end{document}"/>
  <p:tag name="IGUANATEXSIZE" val="24"/>
</p:tagLst>
</file>

<file path=ppt/tags/tag1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 \theta_1 x + \theta_2 x^2 + \theta_3 x^3 + \theta_4 x^4&#10;$&#10;&#10;\end{document}"/>
  <p:tag name="IGUANATEXSIZE" val="24"/>
</p:tagLst>
</file>

<file path=ppt/tags/tag1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3&#10;$&#10;&#10;\end{document}"/>
  <p:tag name="IGUANATEXSIZE" val="24"/>
</p:tagLst>
</file>

<file path=ppt/tags/tag1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4&#10;$&#10;&#10;\end{document}"/>
  <p:tag name="IGUANATEXSIZE" val="24"/>
</p:tagLst>
</file>

<file path=ppt/tags/tag1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 \displaystyle&#10;\min_\theta \frac{1}{2m} \sum_{i=1}^m (h_\theta (x^{(i)}) - y^{(i)})^2 &#10;$&#10;&#10;\end{document}"/>
  <p:tag name="IGUANATEXSIZE" val="22"/>
</p:tagLst>
</file>

<file path=ppt/tags/tag1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 \dots, \theta_n&#10;$&#10;&#10;\end{document}"/>
  <p:tag name="IGUANATEXSIZE" val="24"/>
</p:tagLst>
</file>

<file path=ppt/tags/tag1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 \theta_2, \dots, \theta_{100}&#10;$&#10;&#10;\end{document}"/>
  <p:tag name="IGUANATEXSIZE" val="24"/>
</p:tagLst>
</file>

<file path=ppt/tags/tag1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x_1, x_2, \dots, x_{100}&#10;$&#10;&#10;\end{document}"/>
  <p:tag name="IGUANATEXSIZE" val="24"/>
</p:tagLst>
</file>

<file path=ppt/tags/tag2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 = \frac{1}{2m} &#10;$&#10;&#10;\end{document}"/>
  <p:tag name="IGUANATEXSIZE" val="32"/>
</p:tagLst>
</file>

<file path=ppt/tags/tag2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sum\limits^{m}_{i=1} (h_\theta(x^{(i)})-y^{(i)})^2 &#10;$&#10;&#10;\end{document}"/>
  <p:tag name="IGUANATEXSIZE" val="32"/>
</p:tagLst>
</file>

<file path=ppt/tags/tag2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displaystyle&#10;\min_\theta J(\theta)&#10;$&#10;&#10;\end{document}"/>
  <p:tag name="IGUANATEXSIZE" val="32"/>
</p:tagLst>
</file>

<file path=ppt/tags/tag2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 = \frac{1}{2m} \left[ \sum\limits^{m}_{i=1} (h_\theta(x^{(i)})-y^{(i)})^2  + \lambda \sum\limits^n_{j=1} \theta_j^2 \right]&#10;$&#10;&#10;\end{document}"/>
  <p:tag name="IGUANATEXSIZE" val="22"/>
</p:tagLst>
</file>

<file path=ppt/tags/tag2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theta&#10;$&#10;&#10;\end{document}"/>
  <p:tag name="IGUANATEXSIZE" val="24"/>
</p:tagLst>
</file>

<file path=ppt/tags/tag2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lambda&#10;$&#10;&#10;\end{document}"/>
  <p:tag name="IGUANATEXSIZE" val="24"/>
</p:tagLst>
</file>

<file path=ppt/tags/tag2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lambda = 10^{10}&#10;$&#10;&#10;\end{document}"/>
  <p:tag name="IGUANATEXSIZE" val="24"/>
</p:tagLst>
</file>

<file path=ppt/tags/tag2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lambda&#10;$&#10;&#10;\end{document}"/>
  <p:tag name="IGUANATEXSIZE" val="24"/>
</p:tagLst>
</file>

<file path=ppt/tags/tag2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 = \frac{1}{2m} \left[ \sum\limits^{m}_{i=1} (h_\theta(x^{(i)})-y^{(i)})^2  + \lambda \sum\limits^n_{j=1} \theta_j^2 \right]&#10;$&#10;&#10;\end{document}"/>
  <p:tag name="IGUANATEXSIZE" val="22"/>
</p:tagLst>
</file>

<file path=ppt/tags/tag2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 = \frac{1}{2m} \left[ \sum\limits^{m}_{i=1} (h_\theta(x^{(i)})-y^{(i)})^2  + \lambda \sum\limits^n_{j=1} \theta_j^2 \right]&#10;$&#10;&#10;\end{document}"/>
  <p:tag name="IGUANATEXSIZE" val="24"/>
</p:tagLst>
</file>

<file path=ppt/tags/tag3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displaystyle&#10;\min_\theta J(\theta)&#10;$&#10;&#10;\end{document}"/>
  <p:tag name="IGUANATEXSIZE" val="22"/>
</p:tagLst>
</file>

<file path=ppt/tags/tag3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 = 0, 1, 2, 3, \dots, n)&#10;$&#10;&#10;\end{document}"/>
  <p:tag name="IGUANATEXSIZE" val="24"/>
</p:tagLst>
</file>

<file path=ppt/tags/tag3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10;\end{document}"/>
  <p:tag name="IGUANATEXSIZE" val="24"/>
</p:tagLst>
</file>

<file path=ppt/tags/tag3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10;\end{document}"/>
  <p:tag name="IGUANATEXSIZE" val="24"/>
</p:tagLst>
</file>

<file path=ppt/tags/tag3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10;\theta_0 := \theta_0 - \alpha \frac{1}{m} \sum\limits^{m}_{i=1} (h_\theta(x^{(i)})-y^{(i)}) x_0^{(i)}&#10;$&#10;&#10;\end{document}"/>
  <p:tag name="IGUANATEXSIZE" val="24"/>
</p:tagLst>
</file>

<file path=ppt/tags/tag3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10;\theta_j := \theta_j - \alpha &#10;$&#10;&#10;\end{document}"/>
  <p:tag name="IGUANATEXSIZE" val="24"/>
</p:tagLst>
</file>

<file path=ppt/tags/tag3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10;\frac{1}{m} \sum\limits^{m}_{i=1} (h_\theta(x^{(i)})-y^{(i)}) x_j^{(i)}&#10;$&#10;&#10;\end{document}"/>
  <p:tag name="IGUANATEXSIZE" val="24"/>
</p:tagLst>
</file>

<file path=ppt/tags/tag3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10;\theta_j := \theta_j (1 - \alpha \frac{\lambda}{m}) - \alpha \frac{1}{m} \sum\limits^{m}_{i=1} (h_\theta(x^{(i)})-y^{(i)}) x_j^{(i)}&#10;$&#10;&#10;\end{document}"/>
  <p:tag name="IGUANATEXSIZE" val="24"/>
</p:tagLst>
</file>

<file path=ppt/tags/tag3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 = - \left[ \frac{1}{m} \sum\limits_{i=1}^{m} y ^{(i)} \log{h_\theta(x^{(i)}} + (1- y^{(i)}) \log{(1-h_\theta(x^{(i)}))}&#10;\right]&#10;$&#10;&#10;\end{document}"/>
  <p:tag name="IGUANATEXSIZE" val="24"/>
</p:tagLst>
</file>

<file path=ppt/tags/tag3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g(\theta_0 + \theta_1 x_1 + \theta_2 x_1^2$&#10;&#10;$+ \theta_3 x_1^2 x_2 + \theta_4 x_1^2 x_2^2 $&#10;&#10;$+ \theta_5 x_1^2 x_2^3 + \dots)&#10;$&#10;&#10;\end{document}"/>
  <p:tag name="IGUANATEXSIZE" val="24"/>
</p:tagLst>
</file>

<file path=ppt/tags/tag4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 (x) = $&#10;&#10;\end{document}"/>
  <p:tag name="IGUANATEXSIZE" val="24"/>
</p:tagLst>
</file>

<file path=ppt/tags/tag4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10;\end{document}"/>
  <p:tag name="IGUANATEXSIZE" val="24"/>
</p:tagLst>
</file>

<file path=ppt/tags/tag4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10;\end{document}"/>
  <p:tag name="IGUANATEXSIZE" val="24"/>
</p:tagLst>
</file>

<file path=ppt/tags/tag4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10;\theta_0 := \theta_0 - \alpha \frac{1}{m} \sum\limits^{m}_{i=1} (h_\theta(x^{(i)})-y^{(i)}) x_0^{(i)}&#10;$&#10;&#10;\end{document}"/>
  <p:tag name="IGUANATEXSIZE" val="24"/>
</p:tagLst>
</file>

<file path=ppt/tags/tag4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10;\theta_j := \theta_j (1 - \alpha \frac{\lambda}{m}) - \alpha \frac{1}{m} \sum\limits^{m}_{i=1} (h_\theta(x^{(i)})-y^{(i)}) x_j^{(i)}&#10;$&#10;&#10;\end{document}"/>
  <p:tag name="IGUANATEXSIZE" val="2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1035</TotalTime>
  <Words>603</Words>
  <Application>Microsoft Office PowerPoint</Application>
  <PresentationFormat>Widescreen</PresentationFormat>
  <Paragraphs>83</Paragraphs>
  <Slides>22</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Cambria Math</vt:lpstr>
      <vt:lpstr>Georgia</vt:lpstr>
      <vt:lpstr>Office Theme</vt:lpstr>
      <vt:lpstr>Machine Learning</vt:lpstr>
      <vt:lpstr>Why we need Regularization? The problem of overfitting</vt:lpstr>
      <vt:lpstr>PowerPoint Presentation</vt:lpstr>
      <vt:lpstr>PowerPoint Presentation</vt:lpstr>
      <vt:lpstr>PowerPoint Presentation</vt:lpstr>
      <vt:lpstr>PowerPoint Presentation</vt:lpstr>
      <vt:lpstr>PowerPoint Presentation</vt:lpstr>
      <vt:lpstr>PowerPoint Presentation</vt:lpstr>
      <vt:lpstr>Regularization</vt:lpstr>
      <vt:lpstr>Regularization</vt:lpstr>
      <vt:lpstr>PowerPoint Presentation</vt:lpstr>
      <vt:lpstr>PowerPoint Presentation</vt:lpstr>
      <vt:lpstr>PowerPoint Presentation</vt:lpstr>
      <vt:lpstr>PowerPoint Presentation</vt:lpstr>
      <vt:lpstr>PowerPoint Presentation</vt:lpstr>
      <vt:lpstr>Regularization rate (λ) </vt:lpstr>
      <vt:lpstr>Regularization Regularized linear regression</vt:lpstr>
      <vt:lpstr>PowerPoint Presentation</vt:lpstr>
      <vt:lpstr>PowerPoint Presentation</vt:lpstr>
      <vt:lpstr>Regularization Regularized logistic regression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Dr.Mahdiha Khalid</dc:creator>
  <cp:lastModifiedBy>Dr.Mahdiha Khalid</cp:lastModifiedBy>
  <cp:revision>55</cp:revision>
  <dcterms:created xsi:type="dcterms:W3CDTF">2026-02-17T10:11:18Z</dcterms:created>
  <dcterms:modified xsi:type="dcterms:W3CDTF">2026-03-19T07:32:09Z</dcterms:modified>
</cp:coreProperties>
</file>